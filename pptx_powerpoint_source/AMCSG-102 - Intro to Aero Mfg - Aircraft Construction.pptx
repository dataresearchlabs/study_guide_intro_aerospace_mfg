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01" r:id="rId2"/>
    <p:sldId id="280" r:id="rId3"/>
    <p:sldId id="281" r:id="rId4"/>
    <p:sldId id="282" r:id="rId5"/>
    <p:sldId id="283" r:id="rId6"/>
    <p:sldId id="284" r:id="rId7"/>
    <p:sldId id="285" r:id="rId8"/>
    <p:sldId id="300" r:id="rId9"/>
    <p:sldId id="286" r:id="rId10"/>
    <p:sldId id="287" r:id="rId11"/>
    <p:sldId id="299" r:id="rId12"/>
    <p:sldId id="297" r:id="rId13"/>
    <p:sldId id="298" r:id="rId14"/>
    <p:sldId id="302" r:id="rId15"/>
    <p:sldId id="303" r:id="rId16"/>
    <p:sldId id="304" r:id="rId17"/>
    <p:sldId id="305" r:id="rId18"/>
    <p:sldId id="306" r:id="rId19"/>
    <p:sldId id="307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805" autoAdjust="0"/>
  </p:normalViewPr>
  <p:slideViewPr>
    <p:cSldViewPr snapToGrid="0">
      <p:cViewPr varScale="1">
        <p:scale>
          <a:sx n="62" d="100"/>
          <a:sy n="62" d="100"/>
        </p:scale>
        <p:origin x="91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705C4F-A986-496F-A1F2-75FE2CBC5FBF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6C5DC3-924D-4CCC-8AC2-C41F495DFC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493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6275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AB29B0-C244-10E2-5BED-85DF4D727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7F0471-35B3-DD69-DA25-F872263430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9FEBE9A-56AF-4AAC-8F63-038043A61F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u="sng" dirty="0"/>
              <a:t>Image Credits</a:t>
            </a:r>
            <a:r>
              <a:rPr lang="en-US" dirty="0"/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Google "boeing.com 737 max” = (CC2) - https://commons.wikimedia.org/wiki/File:EGLF_-_Boeing_737_Max_-_N720IS_%2841646299740%29.jpg</a:t>
            </a:r>
          </a:p>
          <a:p>
            <a:endParaRPr lang="en-US" sz="1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53928-7D7A-8FF3-4C79-41BE79A2E8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6208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423765-CFFB-2525-BE24-D85112A25B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A50B82-1B72-85AF-19CE-FFDBD0EC56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CC4F4C-45AF-9BC7-0CA2-40FC06D3F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Image Credits: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Truss Image = US Gov = Public Domain = https://commons.wikimedia.org/wiki/File:Truss-type_fuselage_structure.png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Monocoque Image = US Gov = Public Domain = https://commons.wikimedia.org/wiki/File:Monocoque_fuselage_design.png#filelinks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 err="1"/>
              <a:t>Semimonocoque</a:t>
            </a:r>
            <a:r>
              <a:rPr lang="en-US" dirty="0"/>
              <a:t> Image = US Gov = Public Domain = https://commons.wikimedia.org/wiki/File:Semimonocoque_fuselage_design.png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A219AA-474E-B83E-6E94-699A53CF93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4730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F4B2B-6A6C-7565-BE9F-E622E6AF55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0CBC3E-09F5-DBF6-44DC-50375A0302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0ED5E8-62B3-AB0D-F278-E2F88D26D8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Image Credits: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ChatGPT = licensed to me “make a diagram showing the airframe components bulkheads, formers, longerons and stringers in semi-monocoque </a:t>
            </a:r>
            <a:r>
              <a:rPr lang="en-US" dirty="0" err="1"/>
              <a:t>boeing</a:t>
            </a:r>
            <a:r>
              <a:rPr lang="en-US" dirty="0"/>
              <a:t> jet. Use callouts.”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FB4BA6-D6D7-65BA-0A0E-5C36C71E45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8804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B41BD-DF8D-0FF5-0FDE-D581E38AF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13B9262-6588-DD85-4A4C-A65E8CE4AE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201631-FFEB-C10E-7810-F99CC3DAF0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Image Credits: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ChatGPT = licensed to me “make a diagram showing the airframe components bulkheads, formers, longerons and stringers in semi-monocoque </a:t>
            </a:r>
            <a:r>
              <a:rPr lang="en-US" dirty="0" err="1"/>
              <a:t>boeing</a:t>
            </a:r>
            <a:r>
              <a:rPr lang="en-US" dirty="0"/>
              <a:t> jet. Use callouts.”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E8C8A0-0D9C-48B5-DB79-F2AFA57A16B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1464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89292-9B51-9B13-8E1B-0CD14AB48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D151354-9D8D-77A8-AFEF-B15DF28BE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EF80A50-D1A4-1AED-08B1-72D3507B2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Image Credits: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ChatGPT = licensed to me “make a diagram showing the airframe components bulkheads, formers, longerons and stringers in semi-monocoque </a:t>
            </a:r>
            <a:r>
              <a:rPr lang="en-US" dirty="0" err="1"/>
              <a:t>boeing</a:t>
            </a:r>
            <a:r>
              <a:rPr lang="en-US" dirty="0"/>
              <a:t> jet. Use callouts.”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Rivet photo = (Ad) - Shopping at </a:t>
            </a:r>
            <a:r>
              <a:rPr lang="en-US" dirty="0" err="1"/>
              <a:t>AircraftSpruce</a:t>
            </a:r>
            <a:r>
              <a:rPr lang="en-US" dirty="0"/>
              <a:t> and Specialty “https://www.aircraftspruce.com/catalog/</a:t>
            </a:r>
            <a:r>
              <a:rPr lang="en-US" dirty="0" err="1"/>
              <a:t>pnpages</a:t>
            </a:r>
            <a:r>
              <a:rPr lang="en-US" dirty="0"/>
              <a:t>/AN470A-6-10.php?utm_source=</a:t>
            </a:r>
            <a:r>
              <a:rPr lang="en-US" dirty="0" err="1"/>
              <a:t>google&amp;utm_medium</a:t>
            </a:r>
            <a:r>
              <a:rPr lang="en-US" dirty="0"/>
              <a:t>=</a:t>
            </a:r>
            <a:r>
              <a:rPr lang="en-US" dirty="0" err="1"/>
              <a:t>organic&amp;utm_campaign</a:t>
            </a:r>
            <a:r>
              <a:rPr lang="en-US" dirty="0"/>
              <a:t>=</a:t>
            </a:r>
            <a:r>
              <a:rPr lang="en-US" dirty="0" err="1"/>
              <a:t>shopping&amp;utm_term</a:t>
            </a:r>
            <a:r>
              <a:rPr lang="en-US" dirty="0"/>
              <a:t>=AN470A-6-10”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Titanium Bolt Photo = (Ad) - Shopping - https://encrypted-tbn0.gstatic.com/shopping?q=tbn:ANd9GcQdkwBTBZcncE7A63si5mJcwRQQS72hApd2RD5iTzkQFr4ua48-oC8Do-vu0cnXqGRIoWqi3q--dKeiOoJQcRuvnD8AlVBMMCkEJ5LQ_6o9phYkFii6LyA3JjU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Screw Photo = (Ad) - Shopping at </a:t>
            </a:r>
            <a:r>
              <a:rPr lang="en-US" dirty="0" err="1"/>
              <a:t>SkyGeek</a:t>
            </a:r>
            <a:r>
              <a:rPr lang="en-US" dirty="0"/>
              <a:t> - https://cdn11.bigcommerce.com/s-jifykode7m/images/stencil/1000w/products/101668/169815/SGP139998_1_main__23195.1698700520.jpg?c=1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Adhesive Photo = (Ad) - Shopping at </a:t>
            </a:r>
            <a:r>
              <a:rPr lang="en-US" dirty="0" err="1"/>
              <a:t>Fibre</a:t>
            </a:r>
            <a:r>
              <a:rPr lang="en-US" dirty="0"/>
              <a:t> </a:t>
            </a:r>
            <a:r>
              <a:rPr lang="en-US" dirty="0" err="1"/>
              <a:t>Glast</a:t>
            </a:r>
            <a:r>
              <a:rPr lang="en-US" dirty="0"/>
              <a:t> Developments - https://encrypted-tbn3.gstatic.com/shopping?q=tbn:ANd9GcQ3OPpIE6lBXNh4Iw_fcBRR1Lm18OxIF-nBLPXvsa0Y7VXgX7LwyLEzVjXYFU6E0nv9P2YD5TFE1KsHI63f5X74FjZB-KfzMOhIB-1SHDtplyp7Iux_U8ha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8810FA-018B-75BA-A747-40C81AFDAB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180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6A725-CF87-9A6A-E35F-59A57D02DF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990864A-C1CB-4050-FD54-B3B40A9E28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1225EB-A9F0-598C-B219-C3F3376F57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Wing Diagram:  Chat GPT, many passes and dead ends…this was the best combination…no copyright for AI gen drawings per their documentation…I did this on home computer outside of work.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“draw an a </a:t>
            </a:r>
            <a:r>
              <a:rPr lang="en-US" dirty="0" err="1"/>
              <a:t>boeing</a:t>
            </a:r>
            <a:r>
              <a:rPr lang="en-US" dirty="0"/>
              <a:t> commercial airplane wing construction showing spar, longerons, ribs, and skin”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dirty="0"/>
              <a:t>“remove the labels and arrows. show wing spars, wing stringers, wing ribs, and wing skin”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405EE-8741-F106-6A2E-2D553359D8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3345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602A5-8BE1-FB29-784B-B87FEAFC76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4AAFFA1-D204-C013-3346-0EFCD5B17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D6584B-77CE-1DE3-8BE3-2F0A3E7F8E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dirty="0"/>
              <a:t>Wing Diagram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DD2F85-C18F-DF5C-50F7-1BEE41289F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33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CD8EB-0F23-18AF-0563-3F681DB03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5BA4A-8E43-3316-9870-B6E92A1DA2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8DE3E5-724A-1D08-3E97-2F3C4C0F6E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Eye protection: Shopping “Aircraft Spruce and Specialty” = https://encrypted-tbn1.gstatic.com/shopping?q=tbn:ANd9GcSRlDnva0_BDpWJ1StbgkAHFAFUIV5zJQJ1eqTTgYTJG8N2D0jLb6mkOC9Snevt92ebeGzBXdi2Xyb9Epjd8gn4UdsOdDdb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Ear Protection “PilotMall.com” shopping site:  https://encrypted-tbn1.gstatic.com/shopping?q=tbn:ANd9GcSzYgm2YBUSVHYbdtCbpswmj9BITisaFih-V03AiJndE-FATBS2EuHyORPk4eXg-XMzrs4DqQuhzlmDWRhbc-4pwFrVcvVL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Head Protection: “Bump cap” for sale at Premier supplies website:  “https://content.etilize.com/Alternate-Image1/1068706382.jpg”</a:t>
            </a:r>
            <a:br>
              <a:rPr lang="en-US" dirty="0"/>
            </a:b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Hand Protection: Mechanix Wear website for sale.  “https://encrypted-tbn1.gstatic.com/</a:t>
            </a:r>
            <a:r>
              <a:rPr lang="en-US" dirty="0" err="1"/>
              <a:t>shopping?q</a:t>
            </a:r>
            <a:r>
              <a:rPr lang="en-US" dirty="0"/>
              <a:t>=tbn:ANd9GcTstZGsuJ_IP29iP59mYuWnp5ko2iNCmGJ-5j5TVdPtLwdf6HuUuWrmqW0vrGYY2il0Zrb4yUQ72qtatkypeZxprfhjQZIlp3f_kk4YHhSG”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Foot Protection (steel towed boots?): Lehigh safety shoes (Aluminum toe!  Cool).   “https://encrypted-tbn2.gstatic.com/</a:t>
            </a:r>
            <a:r>
              <a:rPr lang="en-US" dirty="0" err="1"/>
              <a:t>shopping?q</a:t>
            </a:r>
            <a:r>
              <a:rPr lang="en-US" dirty="0"/>
              <a:t>=tbn:ANd9GcR-b3Jm5JjFy_NB-h3552UifzvVH7Nj3moSIyIvU1Nd5A7utdBH9rEO-pzaNf2qf4LBTWKe6IyFjCYA0R8V2gyqVIrzBsrMf6ORBA1YSzU65NPv0G0IuxWwVw”</a:t>
            </a:r>
            <a:br>
              <a:rPr lang="en-US" dirty="0"/>
            </a:b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B076D0-5C1F-FCDB-0927-1135B320B7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6C5DC3-924D-4CCC-8AC2-C41F495DFC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91700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58E38-54D5-7063-8BDC-08829F252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1CE71-3472-11CD-4BB2-DF600AE688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D1C57F-DE2D-4F84-6D31-F32DE5A89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Image Credits: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MSDS Sheet Pic = Google “vector </a:t>
            </a:r>
            <a:r>
              <a:rPr lang="en-US" dirty="0" err="1"/>
              <a:t>msds</a:t>
            </a:r>
            <a:r>
              <a:rPr lang="en-US" dirty="0"/>
              <a:t> logo” = (CC0) - https://www.rawpixel.com/image/11071842/photo-image-fire-public-domain-red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 – Physical Hazards: “make a picture showing chemical exposure leading to explosion leading to fire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 – Health Hazards: “make a picture showing health hazards including irritants, toxins, carcinogens and what the difference is between them using pictures not words”</a:t>
            </a:r>
            <a:br>
              <a:rPr lang="en-US" dirty="0"/>
            </a:br>
            <a:r>
              <a:rPr lang="en-US" dirty="0"/>
              <a:t>+ “Remove the lowest section titled differences. everything else is perfect.“</a:t>
            </a:r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ChatGPT – Exposure Types: “Irritants, Toxins, carcinogens”</a:t>
            </a:r>
            <a:br>
              <a:rPr lang="en-US" dirty="0"/>
            </a:b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marL="171450" marR="0" lvl="0" indent="-1714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B81EDA-42B4-F9CD-41E3-E9D7852FA0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D6C5DC3-924D-4CCC-8AC2-C41F495DFCEC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826336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3EFE57-7CA1-1F08-40B4-7752B89CF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93B1B3-B826-C16C-582D-0AF1300AB1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E4EF43A-92BE-B2AD-DE41-70701A5179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8BB0F8-DF6E-284F-F4D7-5190108C3E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61676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C2CD19-3F26-B76D-750D-39F98B271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0364AA-87BD-5ADF-1F85-4C95F4F656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A62D51-7E83-9111-CF94-A31AD8468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5C371-A321-A992-80CB-C925AA6700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02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578C2-3327-CD07-C669-8E32F9AA4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AABF47-3461-7243-1A7C-0A793E02FC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2AF8621-9450-9D3B-4061-B8FD9AA81C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964F33-275E-3FC2-B0F4-D43D786CF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7320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B1B14-D744-B230-0A1E-153F2C244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761751-5A6A-D075-FDE5-CB2CFE2992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A4350-3C8E-3183-5AA3-6D591326F8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1264A5-9DB3-6E49-2C8A-4A7C8DC156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11790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96A15-4627-A2B7-B23E-2AC252B872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6A1D323-39FD-6977-01F7-412F0DE61A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A71F59-B048-3D2A-8AFA-5907E8E6EC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F92962-9A43-C2C2-7107-AD8564EA22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6C5DC3-924D-4CCC-8AC2-C41F495DFCE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668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D15C1-84CC-EEE0-CBCB-C245AB2679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664659B-F5CE-2C12-1D92-6E223AC109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12623B-81BF-990E-3ACB-5CA309299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8964EA-4612-FB8A-444F-5DC9FB1160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F02088-3C09-7104-29AD-731E04319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830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EE48F-7ED2-80D8-BD90-C5526A198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92A3BB-ECB0-8233-8797-5CC5C49CB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BD7609-6178-0D90-C28E-84CC3A2E4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45B026-6539-D730-B2D8-84844CCB3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49CC90-E494-F299-B9B0-FC8AFCF89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9079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CF30B-7150-0ED7-E6E6-C9553BBBA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A37B4-D193-0C8A-B351-AA7E58A94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FE401C-5DB6-97AD-D28B-5332BC79B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9E348D-563A-6A5F-8005-DE30889D7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C182C-2464-768F-8AA8-36F0598F3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65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8B2CC-E001-6FEB-6064-D627425DB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F17DF0-5737-9151-AC49-76A062E1F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ABE207-8B94-E197-C0F9-42DC6228A6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545BC8-3614-BE70-7726-BD22C4197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DDDDBC-C94C-036C-B428-163471C106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08B396-78AC-7D5F-E37D-29559C9E2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121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460E4-E6D7-914C-05FE-D3A4A0CC8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42A3F5-FB61-072B-4456-654D9BFA84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1B57AB-FBBA-07CE-376E-F2F05C8007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0F9EDC-966D-C183-C4A3-ECEB970AE1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71FA8A-1F68-F92D-AE01-AF4521497C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D04EACD-A78D-DE92-67FD-EC32B61B0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B4B9899-FED4-AD39-799A-EC10C7B38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547495-266A-D1B8-FE4C-CFA413268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532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215D-CB87-3476-6855-21C4340E4A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14404DB-D24F-72FC-6A8A-7656000A4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F536A4-759F-382F-443B-DE2367556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50FAAD-D97A-B088-D2DC-C6240ADB8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1347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9B4158-A2F1-417D-F8CE-8FBC9884B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0BB6CE-D0CA-B674-EB75-B42D58437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39C3D9-3489-A16A-FAB7-2ADF67B4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222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2AE513-380B-CFE8-B7CC-855015F38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78C4D-FC25-52C8-D73D-6BB49D354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716CED-64DB-CD88-625E-AFFD9E149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281E7A-FBF3-F421-1FC5-A36B24B3F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1ACAA6-181F-DC9B-00C0-FCEA6D2C1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C5CFE6-631C-8BAF-DF37-44251EEE8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496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8D8A70-E034-DAFD-1DE9-87DF8280D5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2A60F12-8CD5-8461-E2F2-20FF52CE8E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0D7241-8F22-12F0-FD06-5CCC0DECC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9E5BDB-08A2-6A93-9FD3-1E0C0D458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F1B011-2E92-944F-AF0A-E68C37B13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15B038-2849-1F89-3164-3D92FE522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17573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73D89E-2CFF-BD9E-C535-723430D53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BC0AF9D-365E-4617-6D43-0874F8742D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0B06A-04D7-EA5F-7C46-B7EEE09DDB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F5EB62-EDA9-9D63-F483-0230DB736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979AE-F45C-18C3-27EB-B505AB252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305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051504-323D-A82A-B71D-6AE1C21B88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DD35884-52DC-2C85-910E-C80C580666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3032BF-7EA6-1641-97FC-D736EAE527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90B22-51BF-FC5C-ABCE-9043DC7609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6E811A-D2F8-56F9-6D7B-5E23FDA14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300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8EC0D68-9060-9B0C-AB26-A675713C9D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AD701D-74CC-8F92-3467-3B0617CB4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DEB3B4-CB27-7404-F86B-07BD203E9C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13CB3A-421F-449A-812E-48DCB561FD82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B8AB55-A2AC-B783-4BA6-179DFECD66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30915-9A50-EF7F-BF0A-6DEA0AE48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0D24C4F-C79C-448A-ACAF-47782E3A92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727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mmons.wikimedia.org/wiki/File:EGLF_-_Boeing_737_Max_-_N720IS_%2841646299740%29.jpg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commons.wikimedia.org/wiki/File:Semimonocoque_fuselage_design.png" TargetMode="External"/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mmons.wikimedia.org/wiki/File:Monocoque_fuselage_design.png#filelinks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s://commons.wikimedia.org/wiki/File:Truss-type_fuselage_structure.png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emf"/><Relationship Id="rId11" Type="http://schemas.openxmlformats.org/officeDocument/2006/relationships/hyperlink" Target="https://cdn11.bigcommerce.com/s-jifykode7m/images/stencil/1000w/products/101668/169815/SGP139998_1_main__23195.1698700520.jpg?c=1" TargetMode="External"/><Relationship Id="rId5" Type="http://schemas.openxmlformats.org/officeDocument/2006/relationships/oleObject" Target="../embeddings/oleObject1.bin"/><Relationship Id="rId10" Type="http://schemas.openxmlformats.org/officeDocument/2006/relationships/hyperlink" Target="https://encrypted-tbn0.gstatic.com/shopping?q=tbn:ANd9GcQdkwBTBZcncE7A63si5mJcwRQQS72hApd2RD5iTzkQFr4ua48-oC8Do-vu0cnXqGRIoWqi3q--dKeiOoJQcRuvnD8AlVBMMCkEJ5LQ_6o9phYkFii6LyA3JjU" TargetMode="External"/><Relationship Id="rId4" Type="http://schemas.openxmlformats.org/officeDocument/2006/relationships/image" Target="../media/image6.png"/><Relationship Id="rId9" Type="http://schemas.openxmlformats.org/officeDocument/2006/relationships/hyperlink" Target="https://www.aircraftspruce.com/catalog/pnpages/AN470A-6-10.php?utm_source=google&amp;utm_medium=organic&amp;utm_campaign=shopping&amp;utm_term=AN470A-6-10" TargetMode="Externa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encrypted-tbn1.gstatic.com/shopping?q=tbn:ANd9GcSzYgm2YBUSVHYbdtCbpswmj9BITisaFih-V03AiJndE-FATBS2EuHyORPk4eXg-XMzrs4DqQuhzlmDWRhbc-4pwFrVcvVL" TargetMode="External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12" Type="http://schemas.openxmlformats.org/officeDocument/2006/relationships/hyperlink" Target="https://encrypted-tbn2.gstatic.com/shopping?q=tbn:ANd9GcR-b3Jm5JjFy_NB-h3552UifzvVH7Nj3moSIyIvU1Nd5A7utdBH9rEO-pzaNf2qf4LBTWKe6IyFjCYA0R8V2gyqVIrzBsrMf6ORBA1YSzU65NPv0G0IuxWwVw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ontent.etilize.com/Alternate-Image1/1068706382.jpg" TargetMode="External"/><Relationship Id="rId11" Type="http://schemas.openxmlformats.org/officeDocument/2006/relationships/image" Target="../media/image16.png"/><Relationship Id="rId5" Type="http://schemas.openxmlformats.org/officeDocument/2006/relationships/image" Target="../media/image13.png"/><Relationship Id="rId10" Type="http://schemas.openxmlformats.org/officeDocument/2006/relationships/hyperlink" Target="https://encrypted-tbn1.gstatic.com/shopping?q=tbn:ANd9GcTstZGsuJ_IP29iP59mYuWnp5ko2iNCmGJ-5j5TVdPtLwdf6HuUuWrmqW0vrGYY2il0Zrb4yUQ72qtatkypeZxprfhjQZIlp3f_kk4YHhSG" TargetMode="External"/><Relationship Id="rId4" Type="http://schemas.openxmlformats.org/officeDocument/2006/relationships/hyperlink" Target="https://encrypted-tbn1.gstatic.com/shopping?q=tbn:ANd9GcSRlDnva0_BDpWJ1StbgkAHFAFUIV5zJQJ1eqTTgYTJG8N2D0jLb6mkOC9Snevt92ebeGzBXdi2Xyb9Epjd8gn4UdsOdDdb" TargetMode="External"/><Relationship Id="rId9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hyperlink" Target="https://www.rawpixel.com/image/11071842/photo-image-fire-public-domain-red" TargetMode="Externa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ataResearchLabs/study_guide_intro_aerospace_mfg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B969CFF-BAE7-BF73-632D-A9101B28F0D2}"/>
              </a:ext>
            </a:extLst>
          </p:cNvPr>
          <p:cNvSpPr/>
          <p:nvPr/>
        </p:nvSpPr>
        <p:spPr>
          <a:xfrm>
            <a:off x="1488038" y="2242335"/>
            <a:ext cx="9215919" cy="2373330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E0237A-1769-2D18-56A2-B369063196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3340599"/>
            <a:ext cx="12192000" cy="1145996"/>
          </a:xfrm>
        </p:spPr>
        <p:txBody>
          <a:bodyPr>
            <a:normAutofit/>
          </a:bodyPr>
          <a:lstStyle/>
          <a:p>
            <a:r>
              <a:rPr lang="en-US" sz="6600" b="1" dirty="0">
                <a:solidFill>
                  <a:schemeClr val="bg1"/>
                </a:solidFill>
              </a:rPr>
              <a:t>Aircraft Construction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E83414-9557-9971-74AE-0E0F206E6A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64882" y="768846"/>
            <a:ext cx="3862232" cy="1090775"/>
          </a:xfr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Aerospace Manufacturing Core </a:t>
            </a:r>
            <a:br>
              <a:rPr lang="en-US" sz="2000" dirty="0">
                <a:solidFill>
                  <a:schemeClr val="bg1"/>
                </a:solidFill>
              </a:rPr>
            </a:br>
            <a:r>
              <a:rPr lang="en-US" sz="2000" dirty="0">
                <a:solidFill>
                  <a:schemeClr val="bg1"/>
                </a:solidFill>
              </a:rPr>
              <a:t>Study Guide </a:t>
            </a:r>
          </a:p>
          <a:p>
            <a:r>
              <a:rPr lang="en-US" sz="2000" dirty="0">
                <a:solidFill>
                  <a:schemeClr val="bg1"/>
                </a:solidFill>
              </a:rPr>
              <a:t>“AMCSG-102”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2A361BB-91A4-6234-4565-06CC792AA8FE}"/>
              </a:ext>
            </a:extLst>
          </p:cNvPr>
          <p:cNvSpPr txBox="1">
            <a:spLocks/>
          </p:cNvSpPr>
          <p:nvPr/>
        </p:nvSpPr>
        <p:spPr>
          <a:xfrm>
            <a:off x="-1" y="2592083"/>
            <a:ext cx="12191999" cy="748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3600" dirty="0">
                <a:solidFill>
                  <a:schemeClr val="bg1"/>
                </a:solidFill>
              </a:rPr>
              <a:t>Introduction to Aerospace Manufacturing</a:t>
            </a:r>
          </a:p>
          <a:p>
            <a:endParaRPr lang="en-US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8606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1E813FB-3260-589E-0D3C-BF143BB67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6FAB9-DCF9-0165-8840-1652A9A00D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33049"/>
            <a:ext cx="10086975" cy="79190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Airframe Construction</a:t>
            </a:r>
          </a:p>
        </p:txBody>
      </p:sp>
    </p:spTree>
    <p:extLst>
      <p:ext uri="{BB962C8B-B14F-4D97-AF65-F5344CB8AC3E}">
        <p14:creationId xmlns:p14="http://schemas.microsoft.com/office/powerpoint/2010/main" val="1400339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AE9E2D-6868-FF04-44D0-E8EC9698A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201D783-26F2-C08E-77DD-5E61D91336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9314" y="2757095"/>
            <a:ext cx="7868748" cy="250542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D2CEC2-6600-18DE-146A-FA0D93DA87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515600" cy="877824"/>
          </a:xfrm>
        </p:spPr>
        <p:txBody>
          <a:bodyPr/>
          <a:lstStyle/>
          <a:p>
            <a:r>
              <a:rPr lang="en-US" dirty="0"/>
              <a:t>Airframe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3FC53-65B7-6102-A0F5-0136B3AEA5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61916"/>
            <a:ext cx="11049000" cy="48021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An airframe is the main structural components of an airplane: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1E98606E-B224-4EC4-D61B-0E02E9611EAF}"/>
              </a:ext>
            </a:extLst>
          </p:cNvPr>
          <p:cNvSpPr/>
          <p:nvPr/>
        </p:nvSpPr>
        <p:spPr>
          <a:xfrm>
            <a:off x="5896016" y="3036624"/>
            <a:ext cx="3738601" cy="1422505"/>
          </a:xfrm>
          <a:custGeom>
            <a:avLst/>
            <a:gdLst>
              <a:gd name="csX0" fmla="*/ 3708400 w 3708400"/>
              <a:gd name="csY0" fmla="*/ 215900 h 1422400"/>
              <a:gd name="csX1" fmla="*/ 3536950 w 3708400"/>
              <a:gd name="csY1" fmla="*/ 120650 h 1422400"/>
              <a:gd name="csX2" fmla="*/ 3352800 w 3708400"/>
              <a:gd name="csY2" fmla="*/ 114300 h 1422400"/>
              <a:gd name="csX3" fmla="*/ 3225800 w 3708400"/>
              <a:gd name="csY3" fmla="*/ 25400 h 1422400"/>
              <a:gd name="csX4" fmla="*/ 2984500 w 3708400"/>
              <a:gd name="csY4" fmla="*/ 0 h 1422400"/>
              <a:gd name="csX5" fmla="*/ 2609850 w 3708400"/>
              <a:gd name="csY5" fmla="*/ 38100 h 1422400"/>
              <a:gd name="csX6" fmla="*/ 2044700 w 3708400"/>
              <a:gd name="csY6" fmla="*/ 152400 h 1422400"/>
              <a:gd name="csX7" fmla="*/ 0 w 3708400"/>
              <a:gd name="csY7" fmla="*/ 717550 h 1422400"/>
              <a:gd name="csX8" fmla="*/ 501650 w 3708400"/>
              <a:gd name="csY8" fmla="*/ 831850 h 1422400"/>
              <a:gd name="csX9" fmla="*/ 869950 w 3708400"/>
              <a:gd name="csY9" fmla="*/ 660400 h 1422400"/>
              <a:gd name="csX10" fmla="*/ 1174750 w 3708400"/>
              <a:gd name="csY10" fmla="*/ 603250 h 1422400"/>
              <a:gd name="csX11" fmla="*/ 1257300 w 3708400"/>
              <a:gd name="csY11" fmla="*/ 615950 h 1422400"/>
              <a:gd name="csX12" fmla="*/ 1327150 w 3708400"/>
              <a:gd name="csY12" fmla="*/ 781050 h 1422400"/>
              <a:gd name="csX13" fmla="*/ 1346200 w 3708400"/>
              <a:gd name="csY13" fmla="*/ 971550 h 1422400"/>
              <a:gd name="csX14" fmla="*/ 1295400 w 3708400"/>
              <a:gd name="csY14" fmla="*/ 1111250 h 1422400"/>
              <a:gd name="csX15" fmla="*/ 1130300 w 3708400"/>
              <a:gd name="csY15" fmla="*/ 1149350 h 1422400"/>
              <a:gd name="csX16" fmla="*/ 819150 w 3708400"/>
              <a:gd name="csY16" fmla="*/ 1231900 h 1422400"/>
              <a:gd name="csX17" fmla="*/ 527050 w 3708400"/>
              <a:gd name="csY17" fmla="*/ 1231900 h 1422400"/>
              <a:gd name="csX18" fmla="*/ 406400 w 3708400"/>
              <a:gd name="csY18" fmla="*/ 1212850 h 1422400"/>
              <a:gd name="csX19" fmla="*/ 374650 w 3708400"/>
              <a:gd name="csY19" fmla="*/ 1295400 h 1422400"/>
              <a:gd name="csX20" fmla="*/ 641350 w 3708400"/>
              <a:gd name="csY20" fmla="*/ 1276350 h 1422400"/>
              <a:gd name="csX21" fmla="*/ 717550 w 3708400"/>
              <a:gd name="csY21" fmla="*/ 1365250 h 1422400"/>
              <a:gd name="csX22" fmla="*/ 717550 w 3708400"/>
              <a:gd name="csY22" fmla="*/ 1422400 h 1422400"/>
              <a:gd name="csX23" fmla="*/ 2984500 w 3708400"/>
              <a:gd name="csY23" fmla="*/ 736600 h 1422400"/>
              <a:gd name="csX24" fmla="*/ 3492500 w 3708400"/>
              <a:gd name="csY24" fmla="*/ 514350 h 1422400"/>
              <a:gd name="csX25" fmla="*/ 3676650 w 3708400"/>
              <a:gd name="csY25" fmla="*/ 317500 h 1422400"/>
              <a:gd name="csX26" fmla="*/ 3708400 w 3708400"/>
              <a:gd name="csY26" fmla="*/ 215900 h 1422400"/>
              <a:gd name="csX0" fmla="*/ 3708400 w 3708400"/>
              <a:gd name="csY0" fmla="*/ 215900 h 1422400"/>
              <a:gd name="csX1" fmla="*/ 3536950 w 3708400"/>
              <a:gd name="csY1" fmla="*/ 120650 h 1422400"/>
              <a:gd name="csX2" fmla="*/ 3352800 w 3708400"/>
              <a:gd name="csY2" fmla="*/ 114300 h 1422400"/>
              <a:gd name="csX3" fmla="*/ 3225800 w 3708400"/>
              <a:gd name="csY3" fmla="*/ 25400 h 1422400"/>
              <a:gd name="csX4" fmla="*/ 2984500 w 3708400"/>
              <a:gd name="csY4" fmla="*/ 0 h 1422400"/>
              <a:gd name="csX5" fmla="*/ 2609850 w 3708400"/>
              <a:gd name="csY5" fmla="*/ 38100 h 1422400"/>
              <a:gd name="csX6" fmla="*/ 2044700 w 3708400"/>
              <a:gd name="csY6" fmla="*/ 152400 h 1422400"/>
              <a:gd name="csX7" fmla="*/ 0 w 3708400"/>
              <a:gd name="csY7" fmla="*/ 717550 h 1422400"/>
              <a:gd name="csX8" fmla="*/ 501650 w 3708400"/>
              <a:gd name="csY8" fmla="*/ 831850 h 1422400"/>
              <a:gd name="csX9" fmla="*/ 869950 w 3708400"/>
              <a:gd name="csY9" fmla="*/ 660400 h 1422400"/>
              <a:gd name="csX10" fmla="*/ 1174750 w 3708400"/>
              <a:gd name="csY10" fmla="*/ 603250 h 1422400"/>
              <a:gd name="csX11" fmla="*/ 1257300 w 3708400"/>
              <a:gd name="csY11" fmla="*/ 615950 h 1422400"/>
              <a:gd name="csX12" fmla="*/ 1327150 w 3708400"/>
              <a:gd name="csY12" fmla="*/ 781050 h 1422400"/>
              <a:gd name="csX13" fmla="*/ 1346200 w 3708400"/>
              <a:gd name="csY13" fmla="*/ 971550 h 1422400"/>
              <a:gd name="csX14" fmla="*/ 1295400 w 3708400"/>
              <a:gd name="csY14" fmla="*/ 1111250 h 1422400"/>
              <a:gd name="csX15" fmla="*/ 1130300 w 3708400"/>
              <a:gd name="csY15" fmla="*/ 1149350 h 1422400"/>
              <a:gd name="csX16" fmla="*/ 819150 w 3708400"/>
              <a:gd name="csY16" fmla="*/ 1231900 h 1422400"/>
              <a:gd name="csX17" fmla="*/ 527050 w 3708400"/>
              <a:gd name="csY17" fmla="*/ 1231900 h 1422400"/>
              <a:gd name="csX18" fmla="*/ 406400 w 3708400"/>
              <a:gd name="csY18" fmla="*/ 1212850 h 1422400"/>
              <a:gd name="csX19" fmla="*/ 374650 w 3708400"/>
              <a:gd name="csY19" fmla="*/ 1295400 h 1422400"/>
              <a:gd name="csX20" fmla="*/ 641350 w 3708400"/>
              <a:gd name="csY20" fmla="*/ 1276350 h 1422400"/>
              <a:gd name="csX21" fmla="*/ 717550 w 3708400"/>
              <a:gd name="csY21" fmla="*/ 1365250 h 1422400"/>
              <a:gd name="csX22" fmla="*/ 717550 w 3708400"/>
              <a:gd name="csY22" fmla="*/ 1422400 h 1422400"/>
              <a:gd name="csX23" fmla="*/ 2984500 w 3708400"/>
              <a:gd name="csY23" fmla="*/ 736600 h 1422400"/>
              <a:gd name="csX24" fmla="*/ 3492500 w 3708400"/>
              <a:gd name="csY24" fmla="*/ 514350 h 1422400"/>
              <a:gd name="csX25" fmla="*/ 3676650 w 3708400"/>
              <a:gd name="csY25" fmla="*/ 317500 h 1422400"/>
              <a:gd name="csX26" fmla="*/ 3708400 w 3708400"/>
              <a:gd name="csY26" fmla="*/ 215900 h 1422400"/>
              <a:gd name="csX0" fmla="*/ 3708400 w 3708400"/>
              <a:gd name="csY0" fmla="*/ 215900 h 1422400"/>
              <a:gd name="csX1" fmla="*/ 3536950 w 3708400"/>
              <a:gd name="csY1" fmla="*/ 120650 h 1422400"/>
              <a:gd name="csX2" fmla="*/ 3352800 w 3708400"/>
              <a:gd name="csY2" fmla="*/ 114300 h 1422400"/>
              <a:gd name="csX3" fmla="*/ 3225800 w 3708400"/>
              <a:gd name="csY3" fmla="*/ 25400 h 1422400"/>
              <a:gd name="csX4" fmla="*/ 2984500 w 3708400"/>
              <a:gd name="csY4" fmla="*/ 0 h 1422400"/>
              <a:gd name="csX5" fmla="*/ 2609850 w 3708400"/>
              <a:gd name="csY5" fmla="*/ 38100 h 1422400"/>
              <a:gd name="csX6" fmla="*/ 2044700 w 3708400"/>
              <a:gd name="csY6" fmla="*/ 152400 h 1422400"/>
              <a:gd name="csX7" fmla="*/ 0 w 3708400"/>
              <a:gd name="csY7" fmla="*/ 717550 h 1422400"/>
              <a:gd name="csX8" fmla="*/ 501650 w 3708400"/>
              <a:gd name="csY8" fmla="*/ 831850 h 1422400"/>
              <a:gd name="csX9" fmla="*/ 869950 w 3708400"/>
              <a:gd name="csY9" fmla="*/ 660400 h 1422400"/>
              <a:gd name="csX10" fmla="*/ 1174750 w 3708400"/>
              <a:gd name="csY10" fmla="*/ 603250 h 1422400"/>
              <a:gd name="csX11" fmla="*/ 1257300 w 3708400"/>
              <a:gd name="csY11" fmla="*/ 615950 h 1422400"/>
              <a:gd name="csX12" fmla="*/ 1327150 w 3708400"/>
              <a:gd name="csY12" fmla="*/ 781050 h 1422400"/>
              <a:gd name="csX13" fmla="*/ 1346200 w 3708400"/>
              <a:gd name="csY13" fmla="*/ 971550 h 1422400"/>
              <a:gd name="csX14" fmla="*/ 1295400 w 3708400"/>
              <a:gd name="csY14" fmla="*/ 1111250 h 1422400"/>
              <a:gd name="csX15" fmla="*/ 1130300 w 3708400"/>
              <a:gd name="csY15" fmla="*/ 1149350 h 1422400"/>
              <a:gd name="csX16" fmla="*/ 819150 w 3708400"/>
              <a:gd name="csY16" fmla="*/ 1231900 h 1422400"/>
              <a:gd name="csX17" fmla="*/ 527050 w 3708400"/>
              <a:gd name="csY17" fmla="*/ 1231900 h 1422400"/>
              <a:gd name="csX18" fmla="*/ 406400 w 3708400"/>
              <a:gd name="csY18" fmla="*/ 1212850 h 1422400"/>
              <a:gd name="csX19" fmla="*/ 374650 w 3708400"/>
              <a:gd name="csY19" fmla="*/ 1295400 h 1422400"/>
              <a:gd name="csX20" fmla="*/ 641350 w 3708400"/>
              <a:gd name="csY20" fmla="*/ 1276350 h 1422400"/>
              <a:gd name="csX21" fmla="*/ 717550 w 3708400"/>
              <a:gd name="csY21" fmla="*/ 1365250 h 1422400"/>
              <a:gd name="csX22" fmla="*/ 717550 w 3708400"/>
              <a:gd name="csY22" fmla="*/ 1422400 h 1422400"/>
              <a:gd name="csX23" fmla="*/ 2984500 w 3708400"/>
              <a:gd name="csY23" fmla="*/ 736600 h 1422400"/>
              <a:gd name="csX24" fmla="*/ 3492500 w 3708400"/>
              <a:gd name="csY24" fmla="*/ 514350 h 1422400"/>
              <a:gd name="csX25" fmla="*/ 3676650 w 3708400"/>
              <a:gd name="csY25" fmla="*/ 317500 h 1422400"/>
              <a:gd name="csX26" fmla="*/ 3708400 w 3708400"/>
              <a:gd name="csY26" fmla="*/ 215900 h 1422400"/>
              <a:gd name="csX0" fmla="*/ 3708400 w 3708400"/>
              <a:gd name="csY0" fmla="*/ 215900 h 1422400"/>
              <a:gd name="csX1" fmla="*/ 3536950 w 3708400"/>
              <a:gd name="csY1" fmla="*/ 120650 h 1422400"/>
              <a:gd name="csX2" fmla="*/ 3352800 w 3708400"/>
              <a:gd name="csY2" fmla="*/ 114300 h 1422400"/>
              <a:gd name="csX3" fmla="*/ 3225800 w 3708400"/>
              <a:gd name="csY3" fmla="*/ 25400 h 1422400"/>
              <a:gd name="csX4" fmla="*/ 2984500 w 3708400"/>
              <a:gd name="csY4" fmla="*/ 0 h 1422400"/>
              <a:gd name="csX5" fmla="*/ 2606675 w 3708400"/>
              <a:gd name="csY5" fmla="*/ 34925 h 1422400"/>
              <a:gd name="csX6" fmla="*/ 2044700 w 3708400"/>
              <a:gd name="csY6" fmla="*/ 152400 h 1422400"/>
              <a:gd name="csX7" fmla="*/ 0 w 3708400"/>
              <a:gd name="csY7" fmla="*/ 717550 h 1422400"/>
              <a:gd name="csX8" fmla="*/ 501650 w 3708400"/>
              <a:gd name="csY8" fmla="*/ 831850 h 1422400"/>
              <a:gd name="csX9" fmla="*/ 869950 w 3708400"/>
              <a:gd name="csY9" fmla="*/ 660400 h 1422400"/>
              <a:gd name="csX10" fmla="*/ 1174750 w 3708400"/>
              <a:gd name="csY10" fmla="*/ 603250 h 1422400"/>
              <a:gd name="csX11" fmla="*/ 1257300 w 3708400"/>
              <a:gd name="csY11" fmla="*/ 615950 h 1422400"/>
              <a:gd name="csX12" fmla="*/ 1327150 w 3708400"/>
              <a:gd name="csY12" fmla="*/ 781050 h 1422400"/>
              <a:gd name="csX13" fmla="*/ 1346200 w 3708400"/>
              <a:gd name="csY13" fmla="*/ 971550 h 1422400"/>
              <a:gd name="csX14" fmla="*/ 1295400 w 3708400"/>
              <a:gd name="csY14" fmla="*/ 1111250 h 1422400"/>
              <a:gd name="csX15" fmla="*/ 1130300 w 3708400"/>
              <a:gd name="csY15" fmla="*/ 1149350 h 1422400"/>
              <a:gd name="csX16" fmla="*/ 819150 w 3708400"/>
              <a:gd name="csY16" fmla="*/ 1231900 h 1422400"/>
              <a:gd name="csX17" fmla="*/ 527050 w 3708400"/>
              <a:gd name="csY17" fmla="*/ 1231900 h 1422400"/>
              <a:gd name="csX18" fmla="*/ 406400 w 3708400"/>
              <a:gd name="csY18" fmla="*/ 1212850 h 1422400"/>
              <a:gd name="csX19" fmla="*/ 374650 w 3708400"/>
              <a:gd name="csY19" fmla="*/ 1295400 h 1422400"/>
              <a:gd name="csX20" fmla="*/ 641350 w 3708400"/>
              <a:gd name="csY20" fmla="*/ 1276350 h 1422400"/>
              <a:gd name="csX21" fmla="*/ 717550 w 3708400"/>
              <a:gd name="csY21" fmla="*/ 1365250 h 1422400"/>
              <a:gd name="csX22" fmla="*/ 717550 w 3708400"/>
              <a:gd name="csY22" fmla="*/ 1422400 h 1422400"/>
              <a:gd name="csX23" fmla="*/ 2984500 w 3708400"/>
              <a:gd name="csY23" fmla="*/ 736600 h 1422400"/>
              <a:gd name="csX24" fmla="*/ 3492500 w 3708400"/>
              <a:gd name="csY24" fmla="*/ 514350 h 1422400"/>
              <a:gd name="csX25" fmla="*/ 3676650 w 3708400"/>
              <a:gd name="csY25" fmla="*/ 317500 h 1422400"/>
              <a:gd name="csX26" fmla="*/ 3708400 w 3708400"/>
              <a:gd name="csY26" fmla="*/ 215900 h 1422400"/>
              <a:gd name="csX0" fmla="*/ 3708400 w 3708400"/>
              <a:gd name="csY0" fmla="*/ 216097 h 1422597"/>
              <a:gd name="csX1" fmla="*/ 3536950 w 3708400"/>
              <a:gd name="csY1" fmla="*/ 120847 h 1422597"/>
              <a:gd name="csX2" fmla="*/ 3352800 w 3708400"/>
              <a:gd name="csY2" fmla="*/ 114497 h 1422597"/>
              <a:gd name="csX3" fmla="*/ 3225800 w 3708400"/>
              <a:gd name="csY3" fmla="*/ 25597 h 1422597"/>
              <a:gd name="csX4" fmla="*/ 2984500 w 3708400"/>
              <a:gd name="csY4" fmla="*/ 197 h 1422597"/>
              <a:gd name="csX5" fmla="*/ 2606675 w 3708400"/>
              <a:gd name="csY5" fmla="*/ 35122 h 1422597"/>
              <a:gd name="csX6" fmla="*/ 2044700 w 3708400"/>
              <a:gd name="csY6" fmla="*/ 152597 h 1422597"/>
              <a:gd name="csX7" fmla="*/ 0 w 3708400"/>
              <a:gd name="csY7" fmla="*/ 717747 h 1422597"/>
              <a:gd name="csX8" fmla="*/ 501650 w 3708400"/>
              <a:gd name="csY8" fmla="*/ 832047 h 1422597"/>
              <a:gd name="csX9" fmla="*/ 869950 w 3708400"/>
              <a:gd name="csY9" fmla="*/ 660597 h 1422597"/>
              <a:gd name="csX10" fmla="*/ 1174750 w 3708400"/>
              <a:gd name="csY10" fmla="*/ 603447 h 1422597"/>
              <a:gd name="csX11" fmla="*/ 1257300 w 3708400"/>
              <a:gd name="csY11" fmla="*/ 616147 h 1422597"/>
              <a:gd name="csX12" fmla="*/ 1327150 w 3708400"/>
              <a:gd name="csY12" fmla="*/ 781247 h 1422597"/>
              <a:gd name="csX13" fmla="*/ 1346200 w 3708400"/>
              <a:gd name="csY13" fmla="*/ 971747 h 1422597"/>
              <a:gd name="csX14" fmla="*/ 1295400 w 3708400"/>
              <a:gd name="csY14" fmla="*/ 1111447 h 1422597"/>
              <a:gd name="csX15" fmla="*/ 1130300 w 3708400"/>
              <a:gd name="csY15" fmla="*/ 1149547 h 1422597"/>
              <a:gd name="csX16" fmla="*/ 819150 w 3708400"/>
              <a:gd name="csY16" fmla="*/ 1232097 h 1422597"/>
              <a:gd name="csX17" fmla="*/ 527050 w 3708400"/>
              <a:gd name="csY17" fmla="*/ 1232097 h 1422597"/>
              <a:gd name="csX18" fmla="*/ 406400 w 3708400"/>
              <a:gd name="csY18" fmla="*/ 1213047 h 1422597"/>
              <a:gd name="csX19" fmla="*/ 374650 w 3708400"/>
              <a:gd name="csY19" fmla="*/ 1295597 h 1422597"/>
              <a:gd name="csX20" fmla="*/ 641350 w 3708400"/>
              <a:gd name="csY20" fmla="*/ 1276547 h 1422597"/>
              <a:gd name="csX21" fmla="*/ 717550 w 3708400"/>
              <a:gd name="csY21" fmla="*/ 1365447 h 1422597"/>
              <a:gd name="csX22" fmla="*/ 717550 w 3708400"/>
              <a:gd name="csY22" fmla="*/ 1422597 h 1422597"/>
              <a:gd name="csX23" fmla="*/ 2984500 w 3708400"/>
              <a:gd name="csY23" fmla="*/ 736797 h 1422597"/>
              <a:gd name="csX24" fmla="*/ 3492500 w 3708400"/>
              <a:gd name="csY24" fmla="*/ 514547 h 1422597"/>
              <a:gd name="csX25" fmla="*/ 3676650 w 3708400"/>
              <a:gd name="csY25" fmla="*/ 317697 h 1422597"/>
              <a:gd name="csX26" fmla="*/ 3708400 w 3708400"/>
              <a:gd name="csY26" fmla="*/ 216097 h 1422597"/>
              <a:gd name="csX0" fmla="*/ 3708400 w 3708400"/>
              <a:gd name="csY0" fmla="*/ 216097 h 1422597"/>
              <a:gd name="csX1" fmla="*/ 3536950 w 3708400"/>
              <a:gd name="csY1" fmla="*/ 120847 h 1422597"/>
              <a:gd name="csX2" fmla="*/ 3381375 w 3708400"/>
              <a:gd name="csY2" fmla="*/ 104972 h 1422597"/>
              <a:gd name="csX3" fmla="*/ 3225800 w 3708400"/>
              <a:gd name="csY3" fmla="*/ 25597 h 1422597"/>
              <a:gd name="csX4" fmla="*/ 2984500 w 3708400"/>
              <a:gd name="csY4" fmla="*/ 197 h 1422597"/>
              <a:gd name="csX5" fmla="*/ 2606675 w 3708400"/>
              <a:gd name="csY5" fmla="*/ 35122 h 1422597"/>
              <a:gd name="csX6" fmla="*/ 2044700 w 3708400"/>
              <a:gd name="csY6" fmla="*/ 152597 h 1422597"/>
              <a:gd name="csX7" fmla="*/ 0 w 3708400"/>
              <a:gd name="csY7" fmla="*/ 717747 h 1422597"/>
              <a:gd name="csX8" fmla="*/ 501650 w 3708400"/>
              <a:gd name="csY8" fmla="*/ 832047 h 1422597"/>
              <a:gd name="csX9" fmla="*/ 869950 w 3708400"/>
              <a:gd name="csY9" fmla="*/ 660597 h 1422597"/>
              <a:gd name="csX10" fmla="*/ 1174750 w 3708400"/>
              <a:gd name="csY10" fmla="*/ 603447 h 1422597"/>
              <a:gd name="csX11" fmla="*/ 1257300 w 3708400"/>
              <a:gd name="csY11" fmla="*/ 616147 h 1422597"/>
              <a:gd name="csX12" fmla="*/ 1327150 w 3708400"/>
              <a:gd name="csY12" fmla="*/ 781247 h 1422597"/>
              <a:gd name="csX13" fmla="*/ 1346200 w 3708400"/>
              <a:gd name="csY13" fmla="*/ 971747 h 1422597"/>
              <a:gd name="csX14" fmla="*/ 1295400 w 3708400"/>
              <a:gd name="csY14" fmla="*/ 1111447 h 1422597"/>
              <a:gd name="csX15" fmla="*/ 1130300 w 3708400"/>
              <a:gd name="csY15" fmla="*/ 1149547 h 1422597"/>
              <a:gd name="csX16" fmla="*/ 819150 w 3708400"/>
              <a:gd name="csY16" fmla="*/ 1232097 h 1422597"/>
              <a:gd name="csX17" fmla="*/ 527050 w 3708400"/>
              <a:gd name="csY17" fmla="*/ 1232097 h 1422597"/>
              <a:gd name="csX18" fmla="*/ 406400 w 3708400"/>
              <a:gd name="csY18" fmla="*/ 1213047 h 1422597"/>
              <a:gd name="csX19" fmla="*/ 374650 w 3708400"/>
              <a:gd name="csY19" fmla="*/ 1295597 h 1422597"/>
              <a:gd name="csX20" fmla="*/ 641350 w 3708400"/>
              <a:gd name="csY20" fmla="*/ 1276547 h 1422597"/>
              <a:gd name="csX21" fmla="*/ 717550 w 3708400"/>
              <a:gd name="csY21" fmla="*/ 1365447 h 1422597"/>
              <a:gd name="csX22" fmla="*/ 717550 w 3708400"/>
              <a:gd name="csY22" fmla="*/ 1422597 h 1422597"/>
              <a:gd name="csX23" fmla="*/ 2984500 w 3708400"/>
              <a:gd name="csY23" fmla="*/ 736797 h 1422597"/>
              <a:gd name="csX24" fmla="*/ 3492500 w 3708400"/>
              <a:gd name="csY24" fmla="*/ 514547 h 1422597"/>
              <a:gd name="csX25" fmla="*/ 3676650 w 3708400"/>
              <a:gd name="csY25" fmla="*/ 317697 h 1422597"/>
              <a:gd name="csX26" fmla="*/ 3708400 w 3708400"/>
              <a:gd name="csY26" fmla="*/ 216097 h 1422597"/>
              <a:gd name="csX0" fmla="*/ 3708400 w 3708400"/>
              <a:gd name="csY0" fmla="*/ 216072 h 1422572"/>
              <a:gd name="csX1" fmla="*/ 3536950 w 3708400"/>
              <a:gd name="csY1" fmla="*/ 120822 h 1422572"/>
              <a:gd name="csX2" fmla="*/ 3381375 w 3708400"/>
              <a:gd name="csY2" fmla="*/ 104947 h 1422572"/>
              <a:gd name="csX3" fmla="*/ 3225800 w 3708400"/>
              <a:gd name="csY3" fmla="*/ 25572 h 1422572"/>
              <a:gd name="csX4" fmla="*/ 2984500 w 3708400"/>
              <a:gd name="csY4" fmla="*/ 172 h 1422572"/>
              <a:gd name="csX5" fmla="*/ 2606675 w 3708400"/>
              <a:gd name="csY5" fmla="*/ 35097 h 1422572"/>
              <a:gd name="csX6" fmla="*/ 2044700 w 3708400"/>
              <a:gd name="csY6" fmla="*/ 152572 h 1422572"/>
              <a:gd name="csX7" fmla="*/ 0 w 3708400"/>
              <a:gd name="csY7" fmla="*/ 717722 h 1422572"/>
              <a:gd name="csX8" fmla="*/ 501650 w 3708400"/>
              <a:gd name="csY8" fmla="*/ 832022 h 1422572"/>
              <a:gd name="csX9" fmla="*/ 869950 w 3708400"/>
              <a:gd name="csY9" fmla="*/ 660572 h 1422572"/>
              <a:gd name="csX10" fmla="*/ 1174750 w 3708400"/>
              <a:gd name="csY10" fmla="*/ 603422 h 1422572"/>
              <a:gd name="csX11" fmla="*/ 1257300 w 3708400"/>
              <a:gd name="csY11" fmla="*/ 616122 h 1422572"/>
              <a:gd name="csX12" fmla="*/ 1327150 w 3708400"/>
              <a:gd name="csY12" fmla="*/ 781222 h 1422572"/>
              <a:gd name="csX13" fmla="*/ 1346200 w 3708400"/>
              <a:gd name="csY13" fmla="*/ 971722 h 1422572"/>
              <a:gd name="csX14" fmla="*/ 1295400 w 3708400"/>
              <a:gd name="csY14" fmla="*/ 1111422 h 1422572"/>
              <a:gd name="csX15" fmla="*/ 1130300 w 3708400"/>
              <a:gd name="csY15" fmla="*/ 1149522 h 1422572"/>
              <a:gd name="csX16" fmla="*/ 819150 w 3708400"/>
              <a:gd name="csY16" fmla="*/ 1232072 h 1422572"/>
              <a:gd name="csX17" fmla="*/ 527050 w 3708400"/>
              <a:gd name="csY17" fmla="*/ 1232072 h 1422572"/>
              <a:gd name="csX18" fmla="*/ 406400 w 3708400"/>
              <a:gd name="csY18" fmla="*/ 1213022 h 1422572"/>
              <a:gd name="csX19" fmla="*/ 374650 w 3708400"/>
              <a:gd name="csY19" fmla="*/ 1295572 h 1422572"/>
              <a:gd name="csX20" fmla="*/ 641350 w 3708400"/>
              <a:gd name="csY20" fmla="*/ 1276522 h 1422572"/>
              <a:gd name="csX21" fmla="*/ 717550 w 3708400"/>
              <a:gd name="csY21" fmla="*/ 1365422 h 1422572"/>
              <a:gd name="csX22" fmla="*/ 717550 w 3708400"/>
              <a:gd name="csY22" fmla="*/ 1422572 h 1422572"/>
              <a:gd name="csX23" fmla="*/ 2984500 w 3708400"/>
              <a:gd name="csY23" fmla="*/ 736772 h 1422572"/>
              <a:gd name="csX24" fmla="*/ 3492500 w 3708400"/>
              <a:gd name="csY24" fmla="*/ 514522 h 1422572"/>
              <a:gd name="csX25" fmla="*/ 3676650 w 3708400"/>
              <a:gd name="csY25" fmla="*/ 317672 h 1422572"/>
              <a:gd name="csX26" fmla="*/ 3708400 w 3708400"/>
              <a:gd name="csY26" fmla="*/ 216072 h 1422572"/>
              <a:gd name="csX0" fmla="*/ 3708400 w 3708400"/>
              <a:gd name="csY0" fmla="*/ 216072 h 1422572"/>
              <a:gd name="csX1" fmla="*/ 3536950 w 3708400"/>
              <a:gd name="csY1" fmla="*/ 120822 h 1422572"/>
              <a:gd name="csX2" fmla="*/ 3381375 w 3708400"/>
              <a:gd name="csY2" fmla="*/ 104947 h 1422572"/>
              <a:gd name="csX3" fmla="*/ 3225800 w 3708400"/>
              <a:gd name="csY3" fmla="*/ 25572 h 1422572"/>
              <a:gd name="csX4" fmla="*/ 2984500 w 3708400"/>
              <a:gd name="csY4" fmla="*/ 172 h 1422572"/>
              <a:gd name="csX5" fmla="*/ 2606675 w 3708400"/>
              <a:gd name="csY5" fmla="*/ 35097 h 1422572"/>
              <a:gd name="csX6" fmla="*/ 2044700 w 3708400"/>
              <a:gd name="csY6" fmla="*/ 152572 h 1422572"/>
              <a:gd name="csX7" fmla="*/ 0 w 3708400"/>
              <a:gd name="csY7" fmla="*/ 717722 h 1422572"/>
              <a:gd name="csX8" fmla="*/ 501650 w 3708400"/>
              <a:gd name="csY8" fmla="*/ 832022 h 1422572"/>
              <a:gd name="csX9" fmla="*/ 869950 w 3708400"/>
              <a:gd name="csY9" fmla="*/ 660572 h 1422572"/>
              <a:gd name="csX10" fmla="*/ 1174750 w 3708400"/>
              <a:gd name="csY10" fmla="*/ 603422 h 1422572"/>
              <a:gd name="csX11" fmla="*/ 1257300 w 3708400"/>
              <a:gd name="csY11" fmla="*/ 616122 h 1422572"/>
              <a:gd name="csX12" fmla="*/ 1327150 w 3708400"/>
              <a:gd name="csY12" fmla="*/ 781222 h 1422572"/>
              <a:gd name="csX13" fmla="*/ 1346200 w 3708400"/>
              <a:gd name="csY13" fmla="*/ 971722 h 1422572"/>
              <a:gd name="csX14" fmla="*/ 1295400 w 3708400"/>
              <a:gd name="csY14" fmla="*/ 1111422 h 1422572"/>
              <a:gd name="csX15" fmla="*/ 1130300 w 3708400"/>
              <a:gd name="csY15" fmla="*/ 1149522 h 1422572"/>
              <a:gd name="csX16" fmla="*/ 819150 w 3708400"/>
              <a:gd name="csY16" fmla="*/ 1232072 h 1422572"/>
              <a:gd name="csX17" fmla="*/ 527050 w 3708400"/>
              <a:gd name="csY17" fmla="*/ 1232072 h 1422572"/>
              <a:gd name="csX18" fmla="*/ 406400 w 3708400"/>
              <a:gd name="csY18" fmla="*/ 1213022 h 1422572"/>
              <a:gd name="csX19" fmla="*/ 374650 w 3708400"/>
              <a:gd name="csY19" fmla="*/ 1295572 h 1422572"/>
              <a:gd name="csX20" fmla="*/ 641350 w 3708400"/>
              <a:gd name="csY20" fmla="*/ 1276522 h 1422572"/>
              <a:gd name="csX21" fmla="*/ 717550 w 3708400"/>
              <a:gd name="csY21" fmla="*/ 1365422 h 1422572"/>
              <a:gd name="csX22" fmla="*/ 717550 w 3708400"/>
              <a:gd name="csY22" fmla="*/ 1422572 h 1422572"/>
              <a:gd name="csX23" fmla="*/ 2984500 w 3708400"/>
              <a:gd name="csY23" fmla="*/ 736772 h 1422572"/>
              <a:gd name="csX24" fmla="*/ 3492500 w 3708400"/>
              <a:gd name="csY24" fmla="*/ 514522 h 1422572"/>
              <a:gd name="csX25" fmla="*/ 3676650 w 3708400"/>
              <a:gd name="csY25" fmla="*/ 317672 h 1422572"/>
              <a:gd name="csX26" fmla="*/ 3708400 w 3708400"/>
              <a:gd name="csY26" fmla="*/ 216072 h 1422572"/>
              <a:gd name="csX0" fmla="*/ 3708400 w 3708400"/>
              <a:gd name="csY0" fmla="*/ 216022 h 1422522"/>
              <a:gd name="csX1" fmla="*/ 3536950 w 3708400"/>
              <a:gd name="csY1" fmla="*/ 120772 h 1422522"/>
              <a:gd name="csX2" fmla="*/ 3381375 w 3708400"/>
              <a:gd name="csY2" fmla="*/ 104897 h 1422522"/>
              <a:gd name="csX3" fmla="*/ 3324225 w 3708400"/>
              <a:gd name="csY3" fmla="*/ 76322 h 1422522"/>
              <a:gd name="csX4" fmla="*/ 3225800 w 3708400"/>
              <a:gd name="csY4" fmla="*/ 25522 h 1422522"/>
              <a:gd name="csX5" fmla="*/ 2984500 w 3708400"/>
              <a:gd name="csY5" fmla="*/ 122 h 1422522"/>
              <a:gd name="csX6" fmla="*/ 2606675 w 3708400"/>
              <a:gd name="csY6" fmla="*/ 35047 h 1422522"/>
              <a:gd name="csX7" fmla="*/ 2044700 w 3708400"/>
              <a:gd name="csY7" fmla="*/ 152522 h 1422522"/>
              <a:gd name="csX8" fmla="*/ 0 w 3708400"/>
              <a:gd name="csY8" fmla="*/ 717672 h 1422522"/>
              <a:gd name="csX9" fmla="*/ 501650 w 3708400"/>
              <a:gd name="csY9" fmla="*/ 831972 h 1422522"/>
              <a:gd name="csX10" fmla="*/ 869950 w 3708400"/>
              <a:gd name="csY10" fmla="*/ 660522 h 1422522"/>
              <a:gd name="csX11" fmla="*/ 1174750 w 3708400"/>
              <a:gd name="csY11" fmla="*/ 603372 h 1422522"/>
              <a:gd name="csX12" fmla="*/ 1257300 w 3708400"/>
              <a:gd name="csY12" fmla="*/ 616072 h 1422522"/>
              <a:gd name="csX13" fmla="*/ 1327150 w 3708400"/>
              <a:gd name="csY13" fmla="*/ 781172 h 1422522"/>
              <a:gd name="csX14" fmla="*/ 1346200 w 3708400"/>
              <a:gd name="csY14" fmla="*/ 971672 h 1422522"/>
              <a:gd name="csX15" fmla="*/ 1295400 w 3708400"/>
              <a:gd name="csY15" fmla="*/ 1111372 h 1422522"/>
              <a:gd name="csX16" fmla="*/ 1130300 w 3708400"/>
              <a:gd name="csY16" fmla="*/ 1149472 h 1422522"/>
              <a:gd name="csX17" fmla="*/ 819150 w 3708400"/>
              <a:gd name="csY17" fmla="*/ 1232022 h 1422522"/>
              <a:gd name="csX18" fmla="*/ 527050 w 3708400"/>
              <a:gd name="csY18" fmla="*/ 1232022 h 1422522"/>
              <a:gd name="csX19" fmla="*/ 406400 w 3708400"/>
              <a:gd name="csY19" fmla="*/ 1212972 h 1422522"/>
              <a:gd name="csX20" fmla="*/ 374650 w 3708400"/>
              <a:gd name="csY20" fmla="*/ 1295522 h 1422522"/>
              <a:gd name="csX21" fmla="*/ 641350 w 3708400"/>
              <a:gd name="csY21" fmla="*/ 1276472 h 1422522"/>
              <a:gd name="csX22" fmla="*/ 717550 w 3708400"/>
              <a:gd name="csY22" fmla="*/ 1365372 h 1422522"/>
              <a:gd name="csX23" fmla="*/ 717550 w 3708400"/>
              <a:gd name="csY23" fmla="*/ 1422522 h 1422522"/>
              <a:gd name="csX24" fmla="*/ 2984500 w 3708400"/>
              <a:gd name="csY24" fmla="*/ 736722 h 1422522"/>
              <a:gd name="csX25" fmla="*/ 3492500 w 3708400"/>
              <a:gd name="csY25" fmla="*/ 514472 h 1422522"/>
              <a:gd name="csX26" fmla="*/ 3676650 w 3708400"/>
              <a:gd name="csY26" fmla="*/ 317622 h 1422522"/>
              <a:gd name="csX27" fmla="*/ 3708400 w 3708400"/>
              <a:gd name="csY27" fmla="*/ 216022 h 1422522"/>
              <a:gd name="csX0" fmla="*/ 3708400 w 3708400"/>
              <a:gd name="csY0" fmla="*/ 216005 h 1422505"/>
              <a:gd name="csX1" fmla="*/ 3536950 w 3708400"/>
              <a:gd name="csY1" fmla="*/ 120755 h 1422505"/>
              <a:gd name="csX2" fmla="*/ 3381375 w 3708400"/>
              <a:gd name="csY2" fmla="*/ 104880 h 1422505"/>
              <a:gd name="csX3" fmla="*/ 3308350 w 3708400"/>
              <a:gd name="csY3" fmla="*/ 60430 h 1422505"/>
              <a:gd name="csX4" fmla="*/ 3225800 w 3708400"/>
              <a:gd name="csY4" fmla="*/ 25505 h 1422505"/>
              <a:gd name="csX5" fmla="*/ 2984500 w 3708400"/>
              <a:gd name="csY5" fmla="*/ 105 h 1422505"/>
              <a:gd name="csX6" fmla="*/ 2606675 w 3708400"/>
              <a:gd name="csY6" fmla="*/ 35030 h 1422505"/>
              <a:gd name="csX7" fmla="*/ 2044700 w 3708400"/>
              <a:gd name="csY7" fmla="*/ 152505 h 1422505"/>
              <a:gd name="csX8" fmla="*/ 0 w 3708400"/>
              <a:gd name="csY8" fmla="*/ 717655 h 1422505"/>
              <a:gd name="csX9" fmla="*/ 501650 w 3708400"/>
              <a:gd name="csY9" fmla="*/ 831955 h 1422505"/>
              <a:gd name="csX10" fmla="*/ 869950 w 3708400"/>
              <a:gd name="csY10" fmla="*/ 660505 h 1422505"/>
              <a:gd name="csX11" fmla="*/ 1174750 w 3708400"/>
              <a:gd name="csY11" fmla="*/ 603355 h 1422505"/>
              <a:gd name="csX12" fmla="*/ 1257300 w 3708400"/>
              <a:gd name="csY12" fmla="*/ 616055 h 1422505"/>
              <a:gd name="csX13" fmla="*/ 1327150 w 3708400"/>
              <a:gd name="csY13" fmla="*/ 781155 h 1422505"/>
              <a:gd name="csX14" fmla="*/ 1346200 w 3708400"/>
              <a:gd name="csY14" fmla="*/ 971655 h 1422505"/>
              <a:gd name="csX15" fmla="*/ 1295400 w 3708400"/>
              <a:gd name="csY15" fmla="*/ 1111355 h 1422505"/>
              <a:gd name="csX16" fmla="*/ 1130300 w 3708400"/>
              <a:gd name="csY16" fmla="*/ 1149455 h 1422505"/>
              <a:gd name="csX17" fmla="*/ 819150 w 3708400"/>
              <a:gd name="csY17" fmla="*/ 1232005 h 1422505"/>
              <a:gd name="csX18" fmla="*/ 527050 w 3708400"/>
              <a:gd name="csY18" fmla="*/ 1232005 h 1422505"/>
              <a:gd name="csX19" fmla="*/ 406400 w 3708400"/>
              <a:gd name="csY19" fmla="*/ 1212955 h 1422505"/>
              <a:gd name="csX20" fmla="*/ 374650 w 3708400"/>
              <a:gd name="csY20" fmla="*/ 1295505 h 1422505"/>
              <a:gd name="csX21" fmla="*/ 641350 w 3708400"/>
              <a:gd name="csY21" fmla="*/ 1276455 h 1422505"/>
              <a:gd name="csX22" fmla="*/ 717550 w 3708400"/>
              <a:gd name="csY22" fmla="*/ 1365355 h 1422505"/>
              <a:gd name="csX23" fmla="*/ 717550 w 3708400"/>
              <a:gd name="csY23" fmla="*/ 1422505 h 1422505"/>
              <a:gd name="csX24" fmla="*/ 2984500 w 3708400"/>
              <a:gd name="csY24" fmla="*/ 736705 h 1422505"/>
              <a:gd name="csX25" fmla="*/ 3492500 w 3708400"/>
              <a:gd name="csY25" fmla="*/ 514455 h 1422505"/>
              <a:gd name="csX26" fmla="*/ 3676650 w 3708400"/>
              <a:gd name="csY26" fmla="*/ 317605 h 1422505"/>
              <a:gd name="csX27" fmla="*/ 3708400 w 3708400"/>
              <a:gd name="csY27" fmla="*/ 216005 h 1422505"/>
              <a:gd name="csX0" fmla="*/ 3708400 w 3708400"/>
              <a:gd name="csY0" fmla="*/ 216005 h 1422505"/>
              <a:gd name="csX1" fmla="*/ 3536950 w 3708400"/>
              <a:gd name="csY1" fmla="*/ 120755 h 1422505"/>
              <a:gd name="csX2" fmla="*/ 3381375 w 3708400"/>
              <a:gd name="csY2" fmla="*/ 104880 h 1422505"/>
              <a:gd name="csX3" fmla="*/ 3308350 w 3708400"/>
              <a:gd name="csY3" fmla="*/ 60430 h 1422505"/>
              <a:gd name="csX4" fmla="*/ 3225800 w 3708400"/>
              <a:gd name="csY4" fmla="*/ 25505 h 1422505"/>
              <a:gd name="csX5" fmla="*/ 2984500 w 3708400"/>
              <a:gd name="csY5" fmla="*/ 105 h 1422505"/>
              <a:gd name="csX6" fmla="*/ 2606675 w 3708400"/>
              <a:gd name="csY6" fmla="*/ 35030 h 1422505"/>
              <a:gd name="csX7" fmla="*/ 2044700 w 3708400"/>
              <a:gd name="csY7" fmla="*/ 152505 h 1422505"/>
              <a:gd name="csX8" fmla="*/ 0 w 3708400"/>
              <a:gd name="csY8" fmla="*/ 717655 h 1422505"/>
              <a:gd name="csX9" fmla="*/ 501650 w 3708400"/>
              <a:gd name="csY9" fmla="*/ 831955 h 1422505"/>
              <a:gd name="csX10" fmla="*/ 869950 w 3708400"/>
              <a:gd name="csY10" fmla="*/ 660505 h 1422505"/>
              <a:gd name="csX11" fmla="*/ 1174750 w 3708400"/>
              <a:gd name="csY11" fmla="*/ 603355 h 1422505"/>
              <a:gd name="csX12" fmla="*/ 1257300 w 3708400"/>
              <a:gd name="csY12" fmla="*/ 616055 h 1422505"/>
              <a:gd name="csX13" fmla="*/ 1327150 w 3708400"/>
              <a:gd name="csY13" fmla="*/ 781155 h 1422505"/>
              <a:gd name="csX14" fmla="*/ 1346200 w 3708400"/>
              <a:gd name="csY14" fmla="*/ 971655 h 1422505"/>
              <a:gd name="csX15" fmla="*/ 1295400 w 3708400"/>
              <a:gd name="csY15" fmla="*/ 1111355 h 1422505"/>
              <a:gd name="csX16" fmla="*/ 1130300 w 3708400"/>
              <a:gd name="csY16" fmla="*/ 1149455 h 1422505"/>
              <a:gd name="csX17" fmla="*/ 819150 w 3708400"/>
              <a:gd name="csY17" fmla="*/ 1232005 h 1422505"/>
              <a:gd name="csX18" fmla="*/ 527050 w 3708400"/>
              <a:gd name="csY18" fmla="*/ 1232005 h 1422505"/>
              <a:gd name="csX19" fmla="*/ 406400 w 3708400"/>
              <a:gd name="csY19" fmla="*/ 1212955 h 1422505"/>
              <a:gd name="csX20" fmla="*/ 374650 w 3708400"/>
              <a:gd name="csY20" fmla="*/ 1295505 h 1422505"/>
              <a:gd name="csX21" fmla="*/ 641350 w 3708400"/>
              <a:gd name="csY21" fmla="*/ 1276455 h 1422505"/>
              <a:gd name="csX22" fmla="*/ 717550 w 3708400"/>
              <a:gd name="csY22" fmla="*/ 1365355 h 1422505"/>
              <a:gd name="csX23" fmla="*/ 717550 w 3708400"/>
              <a:gd name="csY23" fmla="*/ 1422505 h 1422505"/>
              <a:gd name="csX24" fmla="*/ 2984500 w 3708400"/>
              <a:gd name="csY24" fmla="*/ 736705 h 1422505"/>
              <a:gd name="csX25" fmla="*/ 3492500 w 3708400"/>
              <a:gd name="csY25" fmla="*/ 514455 h 1422505"/>
              <a:gd name="csX26" fmla="*/ 3676650 w 3708400"/>
              <a:gd name="csY26" fmla="*/ 317605 h 1422505"/>
              <a:gd name="csX27" fmla="*/ 3708400 w 3708400"/>
              <a:gd name="csY27" fmla="*/ 216005 h 1422505"/>
              <a:gd name="csX0" fmla="*/ 3708400 w 3718611"/>
              <a:gd name="csY0" fmla="*/ 216005 h 1422505"/>
              <a:gd name="csX1" fmla="*/ 3536950 w 3718611"/>
              <a:gd name="csY1" fmla="*/ 120755 h 1422505"/>
              <a:gd name="csX2" fmla="*/ 3381375 w 3718611"/>
              <a:gd name="csY2" fmla="*/ 104880 h 1422505"/>
              <a:gd name="csX3" fmla="*/ 3308350 w 3718611"/>
              <a:gd name="csY3" fmla="*/ 60430 h 1422505"/>
              <a:gd name="csX4" fmla="*/ 3225800 w 3718611"/>
              <a:gd name="csY4" fmla="*/ 25505 h 1422505"/>
              <a:gd name="csX5" fmla="*/ 2984500 w 3718611"/>
              <a:gd name="csY5" fmla="*/ 105 h 1422505"/>
              <a:gd name="csX6" fmla="*/ 2606675 w 3718611"/>
              <a:gd name="csY6" fmla="*/ 35030 h 1422505"/>
              <a:gd name="csX7" fmla="*/ 2044700 w 3718611"/>
              <a:gd name="csY7" fmla="*/ 152505 h 1422505"/>
              <a:gd name="csX8" fmla="*/ 0 w 3718611"/>
              <a:gd name="csY8" fmla="*/ 717655 h 1422505"/>
              <a:gd name="csX9" fmla="*/ 501650 w 3718611"/>
              <a:gd name="csY9" fmla="*/ 831955 h 1422505"/>
              <a:gd name="csX10" fmla="*/ 869950 w 3718611"/>
              <a:gd name="csY10" fmla="*/ 660505 h 1422505"/>
              <a:gd name="csX11" fmla="*/ 1174750 w 3718611"/>
              <a:gd name="csY11" fmla="*/ 603355 h 1422505"/>
              <a:gd name="csX12" fmla="*/ 1257300 w 3718611"/>
              <a:gd name="csY12" fmla="*/ 616055 h 1422505"/>
              <a:gd name="csX13" fmla="*/ 1327150 w 3718611"/>
              <a:gd name="csY13" fmla="*/ 781155 h 1422505"/>
              <a:gd name="csX14" fmla="*/ 1346200 w 3718611"/>
              <a:gd name="csY14" fmla="*/ 971655 h 1422505"/>
              <a:gd name="csX15" fmla="*/ 1295400 w 3718611"/>
              <a:gd name="csY15" fmla="*/ 1111355 h 1422505"/>
              <a:gd name="csX16" fmla="*/ 1130300 w 3718611"/>
              <a:gd name="csY16" fmla="*/ 1149455 h 1422505"/>
              <a:gd name="csX17" fmla="*/ 819150 w 3718611"/>
              <a:gd name="csY17" fmla="*/ 1232005 h 1422505"/>
              <a:gd name="csX18" fmla="*/ 527050 w 3718611"/>
              <a:gd name="csY18" fmla="*/ 1232005 h 1422505"/>
              <a:gd name="csX19" fmla="*/ 406400 w 3718611"/>
              <a:gd name="csY19" fmla="*/ 1212955 h 1422505"/>
              <a:gd name="csX20" fmla="*/ 374650 w 3718611"/>
              <a:gd name="csY20" fmla="*/ 1295505 h 1422505"/>
              <a:gd name="csX21" fmla="*/ 641350 w 3718611"/>
              <a:gd name="csY21" fmla="*/ 1276455 h 1422505"/>
              <a:gd name="csX22" fmla="*/ 717550 w 3718611"/>
              <a:gd name="csY22" fmla="*/ 1365355 h 1422505"/>
              <a:gd name="csX23" fmla="*/ 717550 w 3718611"/>
              <a:gd name="csY23" fmla="*/ 1422505 h 1422505"/>
              <a:gd name="csX24" fmla="*/ 2984500 w 3718611"/>
              <a:gd name="csY24" fmla="*/ 736705 h 1422505"/>
              <a:gd name="csX25" fmla="*/ 3492500 w 3718611"/>
              <a:gd name="csY25" fmla="*/ 514455 h 1422505"/>
              <a:gd name="csX26" fmla="*/ 3676650 w 3718611"/>
              <a:gd name="csY26" fmla="*/ 317605 h 1422505"/>
              <a:gd name="csX27" fmla="*/ 3708400 w 3718611"/>
              <a:gd name="csY27" fmla="*/ 216005 h 1422505"/>
              <a:gd name="csX0" fmla="*/ 3721100 w 3729057"/>
              <a:gd name="csY0" fmla="*/ 235055 h 1422505"/>
              <a:gd name="csX1" fmla="*/ 3536950 w 3729057"/>
              <a:gd name="csY1" fmla="*/ 120755 h 1422505"/>
              <a:gd name="csX2" fmla="*/ 3381375 w 3729057"/>
              <a:gd name="csY2" fmla="*/ 104880 h 1422505"/>
              <a:gd name="csX3" fmla="*/ 3308350 w 3729057"/>
              <a:gd name="csY3" fmla="*/ 60430 h 1422505"/>
              <a:gd name="csX4" fmla="*/ 3225800 w 3729057"/>
              <a:gd name="csY4" fmla="*/ 25505 h 1422505"/>
              <a:gd name="csX5" fmla="*/ 2984500 w 3729057"/>
              <a:gd name="csY5" fmla="*/ 105 h 1422505"/>
              <a:gd name="csX6" fmla="*/ 2606675 w 3729057"/>
              <a:gd name="csY6" fmla="*/ 35030 h 1422505"/>
              <a:gd name="csX7" fmla="*/ 2044700 w 3729057"/>
              <a:gd name="csY7" fmla="*/ 152505 h 1422505"/>
              <a:gd name="csX8" fmla="*/ 0 w 3729057"/>
              <a:gd name="csY8" fmla="*/ 717655 h 1422505"/>
              <a:gd name="csX9" fmla="*/ 501650 w 3729057"/>
              <a:gd name="csY9" fmla="*/ 831955 h 1422505"/>
              <a:gd name="csX10" fmla="*/ 869950 w 3729057"/>
              <a:gd name="csY10" fmla="*/ 660505 h 1422505"/>
              <a:gd name="csX11" fmla="*/ 1174750 w 3729057"/>
              <a:gd name="csY11" fmla="*/ 603355 h 1422505"/>
              <a:gd name="csX12" fmla="*/ 1257300 w 3729057"/>
              <a:gd name="csY12" fmla="*/ 616055 h 1422505"/>
              <a:gd name="csX13" fmla="*/ 1327150 w 3729057"/>
              <a:gd name="csY13" fmla="*/ 781155 h 1422505"/>
              <a:gd name="csX14" fmla="*/ 1346200 w 3729057"/>
              <a:gd name="csY14" fmla="*/ 971655 h 1422505"/>
              <a:gd name="csX15" fmla="*/ 1295400 w 3729057"/>
              <a:gd name="csY15" fmla="*/ 1111355 h 1422505"/>
              <a:gd name="csX16" fmla="*/ 1130300 w 3729057"/>
              <a:gd name="csY16" fmla="*/ 1149455 h 1422505"/>
              <a:gd name="csX17" fmla="*/ 819150 w 3729057"/>
              <a:gd name="csY17" fmla="*/ 1232005 h 1422505"/>
              <a:gd name="csX18" fmla="*/ 527050 w 3729057"/>
              <a:gd name="csY18" fmla="*/ 1232005 h 1422505"/>
              <a:gd name="csX19" fmla="*/ 406400 w 3729057"/>
              <a:gd name="csY19" fmla="*/ 1212955 h 1422505"/>
              <a:gd name="csX20" fmla="*/ 374650 w 3729057"/>
              <a:gd name="csY20" fmla="*/ 1295505 h 1422505"/>
              <a:gd name="csX21" fmla="*/ 641350 w 3729057"/>
              <a:gd name="csY21" fmla="*/ 1276455 h 1422505"/>
              <a:gd name="csX22" fmla="*/ 717550 w 3729057"/>
              <a:gd name="csY22" fmla="*/ 1365355 h 1422505"/>
              <a:gd name="csX23" fmla="*/ 717550 w 3729057"/>
              <a:gd name="csY23" fmla="*/ 1422505 h 1422505"/>
              <a:gd name="csX24" fmla="*/ 2984500 w 3729057"/>
              <a:gd name="csY24" fmla="*/ 736705 h 1422505"/>
              <a:gd name="csX25" fmla="*/ 3492500 w 3729057"/>
              <a:gd name="csY25" fmla="*/ 514455 h 1422505"/>
              <a:gd name="csX26" fmla="*/ 3676650 w 3729057"/>
              <a:gd name="csY26" fmla="*/ 317605 h 1422505"/>
              <a:gd name="csX27" fmla="*/ 3721100 w 3729057"/>
              <a:gd name="csY27" fmla="*/ 235055 h 1422505"/>
              <a:gd name="csX0" fmla="*/ 3721100 w 3729337"/>
              <a:gd name="csY0" fmla="*/ 235055 h 1422505"/>
              <a:gd name="csX1" fmla="*/ 3536950 w 3729337"/>
              <a:gd name="csY1" fmla="*/ 120755 h 1422505"/>
              <a:gd name="csX2" fmla="*/ 3381375 w 3729337"/>
              <a:gd name="csY2" fmla="*/ 104880 h 1422505"/>
              <a:gd name="csX3" fmla="*/ 3308350 w 3729337"/>
              <a:gd name="csY3" fmla="*/ 60430 h 1422505"/>
              <a:gd name="csX4" fmla="*/ 3225800 w 3729337"/>
              <a:gd name="csY4" fmla="*/ 25505 h 1422505"/>
              <a:gd name="csX5" fmla="*/ 2984500 w 3729337"/>
              <a:gd name="csY5" fmla="*/ 105 h 1422505"/>
              <a:gd name="csX6" fmla="*/ 2606675 w 3729337"/>
              <a:gd name="csY6" fmla="*/ 35030 h 1422505"/>
              <a:gd name="csX7" fmla="*/ 2044700 w 3729337"/>
              <a:gd name="csY7" fmla="*/ 152505 h 1422505"/>
              <a:gd name="csX8" fmla="*/ 0 w 3729337"/>
              <a:gd name="csY8" fmla="*/ 717655 h 1422505"/>
              <a:gd name="csX9" fmla="*/ 501650 w 3729337"/>
              <a:gd name="csY9" fmla="*/ 831955 h 1422505"/>
              <a:gd name="csX10" fmla="*/ 869950 w 3729337"/>
              <a:gd name="csY10" fmla="*/ 660505 h 1422505"/>
              <a:gd name="csX11" fmla="*/ 1174750 w 3729337"/>
              <a:gd name="csY11" fmla="*/ 603355 h 1422505"/>
              <a:gd name="csX12" fmla="*/ 1257300 w 3729337"/>
              <a:gd name="csY12" fmla="*/ 616055 h 1422505"/>
              <a:gd name="csX13" fmla="*/ 1327150 w 3729337"/>
              <a:gd name="csY13" fmla="*/ 781155 h 1422505"/>
              <a:gd name="csX14" fmla="*/ 1346200 w 3729337"/>
              <a:gd name="csY14" fmla="*/ 971655 h 1422505"/>
              <a:gd name="csX15" fmla="*/ 1295400 w 3729337"/>
              <a:gd name="csY15" fmla="*/ 1111355 h 1422505"/>
              <a:gd name="csX16" fmla="*/ 1130300 w 3729337"/>
              <a:gd name="csY16" fmla="*/ 1149455 h 1422505"/>
              <a:gd name="csX17" fmla="*/ 819150 w 3729337"/>
              <a:gd name="csY17" fmla="*/ 1232005 h 1422505"/>
              <a:gd name="csX18" fmla="*/ 527050 w 3729337"/>
              <a:gd name="csY18" fmla="*/ 1232005 h 1422505"/>
              <a:gd name="csX19" fmla="*/ 406400 w 3729337"/>
              <a:gd name="csY19" fmla="*/ 1212955 h 1422505"/>
              <a:gd name="csX20" fmla="*/ 374650 w 3729337"/>
              <a:gd name="csY20" fmla="*/ 1295505 h 1422505"/>
              <a:gd name="csX21" fmla="*/ 641350 w 3729337"/>
              <a:gd name="csY21" fmla="*/ 1276455 h 1422505"/>
              <a:gd name="csX22" fmla="*/ 717550 w 3729337"/>
              <a:gd name="csY22" fmla="*/ 1365355 h 1422505"/>
              <a:gd name="csX23" fmla="*/ 717550 w 3729337"/>
              <a:gd name="csY23" fmla="*/ 1422505 h 1422505"/>
              <a:gd name="csX24" fmla="*/ 2984500 w 3729337"/>
              <a:gd name="csY24" fmla="*/ 736705 h 1422505"/>
              <a:gd name="csX25" fmla="*/ 3492500 w 3729337"/>
              <a:gd name="csY25" fmla="*/ 514455 h 1422505"/>
              <a:gd name="csX26" fmla="*/ 3676650 w 3729337"/>
              <a:gd name="csY26" fmla="*/ 317605 h 1422505"/>
              <a:gd name="csX27" fmla="*/ 3721100 w 3729337"/>
              <a:gd name="csY27" fmla="*/ 235055 h 1422505"/>
              <a:gd name="csX0" fmla="*/ 3721100 w 3731727"/>
              <a:gd name="csY0" fmla="*/ 235055 h 1422505"/>
              <a:gd name="csX1" fmla="*/ 3536950 w 3731727"/>
              <a:gd name="csY1" fmla="*/ 120755 h 1422505"/>
              <a:gd name="csX2" fmla="*/ 3381375 w 3731727"/>
              <a:gd name="csY2" fmla="*/ 104880 h 1422505"/>
              <a:gd name="csX3" fmla="*/ 3308350 w 3731727"/>
              <a:gd name="csY3" fmla="*/ 60430 h 1422505"/>
              <a:gd name="csX4" fmla="*/ 3225800 w 3731727"/>
              <a:gd name="csY4" fmla="*/ 25505 h 1422505"/>
              <a:gd name="csX5" fmla="*/ 2984500 w 3731727"/>
              <a:gd name="csY5" fmla="*/ 105 h 1422505"/>
              <a:gd name="csX6" fmla="*/ 2606675 w 3731727"/>
              <a:gd name="csY6" fmla="*/ 35030 h 1422505"/>
              <a:gd name="csX7" fmla="*/ 2044700 w 3731727"/>
              <a:gd name="csY7" fmla="*/ 152505 h 1422505"/>
              <a:gd name="csX8" fmla="*/ 0 w 3731727"/>
              <a:gd name="csY8" fmla="*/ 717655 h 1422505"/>
              <a:gd name="csX9" fmla="*/ 501650 w 3731727"/>
              <a:gd name="csY9" fmla="*/ 831955 h 1422505"/>
              <a:gd name="csX10" fmla="*/ 869950 w 3731727"/>
              <a:gd name="csY10" fmla="*/ 660505 h 1422505"/>
              <a:gd name="csX11" fmla="*/ 1174750 w 3731727"/>
              <a:gd name="csY11" fmla="*/ 603355 h 1422505"/>
              <a:gd name="csX12" fmla="*/ 1257300 w 3731727"/>
              <a:gd name="csY12" fmla="*/ 616055 h 1422505"/>
              <a:gd name="csX13" fmla="*/ 1327150 w 3731727"/>
              <a:gd name="csY13" fmla="*/ 781155 h 1422505"/>
              <a:gd name="csX14" fmla="*/ 1346200 w 3731727"/>
              <a:gd name="csY14" fmla="*/ 971655 h 1422505"/>
              <a:gd name="csX15" fmla="*/ 1295400 w 3731727"/>
              <a:gd name="csY15" fmla="*/ 1111355 h 1422505"/>
              <a:gd name="csX16" fmla="*/ 1130300 w 3731727"/>
              <a:gd name="csY16" fmla="*/ 1149455 h 1422505"/>
              <a:gd name="csX17" fmla="*/ 819150 w 3731727"/>
              <a:gd name="csY17" fmla="*/ 1232005 h 1422505"/>
              <a:gd name="csX18" fmla="*/ 527050 w 3731727"/>
              <a:gd name="csY18" fmla="*/ 1232005 h 1422505"/>
              <a:gd name="csX19" fmla="*/ 406400 w 3731727"/>
              <a:gd name="csY19" fmla="*/ 1212955 h 1422505"/>
              <a:gd name="csX20" fmla="*/ 374650 w 3731727"/>
              <a:gd name="csY20" fmla="*/ 1295505 h 1422505"/>
              <a:gd name="csX21" fmla="*/ 641350 w 3731727"/>
              <a:gd name="csY21" fmla="*/ 1276455 h 1422505"/>
              <a:gd name="csX22" fmla="*/ 717550 w 3731727"/>
              <a:gd name="csY22" fmla="*/ 1365355 h 1422505"/>
              <a:gd name="csX23" fmla="*/ 717550 w 3731727"/>
              <a:gd name="csY23" fmla="*/ 1422505 h 1422505"/>
              <a:gd name="csX24" fmla="*/ 2984500 w 3731727"/>
              <a:gd name="csY24" fmla="*/ 736705 h 1422505"/>
              <a:gd name="csX25" fmla="*/ 3492500 w 3731727"/>
              <a:gd name="csY25" fmla="*/ 514455 h 1422505"/>
              <a:gd name="csX26" fmla="*/ 3689350 w 3731727"/>
              <a:gd name="csY26" fmla="*/ 323955 h 1422505"/>
              <a:gd name="csX27" fmla="*/ 3721100 w 3731727"/>
              <a:gd name="csY27" fmla="*/ 235055 h 1422505"/>
              <a:gd name="csX0" fmla="*/ 3721100 w 3749730"/>
              <a:gd name="csY0" fmla="*/ 235055 h 1422505"/>
              <a:gd name="csX1" fmla="*/ 3536950 w 3749730"/>
              <a:gd name="csY1" fmla="*/ 120755 h 1422505"/>
              <a:gd name="csX2" fmla="*/ 3381375 w 3749730"/>
              <a:gd name="csY2" fmla="*/ 104880 h 1422505"/>
              <a:gd name="csX3" fmla="*/ 3308350 w 3749730"/>
              <a:gd name="csY3" fmla="*/ 60430 h 1422505"/>
              <a:gd name="csX4" fmla="*/ 3225800 w 3749730"/>
              <a:gd name="csY4" fmla="*/ 25505 h 1422505"/>
              <a:gd name="csX5" fmla="*/ 2984500 w 3749730"/>
              <a:gd name="csY5" fmla="*/ 105 h 1422505"/>
              <a:gd name="csX6" fmla="*/ 2606675 w 3749730"/>
              <a:gd name="csY6" fmla="*/ 35030 h 1422505"/>
              <a:gd name="csX7" fmla="*/ 2044700 w 3749730"/>
              <a:gd name="csY7" fmla="*/ 152505 h 1422505"/>
              <a:gd name="csX8" fmla="*/ 0 w 3749730"/>
              <a:gd name="csY8" fmla="*/ 717655 h 1422505"/>
              <a:gd name="csX9" fmla="*/ 501650 w 3749730"/>
              <a:gd name="csY9" fmla="*/ 831955 h 1422505"/>
              <a:gd name="csX10" fmla="*/ 869950 w 3749730"/>
              <a:gd name="csY10" fmla="*/ 660505 h 1422505"/>
              <a:gd name="csX11" fmla="*/ 1174750 w 3749730"/>
              <a:gd name="csY11" fmla="*/ 603355 h 1422505"/>
              <a:gd name="csX12" fmla="*/ 1257300 w 3749730"/>
              <a:gd name="csY12" fmla="*/ 616055 h 1422505"/>
              <a:gd name="csX13" fmla="*/ 1327150 w 3749730"/>
              <a:gd name="csY13" fmla="*/ 781155 h 1422505"/>
              <a:gd name="csX14" fmla="*/ 1346200 w 3749730"/>
              <a:gd name="csY14" fmla="*/ 971655 h 1422505"/>
              <a:gd name="csX15" fmla="*/ 1295400 w 3749730"/>
              <a:gd name="csY15" fmla="*/ 1111355 h 1422505"/>
              <a:gd name="csX16" fmla="*/ 1130300 w 3749730"/>
              <a:gd name="csY16" fmla="*/ 1149455 h 1422505"/>
              <a:gd name="csX17" fmla="*/ 819150 w 3749730"/>
              <a:gd name="csY17" fmla="*/ 1232005 h 1422505"/>
              <a:gd name="csX18" fmla="*/ 527050 w 3749730"/>
              <a:gd name="csY18" fmla="*/ 1232005 h 1422505"/>
              <a:gd name="csX19" fmla="*/ 406400 w 3749730"/>
              <a:gd name="csY19" fmla="*/ 1212955 h 1422505"/>
              <a:gd name="csX20" fmla="*/ 374650 w 3749730"/>
              <a:gd name="csY20" fmla="*/ 1295505 h 1422505"/>
              <a:gd name="csX21" fmla="*/ 641350 w 3749730"/>
              <a:gd name="csY21" fmla="*/ 1276455 h 1422505"/>
              <a:gd name="csX22" fmla="*/ 717550 w 3749730"/>
              <a:gd name="csY22" fmla="*/ 1365355 h 1422505"/>
              <a:gd name="csX23" fmla="*/ 717550 w 3749730"/>
              <a:gd name="csY23" fmla="*/ 1422505 h 1422505"/>
              <a:gd name="csX24" fmla="*/ 2984500 w 3749730"/>
              <a:gd name="csY24" fmla="*/ 736705 h 1422505"/>
              <a:gd name="csX25" fmla="*/ 3492500 w 3749730"/>
              <a:gd name="csY25" fmla="*/ 514455 h 1422505"/>
              <a:gd name="csX26" fmla="*/ 3689350 w 3749730"/>
              <a:gd name="csY26" fmla="*/ 323955 h 1422505"/>
              <a:gd name="csX27" fmla="*/ 3721100 w 3749730"/>
              <a:gd name="csY27" fmla="*/ 235055 h 1422505"/>
              <a:gd name="csX0" fmla="*/ 3721100 w 3756024"/>
              <a:gd name="csY0" fmla="*/ 235055 h 1422505"/>
              <a:gd name="csX1" fmla="*/ 3536950 w 3756024"/>
              <a:gd name="csY1" fmla="*/ 120755 h 1422505"/>
              <a:gd name="csX2" fmla="*/ 3381375 w 3756024"/>
              <a:gd name="csY2" fmla="*/ 104880 h 1422505"/>
              <a:gd name="csX3" fmla="*/ 3308350 w 3756024"/>
              <a:gd name="csY3" fmla="*/ 60430 h 1422505"/>
              <a:gd name="csX4" fmla="*/ 3225800 w 3756024"/>
              <a:gd name="csY4" fmla="*/ 25505 h 1422505"/>
              <a:gd name="csX5" fmla="*/ 2984500 w 3756024"/>
              <a:gd name="csY5" fmla="*/ 105 h 1422505"/>
              <a:gd name="csX6" fmla="*/ 2606675 w 3756024"/>
              <a:gd name="csY6" fmla="*/ 35030 h 1422505"/>
              <a:gd name="csX7" fmla="*/ 2044700 w 3756024"/>
              <a:gd name="csY7" fmla="*/ 152505 h 1422505"/>
              <a:gd name="csX8" fmla="*/ 0 w 3756024"/>
              <a:gd name="csY8" fmla="*/ 717655 h 1422505"/>
              <a:gd name="csX9" fmla="*/ 501650 w 3756024"/>
              <a:gd name="csY9" fmla="*/ 831955 h 1422505"/>
              <a:gd name="csX10" fmla="*/ 869950 w 3756024"/>
              <a:gd name="csY10" fmla="*/ 660505 h 1422505"/>
              <a:gd name="csX11" fmla="*/ 1174750 w 3756024"/>
              <a:gd name="csY11" fmla="*/ 603355 h 1422505"/>
              <a:gd name="csX12" fmla="*/ 1257300 w 3756024"/>
              <a:gd name="csY12" fmla="*/ 616055 h 1422505"/>
              <a:gd name="csX13" fmla="*/ 1327150 w 3756024"/>
              <a:gd name="csY13" fmla="*/ 781155 h 1422505"/>
              <a:gd name="csX14" fmla="*/ 1346200 w 3756024"/>
              <a:gd name="csY14" fmla="*/ 971655 h 1422505"/>
              <a:gd name="csX15" fmla="*/ 1295400 w 3756024"/>
              <a:gd name="csY15" fmla="*/ 1111355 h 1422505"/>
              <a:gd name="csX16" fmla="*/ 1130300 w 3756024"/>
              <a:gd name="csY16" fmla="*/ 1149455 h 1422505"/>
              <a:gd name="csX17" fmla="*/ 819150 w 3756024"/>
              <a:gd name="csY17" fmla="*/ 1232005 h 1422505"/>
              <a:gd name="csX18" fmla="*/ 527050 w 3756024"/>
              <a:gd name="csY18" fmla="*/ 1232005 h 1422505"/>
              <a:gd name="csX19" fmla="*/ 406400 w 3756024"/>
              <a:gd name="csY19" fmla="*/ 1212955 h 1422505"/>
              <a:gd name="csX20" fmla="*/ 374650 w 3756024"/>
              <a:gd name="csY20" fmla="*/ 1295505 h 1422505"/>
              <a:gd name="csX21" fmla="*/ 641350 w 3756024"/>
              <a:gd name="csY21" fmla="*/ 1276455 h 1422505"/>
              <a:gd name="csX22" fmla="*/ 717550 w 3756024"/>
              <a:gd name="csY22" fmla="*/ 1365355 h 1422505"/>
              <a:gd name="csX23" fmla="*/ 717550 w 3756024"/>
              <a:gd name="csY23" fmla="*/ 1422505 h 1422505"/>
              <a:gd name="csX24" fmla="*/ 2984500 w 3756024"/>
              <a:gd name="csY24" fmla="*/ 736705 h 1422505"/>
              <a:gd name="csX25" fmla="*/ 3492500 w 3756024"/>
              <a:gd name="csY25" fmla="*/ 514455 h 1422505"/>
              <a:gd name="csX26" fmla="*/ 3689350 w 3756024"/>
              <a:gd name="csY26" fmla="*/ 323955 h 1422505"/>
              <a:gd name="csX27" fmla="*/ 3721100 w 3756024"/>
              <a:gd name="csY27" fmla="*/ 235055 h 1422505"/>
              <a:gd name="csX0" fmla="*/ 3721100 w 3731111"/>
              <a:gd name="csY0" fmla="*/ 235055 h 1422505"/>
              <a:gd name="csX1" fmla="*/ 3536950 w 3731111"/>
              <a:gd name="csY1" fmla="*/ 120755 h 1422505"/>
              <a:gd name="csX2" fmla="*/ 3381375 w 3731111"/>
              <a:gd name="csY2" fmla="*/ 104880 h 1422505"/>
              <a:gd name="csX3" fmla="*/ 3308350 w 3731111"/>
              <a:gd name="csY3" fmla="*/ 60430 h 1422505"/>
              <a:gd name="csX4" fmla="*/ 3225800 w 3731111"/>
              <a:gd name="csY4" fmla="*/ 25505 h 1422505"/>
              <a:gd name="csX5" fmla="*/ 2984500 w 3731111"/>
              <a:gd name="csY5" fmla="*/ 105 h 1422505"/>
              <a:gd name="csX6" fmla="*/ 2606675 w 3731111"/>
              <a:gd name="csY6" fmla="*/ 35030 h 1422505"/>
              <a:gd name="csX7" fmla="*/ 2044700 w 3731111"/>
              <a:gd name="csY7" fmla="*/ 152505 h 1422505"/>
              <a:gd name="csX8" fmla="*/ 0 w 3731111"/>
              <a:gd name="csY8" fmla="*/ 717655 h 1422505"/>
              <a:gd name="csX9" fmla="*/ 501650 w 3731111"/>
              <a:gd name="csY9" fmla="*/ 831955 h 1422505"/>
              <a:gd name="csX10" fmla="*/ 869950 w 3731111"/>
              <a:gd name="csY10" fmla="*/ 660505 h 1422505"/>
              <a:gd name="csX11" fmla="*/ 1174750 w 3731111"/>
              <a:gd name="csY11" fmla="*/ 603355 h 1422505"/>
              <a:gd name="csX12" fmla="*/ 1257300 w 3731111"/>
              <a:gd name="csY12" fmla="*/ 616055 h 1422505"/>
              <a:gd name="csX13" fmla="*/ 1327150 w 3731111"/>
              <a:gd name="csY13" fmla="*/ 781155 h 1422505"/>
              <a:gd name="csX14" fmla="*/ 1346200 w 3731111"/>
              <a:gd name="csY14" fmla="*/ 971655 h 1422505"/>
              <a:gd name="csX15" fmla="*/ 1295400 w 3731111"/>
              <a:gd name="csY15" fmla="*/ 1111355 h 1422505"/>
              <a:gd name="csX16" fmla="*/ 1130300 w 3731111"/>
              <a:gd name="csY16" fmla="*/ 1149455 h 1422505"/>
              <a:gd name="csX17" fmla="*/ 819150 w 3731111"/>
              <a:gd name="csY17" fmla="*/ 1232005 h 1422505"/>
              <a:gd name="csX18" fmla="*/ 527050 w 3731111"/>
              <a:gd name="csY18" fmla="*/ 1232005 h 1422505"/>
              <a:gd name="csX19" fmla="*/ 406400 w 3731111"/>
              <a:gd name="csY19" fmla="*/ 1212955 h 1422505"/>
              <a:gd name="csX20" fmla="*/ 374650 w 3731111"/>
              <a:gd name="csY20" fmla="*/ 1295505 h 1422505"/>
              <a:gd name="csX21" fmla="*/ 641350 w 3731111"/>
              <a:gd name="csY21" fmla="*/ 1276455 h 1422505"/>
              <a:gd name="csX22" fmla="*/ 717550 w 3731111"/>
              <a:gd name="csY22" fmla="*/ 1365355 h 1422505"/>
              <a:gd name="csX23" fmla="*/ 717550 w 3731111"/>
              <a:gd name="csY23" fmla="*/ 1422505 h 1422505"/>
              <a:gd name="csX24" fmla="*/ 2984500 w 3731111"/>
              <a:gd name="csY24" fmla="*/ 736705 h 1422505"/>
              <a:gd name="csX25" fmla="*/ 3492500 w 3731111"/>
              <a:gd name="csY25" fmla="*/ 514455 h 1422505"/>
              <a:gd name="csX26" fmla="*/ 3689350 w 3731111"/>
              <a:gd name="csY26" fmla="*/ 323955 h 1422505"/>
              <a:gd name="csX27" fmla="*/ 3721100 w 3731111"/>
              <a:gd name="csY27" fmla="*/ 235055 h 1422505"/>
              <a:gd name="csX0" fmla="*/ 3721100 w 3731111"/>
              <a:gd name="csY0" fmla="*/ 235055 h 1422505"/>
              <a:gd name="csX1" fmla="*/ 3536950 w 3731111"/>
              <a:gd name="csY1" fmla="*/ 120755 h 1422505"/>
              <a:gd name="csX2" fmla="*/ 3381375 w 3731111"/>
              <a:gd name="csY2" fmla="*/ 104880 h 1422505"/>
              <a:gd name="csX3" fmla="*/ 3308350 w 3731111"/>
              <a:gd name="csY3" fmla="*/ 60430 h 1422505"/>
              <a:gd name="csX4" fmla="*/ 3225800 w 3731111"/>
              <a:gd name="csY4" fmla="*/ 25505 h 1422505"/>
              <a:gd name="csX5" fmla="*/ 2984500 w 3731111"/>
              <a:gd name="csY5" fmla="*/ 105 h 1422505"/>
              <a:gd name="csX6" fmla="*/ 2606675 w 3731111"/>
              <a:gd name="csY6" fmla="*/ 35030 h 1422505"/>
              <a:gd name="csX7" fmla="*/ 2044700 w 3731111"/>
              <a:gd name="csY7" fmla="*/ 152505 h 1422505"/>
              <a:gd name="csX8" fmla="*/ 0 w 3731111"/>
              <a:gd name="csY8" fmla="*/ 717655 h 1422505"/>
              <a:gd name="csX9" fmla="*/ 501650 w 3731111"/>
              <a:gd name="csY9" fmla="*/ 831955 h 1422505"/>
              <a:gd name="csX10" fmla="*/ 869950 w 3731111"/>
              <a:gd name="csY10" fmla="*/ 660505 h 1422505"/>
              <a:gd name="csX11" fmla="*/ 1174750 w 3731111"/>
              <a:gd name="csY11" fmla="*/ 603355 h 1422505"/>
              <a:gd name="csX12" fmla="*/ 1257300 w 3731111"/>
              <a:gd name="csY12" fmla="*/ 616055 h 1422505"/>
              <a:gd name="csX13" fmla="*/ 1327150 w 3731111"/>
              <a:gd name="csY13" fmla="*/ 781155 h 1422505"/>
              <a:gd name="csX14" fmla="*/ 1346200 w 3731111"/>
              <a:gd name="csY14" fmla="*/ 971655 h 1422505"/>
              <a:gd name="csX15" fmla="*/ 1295400 w 3731111"/>
              <a:gd name="csY15" fmla="*/ 1111355 h 1422505"/>
              <a:gd name="csX16" fmla="*/ 1130300 w 3731111"/>
              <a:gd name="csY16" fmla="*/ 1149455 h 1422505"/>
              <a:gd name="csX17" fmla="*/ 819150 w 3731111"/>
              <a:gd name="csY17" fmla="*/ 1232005 h 1422505"/>
              <a:gd name="csX18" fmla="*/ 527050 w 3731111"/>
              <a:gd name="csY18" fmla="*/ 1232005 h 1422505"/>
              <a:gd name="csX19" fmla="*/ 406400 w 3731111"/>
              <a:gd name="csY19" fmla="*/ 1212955 h 1422505"/>
              <a:gd name="csX20" fmla="*/ 374650 w 3731111"/>
              <a:gd name="csY20" fmla="*/ 1295505 h 1422505"/>
              <a:gd name="csX21" fmla="*/ 641350 w 3731111"/>
              <a:gd name="csY21" fmla="*/ 1276455 h 1422505"/>
              <a:gd name="csX22" fmla="*/ 717550 w 3731111"/>
              <a:gd name="csY22" fmla="*/ 1365355 h 1422505"/>
              <a:gd name="csX23" fmla="*/ 717550 w 3731111"/>
              <a:gd name="csY23" fmla="*/ 1422505 h 1422505"/>
              <a:gd name="csX24" fmla="*/ 2984500 w 3731111"/>
              <a:gd name="csY24" fmla="*/ 736705 h 1422505"/>
              <a:gd name="csX25" fmla="*/ 3492500 w 3731111"/>
              <a:gd name="csY25" fmla="*/ 514455 h 1422505"/>
              <a:gd name="csX26" fmla="*/ 3689350 w 3731111"/>
              <a:gd name="csY26" fmla="*/ 323955 h 1422505"/>
              <a:gd name="csX27" fmla="*/ 3721100 w 3731111"/>
              <a:gd name="csY27" fmla="*/ 235055 h 1422505"/>
              <a:gd name="csX0" fmla="*/ 3721100 w 3731111"/>
              <a:gd name="csY0" fmla="*/ 235055 h 1422505"/>
              <a:gd name="csX1" fmla="*/ 3536950 w 3731111"/>
              <a:gd name="csY1" fmla="*/ 120755 h 1422505"/>
              <a:gd name="csX2" fmla="*/ 3381375 w 3731111"/>
              <a:gd name="csY2" fmla="*/ 104880 h 1422505"/>
              <a:gd name="csX3" fmla="*/ 3308350 w 3731111"/>
              <a:gd name="csY3" fmla="*/ 60430 h 1422505"/>
              <a:gd name="csX4" fmla="*/ 3225800 w 3731111"/>
              <a:gd name="csY4" fmla="*/ 25505 h 1422505"/>
              <a:gd name="csX5" fmla="*/ 2984500 w 3731111"/>
              <a:gd name="csY5" fmla="*/ 105 h 1422505"/>
              <a:gd name="csX6" fmla="*/ 2606675 w 3731111"/>
              <a:gd name="csY6" fmla="*/ 35030 h 1422505"/>
              <a:gd name="csX7" fmla="*/ 2044700 w 3731111"/>
              <a:gd name="csY7" fmla="*/ 152505 h 1422505"/>
              <a:gd name="csX8" fmla="*/ 0 w 3731111"/>
              <a:gd name="csY8" fmla="*/ 717655 h 1422505"/>
              <a:gd name="csX9" fmla="*/ 501650 w 3731111"/>
              <a:gd name="csY9" fmla="*/ 831955 h 1422505"/>
              <a:gd name="csX10" fmla="*/ 869950 w 3731111"/>
              <a:gd name="csY10" fmla="*/ 660505 h 1422505"/>
              <a:gd name="csX11" fmla="*/ 1174750 w 3731111"/>
              <a:gd name="csY11" fmla="*/ 603355 h 1422505"/>
              <a:gd name="csX12" fmla="*/ 1257300 w 3731111"/>
              <a:gd name="csY12" fmla="*/ 616055 h 1422505"/>
              <a:gd name="csX13" fmla="*/ 1327150 w 3731111"/>
              <a:gd name="csY13" fmla="*/ 781155 h 1422505"/>
              <a:gd name="csX14" fmla="*/ 1346200 w 3731111"/>
              <a:gd name="csY14" fmla="*/ 971655 h 1422505"/>
              <a:gd name="csX15" fmla="*/ 1295400 w 3731111"/>
              <a:gd name="csY15" fmla="*/ 1111355 h 1422505"/>
              <a:gd name="csX16" fmla="*/ 1130300 w 3731111"/>
              <a:gd name="csY16" fmla="*/ 1149455 h 1422505"/>
              <a:gd name="csX17" fmla="*/ 819150 w 3731111"/>
              <a:gd name="csY17" fmla="*/ 1232005 h 1422505"/>
              <a:gd name="csX18" fmla="*/ 527050 w 3731111"/>
              <a:gd name="csY18" fmla="*/ 1232005 h 1422505"/>
              <a:gd name="csX19" fmla="*/ 406400 w 3731111"/>
              <a:gd name="csY19" fmla="*/ 1212955 h 1422505"/>
              <a:gd name="csX20" fmla="*/ 374650 w 3731111"/>
              <a:gd name="csY20" fmla="*/ 1295505 h 1422505"/>
              <a:gd name="csX21" fmla="*/ 641350 w 3731111"/>
              <a:gd name="csY21" fmla="*/ 1276455 h 1422505"/>
              <a:gd name="csX22" fmla="*/ 717550 w 3731111"/>
              <a:gd name="csY22" fmla="*/ 1365355 h 1422505"/>
              <a:gd name="csX23" fmla="*/ 717550 w 3731111"/>
              <a:gd name="csY23" fmla="*/ 1422505 h 1422505"/>
              <a:gd name="csX24" fmla="*/ 2984500 w 3731111"/>
              <a:gd name="csY24" fmla="*/ 736705 h 1422505"/>
              <a:gd name="csX25" fmla="*/ 3492500 w 3731111"/>
              <a:gd name="csY25" fmla="*/ 514455 h 1422505"/>
              <a:gd name="csX26" fmla="*/ 3689350 w 3731111"/>
              <a:gd name="csY26" fmla="*/ 323955 h 1422505"/>
              <a:gd name="csX27" fmla="*/ 3721100 w 3731111"/>
              <a:gd name="csY27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95400 w 3738601"/>
              <a:gd name="csY15" fmla="*/ 1111355 h 1422505"/>
              <a:gd name="csX16" fmla="*/ 1130300 w 3738601"/>
              <a:gd name="csY16" fmla="*/ 1149455 h 1422505"/>
              <a:gd name="csX17" fmla="*/ 819150 w 3738601"/>
              <a:gd name="csY17" fmla="*/ 123200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95480 h 1422505"/>
              <a:gd name="csX16" fmla="*/ 1130300 w 3738601"/>
              <a:gd name="csY16" fmla="*/ 1149455 h 1422505"/>
              <a:gd name="csX17" fmla="*/ 819150 w 3738601"/>
              <a:gd name="csY17" fmla="*/ 123200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95480 h 1422505"/>
              <a:gd name="csX16" fmla="*/ 1130300 w 3738601"/>
              <a:gd name="csY16" fmla="*/ 1149455 h 1422505"/>
              <a:gd name="csX17" fmla="*/ 819150 w 3738601"/>
              <a:gd name="csY17" fmla="*/ 123200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19150 w 3738601"/>
              <a:gd name="csY17" fmla="*/ 123200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19150 w 3738601"/>
              <a:gd name="csY17" fmla="*/ 123200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19150 w 3738601"/>
              <a:gd name="csY17" fmla="*/ 123200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09625 w 3738601"/>
              <a:gd name="csY17" fmla="*/ 122565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09625 w 3738601"/>
              <a:gd name="csY17" fmla="*/ 122565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09625 w 3738601"/>
              <a:gd name="csY17" fmla="*/ 122565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09625 w 3738601"/>
              <a:gd name="csY17" fmla="*/ 122565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09625 w 3738601"/>
              <a:gd name="csY17" fmla="*/ 122565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09625 w 3738601"/>
              <a:gd name="csY17" fmla="*/ 122565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44600 w 3738601"/>
              <a:gd name="csY12" fmla="*/ 625580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09625 w 3738601"/>
              <a:gd name="csY17" fmla="*/ 122565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44600 w 3738601"/>
              <a:gd name="csY12" fmla="*/ 625580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09625 w 3738601"/>
              <a:gd name="csY17" fmla="*/ 122565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4825 w 3738601"/>
              <a:gd name="csY9" fmla="*/ 8446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44600 w 3738601"/>
              <a:gd name="csY12" fmla="*/ 625580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09625 w 3738601"/>
              <a:gd name="csY17" fmla="*/ 122565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4825 w 3738601"/>
              <a:gd name="csY9" fmla="*/ 844655 h 1422505"/>
              <a:gd name="csX10" fmla="*/ 663575 w 3738601"/>
              <a:gd name="csY10" fmla="*/ 762105 h 1422505"/>
              <a:gd name="csX11" fmla="*/ 869950 w 3738601"/>
              <a:gd name="csY11" fmla="*/ 660505 h 1422505"/>
              <a:gd name="csX12" fmla="*/ 1174750 w 3738601"/>
              <a:gd name="csY12" fmla="*/ 603355 h 1422505"/>
              <a:gd name="csX13" fmla="*/ 1244600 w 3738601"/>
              <a:gd name="csY13" fmla="*/ 625580 h 1422505"/>
              <a:gd name="csX14" fmla="*/ 1327150 w 3738601"/>
              <a:gd name="csY14" fmla="*/ 781155 h 1422505"/>
              <a:gd name="csX15" fmla="*/ 1346200 w 3738601"/>
              <a:gd name="csY15" fmla="*/ 971655 h 1422505"/>
              <a:gd name="csX16" fmla="*/ 1285875 w 3738601"/>
              <a:gd name="csY16" fmla="*/ 1085955 h 1422505"/>
              <a:gd name="csX17" fmla="*/ 1130300 w 3738601"/>
              <a:gd name="csY17" fmla="*/ 1149455 h 1422505"/>
              <a:gd name="csX18" fmla="*/ 809625 w 3738601"/>
              <a:gd name="csY18" fmla="*/ 1225655 h 1422505"/>
              <a:gd name="csX19" fmla="*/ 527050 w 3738601"/>
              <a:gd name="csY19" fmla="*/ 1232005 h 1422505"/>
              <a:gd name="csX20" fmla="*/ 406400 w 3738601"/>
              <a:gd name="csY20" fmla="*/ 1212955 h 1422505"/>
              <a:gd name="csX21" fmla="*/ 374650 w 3738601"/>
              <a:gd name="csY21" fmla="*/ 1295505 h 1422505"/>
              <a:gd name="csX22" fmla="*/ 641350 w 3738601"/>
              <a:gd name="csY22" fmla="*/ 1276455 h 1422505"/>
              <a:gd name="csX23" fmla="*/ 717550 w 3738601"/>
              <a:gd name="csY23" fmla="*/ 1365355 h 1422505"/>
              <a:gd name="csX24" fmla="*/ 717550 w 3738601"/>
              <a:gd name="csY24" fmla="*/ 1422505 h 1422505"/>
              <a:gd name="csX25" fmla="*/ 2984500 w 3738601"/>
              <a:gd name="csY25" fmla="*/ 736705 h 1422505"/>
              <a:gd name="csX26" fmla="*/ 3492500 w 3738601"/>
              <a:gd name="csY26" fmla="*/ 514455 h 1422505"/>
              <a:gd name="csX27" fmla="*/ 3689350 w 3738601"/>
              <a:gd name="csY27" fmla="*/ 323955 h 1422505"/>
              <a:gd name="csX28" fmla="*/ 3727450 w 3738601"/>
              <a:gd name="csY28" fmla="*/ 273155 h 1422505"/>
              <a:gd name="csX29" fmla="*/ 3721100 w 3738601"/>
              <a:gd name="csY29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4825 w 3738601"/>
              <a:gd name="csY9" fmla="*/ 844655 h 1422505"/>
              <a:gd name="csX10" fmla="*/ 654050 w 3738601"/>
              <a:gd name="csY10" fmla="*/ 752580 h 1422505"/>
              <a:gd name="csX11" fmla="*/ 869950 w 3738601"/>
              <a:gd name="csY11" fmla="*/ 660505 h 1422505"/>
              <a:gd name="csX12" fmla="*/ 1174750 w 3738601"/>
              <a:gd name="csY12" fmla="*/ 603355 h 1422505"/>
              <a:gd name="csX13" fmla="*/ 1244600 w 3738601"/>
              <a:gd name="csY13" fmla="*/ 625580 h 1422505"/>
              <a:gd name="csX14" fmla="*/ 1327150 w 3738601"/>
              <a:gd name="csY14" fmla="*/ 781155 h 1422505"/>
              <a:gd name="csX15" fmla="*/ 1346200 w 3738601"/>
              <a:gd name="csY15" fmla="*/ 971655 h 1422505"/>
              <a:gd name="csX16" fmla="*/ 1285875 w 3738601"/>
              <a:gd name="csY16" fmla="*/ 1085955 h 1422505"/>
              <a:gd name="csX17" fmla="*/ 1130300 w 3738601"/>
              <a:gd name="csY17" fmla="*/ 1149455 h 1422505"/>
              <a:gd name="csX18" fmla="*/ 809625 w 3738601"/>
              <a:gd name="csY18" fmla="*/ 1225655 h 1422505"/>
              <a:gd name="csX19" fmla="*/ 527050 w 3738601"/>
              <a:gd name="csY19" fmla="*/ 1232005 h 1422505"/>
              <a:gd name="csX20" fmla="*/ 406400 w 3738601"/>
              <a:gd name="csY20" fmla="*/ 1212955 h 1422505"/>
              <a:gd name="csX21" fmla="*/ 374650 w 3738601"/>
              <a:gd name="csY21" fmla="*/ 1295505 h 1422505"/>
              <a:gd name="csX22" fmla="*/ 641350 w 3738601"/>
              <a:gd name="csY22" fmla="*/ 1276455 h 1422505"/>
              <a:gd name="csX23" fmla="*/ 717550 w 3738601"/>
              <a:gd name="csY23" fmla="*/ 1365355 h 1422505"/>
              <a:gd name="csX24" fmla="*/ 717550 w 3738601"/>
              <a:gd name="csY24" fmla="*/ 1422505 h 1422505"/>
              <a:gd name="csX25" fmla="*/ 2984500 w 3738601"/>
              <a:gd name="csY25" fmla="*/ 736705 h 1422505"/>
              <a:gd name="csX26" fmla="*/ 3492500 w 3738601"/>
              <a:gd name="csY26" fmla="*/ 514455 h 1422505"/>
              <a:gd name="csX27" fmla="*/ 3689350 w 3738601"/>
              <a:gd name="csY27" fmla="*/ 323955 h 1422505"/>
              <a:gd name="csX28" fmla="*/ 3727450 w 3738601"/>
              <a:gd name="csY28" fmla="*/ 273155 h 1422505"/>
              <a:gd name="csX29" fmla="*/ 3721100 w 3738601"/>
              <a:gd name="csY29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4825 w 3738601"/>
              <a:gd name="csY9" fmla="*/ 844655 h 1422505"/>
              <a:gd name="csX10" fmla="*/ 654050 w 3738601"/>
              <a:gd name="csY10" fmla="*/ 752580 h 1422505"/>
              <a:gd name="csX11" fmla="*/ 869950 w 3738601"/>
              <a:gd name="csY11" fmla="*/ 660505 h 1422505"/>
              <a:gd name="csX12" fmla="*/ 1174750 w 3738601"/>
              <a:gd name="csY12" fmla="*/ 603355 h 1422505"/>
              <a:gd name="csX13" fmla="*/ 1244600 w 3738601"/>
              <a:gd name="csY13" fmla="*/ 625580 h 1422505"/>
              <a:gd name="csX14" fmla="*/ 1327150 w 3738601"/>
              <a:gd name="csY14" fmla="*/ 781155 h 1422505"/>
              <a:gd name="csX15" fmla="*/ 1346200 w 3738601"/>
              <a:gd name="csY15" fmla="*/ 971655 h 1422505"/>
              <a:gd name="csX16" fmla="*/ 1285875 w 3738601"/>
              <a:gd name="csY16" fmla="*/ 1085955 h 1422505"/>
              <a:gd name="csX17" fmla="*/ 1130300 w 3738601"/>
              <a:gd name="csY17" fmla="*/ 1149455 h 1422505"/>
              <a:gd name="csX18" fmla="*/ 809625 w 3738601"/>
              <a:gd name="csY18" fmla="*/ 1225655 h 1422505"/>
              <a:gd name="csX19" fmla="*/ 527050 w 3738601"/>
              <a:gd name="csY19" fmla="*/ 1232005 h 1422505"/>
              <a:gd name="csX20" fmla="*/ 406400 w 3738601"/>
              <a:gd name="csY20" fmla="*/ 1212955 h 1422505"/>
              <a:gd name="csX21" fmla="*/ 374650 w 3738601"/>
              <a:gd name="csY21" fmla="*/ 1295505 h 1422505"/>
              <a:gd name="csX22" fmla="*/ 641350 w 3738601"/>
              <a:gd name="csY22" fmla="*/ 1276455 h 1422505"/>
              <a:gd name="csX23" fmla="*/ 717550 w 3738601"/>
              <a:gd name="csY23" fmla="*/ 1365355 h 1422505"/>
              <a:gd name="csX24" fmla="*/ 717550 w 3738601"/>
              <a:gd name="csY24" fmla="*/ 1422505 h 1422505"/>
              <a:gd name="csX25" fmla="*/ 2984500 w 3738601"/>
              <a:gd name="csY25" fmla="*/ 736705 h 1422505"/>
              <a:gd name="csX26" fmla="*/ 3492500 w 3738601"/>
              <a:gd name="csY26" fmla="*/ 514455 h 1422505"/>
              <a:gd name="csX27" fmla="*/ 3689350 w 3738601"/>
              <a:gd name="csY27" fmla="*/ 323955 h 1422505"/>
              <a:gd name="csX28" fmla="*/ 3727450 w 3738601"/>
              <a:gd name="csY28" fmla="*/ 273155 h 1422505"/>
              <a:gd name="csX29" fmla="*/ 3721100 w 3738601"/>
              <a:gd name="csY29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4825 w 3738601"/>
              <a:gd name="csY9" fmla="*/ 844655 h 1422505"/>
              <a:gd name="csX10" fmla="*/ 654050 w 3738601"/>
              <a:gd name="csY10" fmla="*/ 752580 h 1422505"/>
              <a:gd name="csX11" fmla="*/ 869950 w 3738601"/>
              <a:gd name="csY11" fmla="*/ 660505 h 1422505"/>
              <a:gd name="csX12" fmla="*/ 1174750 w 3738601"/>
              <a:gd name="csY12" fmla="*/ 603355 h 1422505"/>
              <a:gd name="csX13" fmla="*/ 1244600 w 3738601"/>
              <a:gd name="csY13" fmla="*/ 625580 h 1422505"/>
              <a:gd name="csX14" fmla="*/ 1327150 w 3738601"/>
              <a:gd name="csY14" fmla="*/ 781155 h 1422505"/>
              <a:gd name="csX15" fmla="*/ 1346200 w 3738601"/>
              <a:gd name="csY15" fmla="*/ 971655 h 1422505"/>
              <a:gd name="csX16" fmla="*/ 1285875 w 3738601"/>
              <a:gd name="csY16" fmla="*/ 1085955 h 1422505"/>
              <a:gd name="csX17" fmla="*/ 1130300 w 3738601"/>
              <a:gd name="csY17" fmla="*/ 1149455 h 1422505"/>
              <a:gd name="csX18" fmla="*/ 809625 w 3738601"/>
              <a:gd name="csY18" fmla="*/ 1225655 h 1422505"/>
              <a:gd name="csX19" fmla="*/ 527050 w 3738601"/>
              <a:gd name="csY19" fmla="*/ 1232005 h 1422505"/>
              <a:gd name="csX20" fmla="*/ 406400 w 3738601"/>
              <a:gd name="csY20" fmla="*/ 1212955 h 1422505"/>
              <a:gd name="csX21" fmla="*/ 374650 w 3738601"/>
              <a:gd name="csY21" fmla="*/ 1295505 h 1422505"/>
              <a:gd name="csX22" fmla="*/ 641350 w 3738601"/>
              <a:gd name="csY22" fmla="*/ 1276455 h 1422505"/>
              <a:gd name="csX23" fmla="*/ 717550 w 3738601"/>
              <a:gd name="csY23" fmla="*/ 1365355 h 1422505"/>
              <a:gd name="csX24" fmla="*/ 717550 w 3738601"/>
              <a:gd name="csY24" fmla="*/ 1422505 h 1422505"/>
              <a:gd name="csX25" fmla="*/ 2984500 w 3738601"/>
              <a:gd name="csY25" fmla="*/ 736705 h 1422505"/>
              <a:gd name="csX26" fmla="*/ 3492500 w 3738601"/>
              <a:gd name="csY26" fmla="*/ 514455 h 1422505"/>
              <a:gd name="csX27" fmla="*/ 3689350 w 3738601"/>
              <a:gd name="csY27" fmla="*/ 323955 h 1422505"/>
              <a:gd name="csX28" fmla="*/ 3727450 w 3738601"/>
              <a:gd name="csY28" fmla="*/ 273155 h 1422505"/>
              <a:gd name="csX29" fmla="*/ 3721100 w 3738601"/>
              <a:gd name="csY29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4825 w 3738601"/>
              <a:gd name="csY9" fmla="*/ 844655 h 1422505"/>
              <a:gd name="csX10" fmla="*/ 654050 w 3738601"/>
              <a:gd name="csY10" fmla="*/ 752580 h 1422505"/>
              <a:gd name="csX11" fmla="*/ 869950 w 3738601"/>
              <a:gd name="csY11" fmla="*/ 660505 h 1422505"/>
              <a:gd name="csX12" fmla="*/ 1174750 w 3738601"/>
              <a:gd name="csY12" fmla="*/ 603355 h 1422505"/>
              <a:gd name="csX13" fmla="*/ 1244600 w 3738601"/>
              <a:gd name="csY13" fmla="*/ 625580 h 1422505"/>
              <a:gd name="csX14" fmla="*/ 1327150 w 3738601"/>
              <a:gd name="csY14" fmla="*/ 781155 h 1422505"/>
              <a:gd name="csX15" fmla="*/ 1346200 w 3738601"/>
              <a:gd name="csY15" fmla="*/ 971655 h 1422505"/>
              <a:gd name="csX16" fmla="*/ 1285875 w 3738601"/>
              <a:gd name="csY16" fmla="*/ 1085955 h 1422505"/>
              <a:gd name="csX17" fmla="*/ 1130300 w 3738601"/>
              <a:gd name="csY17" fmla="*/ 1149455 h 1422505"/>
              <a:gd name="csX18" fmla="*/ 809625 w 3738601"/>
              <a:gd name="csY18" fmla="*/ 1225655 h 1422505"/>
              <a:gd name="csX19" fmla="*/ 527050 w 3738601"/>
              <a:gd name="csY19" fmla="*/ 1232005 h 1422505"/>
              <a:gd name="csX20" fmla="*/ 406400 w 3738601"/>
              <a:gd name="csY20" fmla="*/ 1212955 h 1422505"/>
              <a:gd name="csX21" fmla="*/ 374650 w 3738601"/>
              <a:gd name="csY21" fmla="*/ 1295505 h 1422505"/>
              <a:gd name="csX22" fmla="*/ 641350 w 3738601"/>
              <a:gd name="csY22" fmla="*/ 1276455 h 1422505"/>
              <a:gd name="csX23" fmla="*/ 717550 w 3738601"/>
              <a:gd name="csY23" fmla="*/ 1365355 h 1422505"/>
              <a:gd name="csX24" fmla="*/ 717550 w 3738601"/>
              <a:gd name="csY24" fmla="*/ 1422505 h 1422505"/>
              <a:gd name="csX25" fmla="*/ 2984500 w 3738601"/>
              <a:gd name="csY25" fmla="*/ 736705 h 1422505"/>
              <a:gd name="csX26" fmla="*/ 3492500 w 3738601"/>
              <a:gd name="csY26" fmla="*/ 514455 h 1422505"/>
              <a:gd name="csX27" fmla="*/ 3689350 w 3738601"/>
              <a:gd name="csY27" fmla="*/ 323955 h 1422505"/>
              <a:gd name="csX28" fmla="*/ 3727450 w 3738601"/>
              <a:gd name="csY28" fmla="*/ 273155 h 1422505"/>
              <a:gd name="csX29" fmla="*/ 3721100 w 3738601"/>
              <a:gd name="csY29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4825 w 3738601"/>
              <a:gd name="csY9" fmla="*/ 844655 h 1422505"/>
              <a:gd name="csX10" fmla="*/ 654050 w 3738601"/>
              <a:gd name="csY10" fmla="*/ 752580 h 1422505"/>
              <a:gd name="csX11" fmla="*/ 869950 w 3738601"/>
              <a:gd name="csY11" fmla="*/ 660505 h 1422505"/>
              <a:gd name="csX12" fmla="*/ 1174750 w 3738601"/>
              <a:gd name="csY12" fmla="*/ 603355 h 1422505"/>
              <a:gd name="csX13" fmla="*/ 1244600 w 3738601"/>
              <a:gd name="csY13" fmla="*/ 625580 h 1422505"/>
              <a:gd name="csX14" fmla="*/ 1327150 w 3738601"/>
              <a:gd name="csY14" fmla="*/ 781155 h 1422505"/>
              <a:gd name="csX15" fmla="*/ 1346200 w 3738601"/>
              <a:gd name="csY15" fmla="*/ 971655 h 1422505"/>
              <a:gd name="csX16" fmla="*/ 1285875 w 3738601"/>
              <a:gd name="csY16" fmla="*/ 1085955 h 1422505"/>
              <a:gd name="csX17" fmla="*/ 1130300 w 3738601"/>
              <a:gd name="csY17" fmla="*/ 1149455 h 1422505"/>
              <a:gd name="csX18" fmla="*/ 809625 w 3738601"/>
              <a:gd name="csY18" fmla="*/ 1225655 h 1422505"/>
              <a:gd name="csX19" fmla="*/ 527050 w 3738601"/>
              <a:gd name="csY19" fmla="*/ 1232005 h 1422505"/>
              <a:gd name="csX20" fmla="*/ 406400 w 3738601"/>
              <a:gd name="csY20" fmla="*/ 1212955 h 1422505"/>
              <a:gd name="csX21" fmla="*/ 374650 w 3738601"/>
              <a:gd name="csY21" fmla="*/ 1295505 h 1422505"/>
              <a:gd name="csX22" fmla="*/ 641350 w 3738601"/>
              <a:gd name="csY22" fmla="*/ 1276455 h 1422505"/>
              <a:gd name="csX23" fmla="*/ 717550 w 3738601"/>
              <a:gd name="csY23" fmla="*/ 1365355 h 1422505"/>
              <a:gd name="csX24" fmla="*/ 717550 w 3738601"/>
              <a:gd name="csY24" fmla="*/ 1422505 h 1422505"/>
              <a:gd name="csX25" fmla="*/ 2991643 w 3738601"/>
              <a:gd name="csY25" fmla="*/ 746230 h 1422505"/>
              <a:gd name="csX26" fmla="*/ 3492500 w 3738601"/>
              <a:gd name="csY26" fmla="*/ 514455 h 1422505"/>
              <a:gd name="csX27" fmla="*/ 3689350 w 3738601"/>
              <a:gd name="csY27" fmla="*/ 323955 h 1422505"/>
              <a:gd name="csX28" fmla="*/ 3727450 w 3738601"/>
              <a:gd name="csY28" fmla="*/ 273155 h 1422505"/>
              <a:gd name="csX29" fmla="*/ 3721100 w 3738601"/>
              <a:gd name="csY29" fmla="*/ 235055 h 14225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3738601" h="1422505">
                <a:moveTo>
                  <a:pt x="3721100" y="235055"/>
                </a:moveTo>
                <a:cubicBezTo>
                  <a:pt x="3697817" y="202247"/>
                  <a:pt x="3591454" y="139276"/>
                  <a:pt x="3536950" y="120755"/>
                </a:cubicBezTo>
                <a:cubicBezTo>
                  <a:pt x="3482446" y="102234"/>
                  <a:pt x="3419475" y="114934"/>
                  <a:pt x="3381375" y="104880"/>
                </a:cubicBezTo>
                <a:cubicBezTo>
                  <a:pt x="3343275" y="94826"/>
                  <a:pt x="3334279" y="73659"/>
                  <a:pt x="3308350" y="60430"/>
                </a:cubicBezTo>
                <a:cubicBezTo>
                  <a:pt x="3282421" y="47201"/>
                  <a:pt x="3279775" y="35559"/>
                  <a:pt x="3225800" y="25505"/>
                </a:cubicBezTo>
                <a:cubicBezTo>
                  <a:pt x="3171825" y="15451"/>
                  <a:pt x="3087687" y="-1482"/>
                  <a:pt x="2984500" y="105"/>
                </a:cubicBezTo>
                <a:cubicBezTo>
                  <a:pt x="2881313" y="1692"/>
                  <a:pt x="2763308" y="9630"/>
                  <a:pt x="2606675" y="35030"/>
                </a:cubicBezTo>
                <a:cubicBezTo>
                  <a:pt x="2450042" y="60430"/>
                  <a:pt x="2479675" y="39263"/>
                  <a:pt x="2044700" y="152505"/>
                </a:cubicBezTo>
                <a:lnTo>
                  <a:pt x="0" y="717655"/>
                </a:lnTo>
                <a:lnTo>
                  <a:pt x="504825" y="844655"/>
                </a:lnTo>
                <a:cubicBezTo>
                  <a:pt x="601133" y="783801"/>
                  <a:pt x="593196" y="783272"/>
                  <a:pt x="654050" y="752580"/>
                </a:cubicBezTo>
                <a:cubicBezTo>
                  <a:pt x="714904" y="721888"/>
                  <a:pt x="783167" y="685376"/>
                  <a:pt x="869950" y="660505"/>
                </a:cubicBezTo>
                <a:cubicBezTo>
                  <a:pt x="982133" y="622405"/>
                  <a:pt x="1112308" y="609176"/>
                  <a:pt x="1174750" y="603355"/>
                </a:cubicBezTo>
                <a:cubicBezTo>
                  <a:pt x="1237192" y="597534"/>
                  <a:pt x="1219200" y="595947"/>
                  <a:pt x="1244600" y="625580"/>
                </a:cubicBezTo>
                <a:cubicBezTo>
                  <a:pt x="1270000" y="655213"/>
                  <a:pt x="1310217" y="723476"/>
                  <a:pt x="1327150" y="781155"/>
                </a:cubicBezTo>
                <a:cubicBezTo>
                  <a:pt x="1344083" y="838834"/>
                  <a:pt x="1353079" y="920855"/>
                  <a:pt x="1346200" y="971655"/>
                </a:cubicBezTo>
                <a:cubicBezTo>
                  <a:pt x="1339321" y="1022455"/>
                  <a:pt x="1321858" y="1056322"/>
                  <a:pt x="1285875" y="1085955"/>
                </a:cubicBezTo>
                <a:cubicBezTo>
                  <a:pt x="1249892" y="1115588"/>
                  <a:pt x="1208087" y="1126701"/>
                  <a:pt x="1130300" y="1149455"/>
                </a:cubicBezTo>
                <a:cubicBezTo>
                  <a:pt x="1026583" y="1176972"/>
                  <a:pt x="926042" y="1207663"/>
                  <a:pt x="809625" y="1225655"/>
                </a:cubicBezTo>
                <a:cubicBezTo>
                  <a:pt x="693208" y="1243647"/>
                  <a:pt x="567267" y="1238355"/>
                  <a:pt x="527050" y="1232005"/>
                </a:cubicBezTo>
                <a:lnTo>
                  <a:pt x="406400" y="1212955"/>
                </a:lnTo>
                <a:lnTo>
                  <a:pt x="374650" y="1295505"/>
                </a:lnTo>
                <a:cubicBezTo>
                  <a:pt x="413808" y="1306088"/>
                  <a:pt x="584200" y="1264813"/>
                  <a:pt x="641350" y="1276455"/>
                </a:cubicBezTo>
                <a:cubicBezTo>
                  <a:pt x="698500" y="1288097"/>
                  <a:pt x="704850" y="1341013"/>
                  <a:pt x="717550" y="1365355"/>
                </a:cubicBezTo>
                <a:lnTo>
                  <a:pt x="717550" y="1422505"/>
                </a:lnTo>
                <a:lnTo>
                  <a:pt x="2991643" y="746230"/>
                </a:lnTo>
                <a:cubicBezTo>
                  <a:pt x="3454135" y="594888"/>
                  <a:pt x="3376216" y="584834"/>
                  <a:pt x="3492500" y="514455"/>
                </a:cubicBezTo>
                <a:cubicBezTo>
                  <a:pt x="3608785" y="444076"/>
                  <a:pt x="3650192" y="364172"/>
                  <a:pt x="3689350" y="323955"/>
                </a:cubicBezTo>
                <a:cubicBezTo>
                  <a:pt x="3728508" y="283738"/>
                  <a:pt x="3722158" y="287972"/>
                  <a:pt x="3727450" y="273155"/>
                </a:cubicBezTo>
                <a:cubicBezTo>
                  <a:pt x="3732742" y="258338"/>
                  <a:pt x="3752850" y="260455"/>
                  <a:pt x="3721100" y="235055"/>
                </a:cubicBezTo>
                <a:close/>
              </a:path>
            </a:pathLst>
          </a:custGeom>
          <a:solidFill>
            <a:srgbClr val="FFFF00">
              <a:alpha val="25000"/>
            </a:srgbClr>
          </a:solidFill>
          <a:ln w="12700">
            <a:solidFill>
              <a:srgbClr val="FFC00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5F49F25-28E5-DA16-D527-5BC74FC65A34}"/>
              </a:ext>
            </a:extLst>
          </p:cNvPr>
          <p:cNvSpPr/>
          <p:nvPr/>
        </p:nvSpPr>
        <p:spPr>
          <a:xfrm>
            <a:off x="3078597" y="3995579"/>
            <a:ext cx="2814825" cy="868476"/>
          </a:xfrm>
          <a:custGeom>
            <a:avLst/>
            <a:gdLst>
              <a:gd name="csX0" fmla="*/ 3708400 w 3708400"/>
              <a:gd name="csY0" fmla="*/ 215900 h 1422400"/>
              <a:gd name="csX1" fmla="*/ 3536950 w 3708400"/>
              <a:gd name="csY1" fmla="*/ 120650 h 1422400"/>
              <a:gd name="csX2" fmla="*/ 3352800 w 3708400"/>
              <a:gd name="csY2" fmla="*/ 114300 h 1422400"/>
              <a:gd name="csX3" fmla="*/ 3225800 w 3708400"/>
              <a:gd name="csY3" fmla="*/ 25400 h 1422400"/>
              <a:gd name="csX4" fmla="*/ 2984500 w 3708400"/>
              <a:gd name="csY4" fmla="*/ 0 h 1422400"/>
              <a:gd name="csX5" fmla="*/ 2609850 w 3708400"/>
              <a:gd name="csY5" fmla="*/ 38100 h 1422400"/>
              <a:gd name="csX6" fmla="*/ 2044700 w 3708400"/>
              <a:gd name="csY6" fmla="*/ 152400 h 1422400"/>
              <a:gd name="csX7" fmla="*/ 0 w 3708400"/>
              <a:gd name="csY7" fmla="*/ 717550 h 1422400"/>
              <a:gd name="csX8" fmla="*/ 501650 w 3708400"/>
              <a:gd name="csY8" fmla="*/ 831850 h 1422400"/>
              <a:gd name="csX9" fmla="*/ 869950 w 3708400"/>
              <a:gd name="csY9" fmla="*/ 660400 h 1422400"/>
              <a:gd name="csX10" fmla="*/ 1174750 w 3708400"/>
              <a:gd name="csY10" fmla="*/ 603250 h 1422400"/>
              <a:gd name="csX11" fmla="*/ 1257300 w 3708400"/>
              <a:gd name="csY11" fmla="*/ 615950 h 1422400"/>
              <a:gd name="csX12" fmla="*/ 1327150 w 3708400"/>
              <a:gd name="csY12" fmla="*/ 781050 h 1422400"/>
              <a:gd name="csX13" fmla="*/ 1346200 w 3708400"/>
              <a:gd name="csY13" fmla="*/ 971550 h 1422400"/>
              <a:gd name="csX14" fmla="*/ 1295400 w 3708400"/>
              <a:gd name="csY14" fmla="*/ 1111250 h 1422400"/>
              <a:gd name="csX15" fmla="*/ 1130300 w 3708400"/>
              <a:gd name="csY15" fmla="*/ 1149350 h 1422400"/>
              <a:gd name="csX16" fmla="*/ 819150 w 3708400"/>
              <a:gd name="csY16" fmla="*/ 1231900 h 1422400"/>
              <a:gd name="csX17" fmla="*/ 527050 w 3708400"/>
              <a:gd name="csY17" fmla="*/ 1231900 h 1422400"/>
              <a:gd name="csX18" fmla="*/ 406400 w 3708400"/>
              <a:gd name="csY18" fmla="*/ 1212850 h 1422400"/>
              <a:gd name="csX19" fmla="*/ 374650 w 3708400"/>
              <a:gd name="csY19" fmla="*/ 1295400 h 1422400"/>
              <a:gd name="csX20" fmla="*/ 641350 w 3708400"/>
              <a:gd name="csY20" fmla="*/ 1276350 h 1422400"/>
              <a:gd name="csX21" fmla="*/ 717550 w 3708400"/>
              <a:gd name="csY21" fmla="*/ 1365250 h 1422400"/>
              <a:gd name="csX22" fmla="*/ 717550 w 3708400"/>
              <a:gd name="csY22" fmla="*/ 1422400 h 1422400"/>
              <a:gd name="csX23" fmla="*/ 2984500 w 3708400"/>
              <a:gd name="csY23" fmla="*/ 736600 h 1422400"/>
              <a:gd name="csX24" fmla="*/ 3492500 w 3708400"/>
              <a:gd name="csY24" fmla="*/ 514350 h 1422400"/>
              <a:gd name="csX25" fmla="*/ 3676650 w 3708400"/>
              <a:gd name="csY25" fmla="*/ 317500 h 1422400"/>
              <a:gd name="csX26" fmla="*/ 3708400 w 3708400"/>
              <a:gd name="csY26" fmla="*/ 215900 h 1422400"/>
              <a:gd name="csX0" fmla="*/ 3708400 w 3708400"/>
              <a:gd name="csY0" fmla="*/ 215900 h 1422400"/>
              <a:gd name="csX1" fmla="*/ 3536950 w 3708400"/>
              <a:gd name="csY1" fmla="*/ 120650 h 1422400"/>
              <a:gd name="csX2" fmla="*/ 3352800 w 3708400"/>
              <a:gd name="csY2" fmla="*/ 114300 h 1422400"/>
              <a:gd name="csX3" fmla="*/ 3225800 w 3708400"/>
              <a:gd name="csY3" fmla="*/ 25400 h 1422400"/>
              <a:gd name="csX4" fmla="*/ 2984500 w 3708400"/>
              <a:gd name="csY4" fmla="*/ 0 h 1422400"/>
              <a:gd name="csX5" fmla="*/ 2609850 w 3708400"/>
              <a:gd name="csY5" fmla="*/ 38100 h 1422400"/>
              <a:gd name="csX6" fmla="*/ 2044700 w 3708400"/>
              <a:gd name="csY6" fmla="*/ 152400 h 1422400"/>
              <a:gd name="csX7" fmla="*/ 0 w 3708400"/>
              <a:gd name="csY7" fmla="*/ 717550 h 1422400"/>
              <a:gd name="csX8" fmla="*/ 501650 w 3708400"/>
              <a:gd name="csY8" fmla="*/ 831850 h 1422400"/>
              <a:gd name="csX9" fmla="*/ 869950 w 3708400"/>
              <a:gd name="csY9" fmla="*/ 660400 h 1422400"/>
              <a:gd name="csX10" fmla="*/ 1174750 w 3708400"/>
              <a:gd name="csY10" fmla="*/ 603250 h 1422400"/>
              <a:gd name="csX11" fmla="*/ 1257300 w 3708400"/>
              <a:gd name="csY11" fmla="*/ 615950 h 1422400"/>
              <a:gd name="csX12" fmla="*/ 1327150 w 3708400"/>
              <a:gd name="csY12" fmla="*/ 781050 h 1422400"/>
              <a:gd name="csX13" fmla="*/ 1346200 w 3708400"/>
              <a:gd name="csY13" fmla="*/ 971550 h 1422400"/>
              <a:gd name="csX14" fmla="*/ 1295400 w 3708400"/>
              <a:gd name="csY14" fmla="*/ 1111250 h 1422400"/>
              <a:gd name="csX15" fmla="*/ 1130300 w 3708400"/>
              <a:gd name="csY15" fmla="*/ 1149350 h 1422400"/>
              <a:gd name="csX16" fmla="*/ 819150 w 3708400"/>
              <a:gd name="csY16" fmla="*/ 1231900 h 1422400"/>
              <a:gd name="csX17" fmla="*/ 527050 w 3708400"/>
              <a:gd name="csY17" fmla="*/ 1231900 h 1422400"/>
              <a:gd name="csX18" fmla="*/ 406400 w 3708400"/>
              <a:gd name="csY18" fmla="*/ 1212850 h 1422400"/>
              <a:gd name="csX19" fmla="*/ 374650 w 3708400"/>
              <a:gd name="csY19" fmla="*/ 1295400 h 1422400"/>
              <a:gd name="csX20" fmla="*/ 641350 w 3708400"/>
              <a:gd name="csY20" fmla="*/ 1276350 h 1422400"/>
              <a:gd name="csX21" fmla="*/ 717550 w 3708400"/>
              <a:gd name="csY21" fmla="*/ 1365250 h 1422400"/>
              <a:gd name="csX22" fmla="*/ 717550 w 3708400"/>
              <a:gd name="csY22" fmla="*/ 1422400 h 1422400"/>
              <a:gd name="csX23" fmla="*/ 2984500 w 3708400"/>
              <a:gd name="csY23" fmla="*/ 736600 h 1422400"/>
              <a:gd name="csX24" fmla="*/ 3492500 w 3708400"/>
              <a:gd name="csY24" fmla="*/ 514350 h 1422400"/>
              <a:gd name="csX25" fmla="*/ 3676650 w 3708400"/>
              <a:gd name="csY25" fmla="*/ 317500 h 1422400"/>
              <a:gd name="csX26" fmla="*/ 3708400 w 3708400"/>
              <a:gd name="csY26" fmla="*/ 215900 h 1422400"/>
              <a:gd name="csX0" fmla="*/ 3708400 w 3708400"/>
              <a:gd name="csY0" fmla="*/ 215900 h 1422400"/>
              <a:gd name="csX1" fmla="*/ 3536950 w 3708400"/>
              <a:gd name="csY1" fmla="*/ 120650 h 1422400"/>
              <a:gd name="csX2" fmla="*/ 3352800 w 3708400"/>
              <a:gd name="csY2" fmla="*/ 114300 h 1422400"/>
              <a:gd name="csX3" fmla="*/ 3225800 w 3708400"/>
              <a:gd name="csY3" fmla="*/ 25400 h 1422400"/>
              <a:gd name="csX4" fmla="*/ 2984500 w 3708400"/>
              <a:gd name="csY4" fmla="*/ 0 h 1422400"/>
              <a:gd name="csX5" fmla="*/ 2609850 w 3708400"/>
              <a:gd name="csY5" fmla="*/ 38100 h 1422400"/>
              <a:gd name="csX6" fmla="*/ 2044700 w 3708400"/>
              <a:gd name="csY6" fmla="*/ 152400 h 1422400"/>
              <a:gd name="csX7" fmla="*/ 0 w 3708400"/>
              <a:gd name="csY7" fmla="*/ 717550 h 1422400"/>
              <a:gd name="csX8" fmla="*/ 501650 w 3708400"/>
              <a:gd name="csY8" fmla="*/ 831850 h 1422400"/>
              <a:gd name="csX9" fmla="*/ 869950 w 3708400"/>
              <a:gd name="csY9" fmla="*/ 660400 h 1422400"/>
              <a:gd name="csX10" fmla="*/ 1174750 w 3708400"/>
              <a:gd name="csY10" fmla="*/ 603250 h 1422400"/>
              <a:gd name="csX11" fmla="*/ 1257300 w 3708400"/>
              <a:gd name="csY11" fmla="*/ 615950 h 1422400"/>
              <a:gd name="csX12" fmla="*/ 1327150 w 3708400"/>
              <a:gd name="csY12" fmla="*/ 781050 h 1422400"/>
              <a:gd name="csX13" fmla="*/ 1346200 w 3708400"/>
              <a:gd name="csY13" fmla="*/ 971550 h 1422400"/>
              <a:gd name="csX14" fmla="*/ 1295400 w 3708400"/>
              <a:gd name="csY14" fmla="*/ 1111250 h 1422400"/>
              <a:gd name="csX15" fmla="*/ 1130300 w 3708400"/>
              <a:gd name="csY15" fmla="*/ 1149350 h 1422400"/>
              <a:gd name="csX16" fmla="*/ 819150 w 3708400"/>
              <a:gd name="csY16" fmla="*/ 1231900 h 1422400"/>
              <a:gd name="csX17" fmla="*/ 527050 w 3708400"/>
              <a:gd name="csY17" fmla="*/ 1231900 h 1422400"/>
              <a:gd name="csX18" fmla="*/ 406400 w 3708400"/>
              <a:gd name="csY18" fmla="*/ 1212850 h 1422400"/>
              <a:gd name="csX19" fmla="*/ 374650 w 3708400"/>
              <a:gd name="csY19" fmla="*/ 1295400 h 1422400"/>
              <a:gd name="csX20" fmla="*/ 641350 w 3708400"/>
              <a:gd name="csY20" fmla="*/ 1276350 h 1422400"/>
              <a:gd name="csX21" fmla="*/ 717550 w 3708400"/>
              <a:gd name="csY21" fmla="*/ 1365250 h 1422400"/>
              <a:gd name="csX22" fmla="*/ 717550 w 3708400"/>
              <a:gd name="csY22" fmla="*/ 1422400 h 1422400"/>
              <a:gd name="csX23" fmla="*/ 2984500 w 3708400"/>
              <a:gd name="csY23" fmla="*/ 736600 h 1422400"/>
              <a:gd name="csX24" fmla="*/ 3492500 w 3708400"/>
              <a:gd name="csY24" fmla="*/ 514350 h 1422400"/>
              <a:gd name="csX25" fmla="*/ 3676650 w 3708400"/>
              <a:gd name="csY25" fmla="*/ 317500 h 1422400"/>
              <a:gd name="csX26" fmla="*/ 3708400 w 3708400"/>
              <a:gd name="csY26" fmla="*/ 215900 h 1422400"/>
              <a:gd name="csX0" fmla="*/ 3708400 w 3708400"/>
              <a:gd name="csY0" fmla="*/ 215900 h 1422400"/>
              <a:gd name="csX1" fmla="*/ 3536950 w 3708400"/>
              <a:gd name="csY1" fmla="*/ 120650 h 1422400"/>
              <a:gd name="csX2" fmla="*/ 3352800 w 3708400"/>
              <a:gd name="csY2" fmla="*/ 114300 h 1422400"/>
              <a:gd name="csX3" fmla="*/ 3225800 w 3708400"/>
              <a:gd name="csY3" fmla="*/ 25400 h 1422400"/>
              <a:gd name="csX4" fmla="*/ 2984500 w 3708400"/>
              <a:gd name="csY4" fmla="*/ 0 h 1422400"/>
              <a:gd name="csX5" fmla="*/ 2606675 w 3708400"/>
              <a:gd name="csY5" fmla="*/ 34925 h 1422400"/>
              <a:gd name="csX6" fmla="*/ 2044700 w 3708400"/>
              <a:gd name="csY6" fmla="*/ 152400 h 1422400"/>
              <a:gd name="csX7" fmla="*/ 0 w 3708400"/>
              <a:gd name="csY7" fmla="*/ 717550 h 1422400"/>
              <a:gd name="csX8" fmla="*/ 501650 w 3708400"/>
              <a:gd name="csY8" fmla="*/ 831850 h 1422400"/>
              <a:gd name="csX9" fmla="*/ 869950 w 3708400"/>
              <a:gd name="csY9" fmla="*/ 660400 h 1422400"/>
              <a:gd name="csX10" fmla="*/ 1174750 w 3708400"/>
              <a:gd name="csY10" fmla="*/ 603250 h 1422400"/>
              <a:gd name="csX11" fmla="*/ 1257300 w 3708400"/>
              <a:gd name="csY11" fmla="*/ 615950 h 1422400"/>
              <a:gd name="csX12" fmla="*/ 1327150 w 3708400"/>
              <a:gd name="csY12" fmla="*/ 781050 h 1422400"/>
              <a:gd name="csX13" fmla="*/ 1346200 w 3708400"/>
              <a:gd name="csY13" fmla="*/ 971550 h 1422400"/>
              <a:gd name="csX14" fmla="*/ 1295400 w 3708400"/>
              <a:gd name="csY14" fmla="*/ 1111250 h 1422400"/>
              <a:gd name="csX15" fmla="*/ 1130300 w 3708400"/>
              <a:gd name="csY15" fmla="*/ 1149350 h 1422400"/>
              <a:gd name="csX16" fmla="*/ 819150 w 3708400"/>
              <a:gd name="csY16" fmla="*/ 1231900 h 1422400"/>
              <a:gd name="csX17" fmla="*/ 527050 w 3708400"/>
              <a:gd name="csY17" fmla="*/ 1231900 h 1422400"/>
              <a:gd name="csX18" fmla="*/ 406400 w 3708400"/>
              <a:gd name="csY18" fmla="*/ 1212850 h 1422400"/>
              <a:gd name="csX19" fmla="*/ 374650 w 3708400"/>
              <a:gd name="csY19" fmla="*/ 1295400 h 1422400"/>
              <a:gd name="csX20" fmla="*/ 641350 w 3708400"/>
              <a:gd name="csY20" fmla="*/ 1276350 h 1422400"/>
              <a:gd name="csX21" fmla="*/ 717550 w 3708400"/>
              <a:gd name="csY21" fmla="*/ 1365250 h 1422400"/>
              <a:gd name="csX22" fmla="*/ 717550 w 3708400"/>
              <a:gd name="csY22" fmla="*/ 1422400 h 1422400"/>
              <a:gd name="csX23" fmla="*/ 2984500 w 3708400"/>
              <a:gd name="csY23" fmla="*/ 736600 h 1422400"/>
              <a:gd name="csX24" fmla="*/ 3492500 w 3708400"/>
              <a:gd name="csY24" fmla="*/ 514350 h 1422400"/>
              <a:gd name="csX25" fmla="*/ 3676650 w 3708400"/>
              <a:gd name="csY25" fmla="*/ 317500 h 1422400"/>
              <a:gd name="csX26" fmla="*/ 3708400 w 3708400"/>
              <a:gd name="csY26" fmla="*/ 215900 h 1422400"/>
              <a:gd name="csX0" fmla="*/ 3708400 w 3708400"/>
              <a:gd name="csY0" fmla="*/ 216097 h 1422597"/>
              <a:gd name="csX1" fmla="*/ 3536950 w 3708400"/>
              <a:gd name="csY1" fmla="*/ 120847 h 1422597"/>
              <a:gd name="csX2" fmla="*/ 3352800 w 3708400"/>
              <a:gd name="csY2" fmla="*/ 114497 h 1422597"/>
              <a:gd name="csX3" fmla="*/ 3225800 w 3708400"/>
              <a:gd name="csY3" fmla="*/ 25597 h 1422597"/>
              <a:gd name="csX4" fmla="*/ 2984500 w 3708400"/>
              <a:gd name="csY4" fmla="*/ 197 h 1422597"/>
              <a:gd name="csX5" fmla="*/ 2606675 w 3708400"/>
              <a:gd name="csY5" fmla="*/ 35122 h 1422597"/>
              <a:gd name="csX6" fmla="*/ 2044700 w 3708400"/>
              <a:gd name="csY6" fmla="*/ 152597 h 1422597"/>
              <a:gd name="csX7" fmla="*/ 0 w 3708400"/>
              <a:gd name="csY7" fmla="*/ 717747 h 1422597"/>
              <a:gd name="csX8" fmla="*/ 501650 w 3708400"/>
              <a:gd name="csY8" fmla="*/ 832047 h 1422597"/>
              <a:gd name="csX9" fmla="*/ 869950 w 3708400"/>
              <a:gd name="csY9" fmla="*/ 660597 h 1422597"/>
              <a:gd name="csX10" fmla="*/ 1174750 w 3708400"/>
              <a:gd name="csY10" fmla="*/ 603447 h 1422597"/>
              <a:gd name="csX11" fmla="*/ 1257300 w 3708400"/>
              <a:gd name="csY11" fmla="*/ 616147 h 1422597"/>
              <a:gd name="csX12" fmla="*/ 1327150 w 3708400"/>
              <a:gd name="csY12" fmla="*/ 781247 h 1422597"/>
              <a:gd name="csX13" fmla="*/ 1346200 w 3708400"/>
              <a:gd name="csY13" fmla="*/ 971747 h 1422597"/>
              <a:gd name="csX14" fmla="*/ 1295400 w 3708400"/>
              <a:gd name="csY14" fmla="*/ 1111447 h 1422597"/>
              <a:gd name="csX15" fmla="*/ 1130300 w 3708400"/>
              <a:gd name="csY15" fmla="*/ 1149547 h 1422597"/>
              <a:gd name="csX16" fmla="*/ 819150 w 3708400"/>
              <a:gd name="csY16" fmla="*/ 1232097 h 1422597"/>
              <a:gd name="csX17" fmla="*/ 527050 w 3708400"/>
              <a:gd name="csY17" fmla="*/ 1232097 h 1422597"/>
              <a:gd name="csX18" fmla="*/ 406400 w 3708400"/>
              <a:gd name="csY18" fmla="*/ 1213047 h 1422597"/>
              <a:gd name="csX19" fmla="*/ 374650 w 3708400"/>
              <a:gd name="csY19" fmla="*/ 1295597 h 1422597"/>
              <a:gd name="csX20" fmla="*/ 641350 w 3708400"/>
              <a:gd name="csY20" fmla="*/ 1276547 h 1422597"/>
              <a:gd name="csX21" fmla="*/ 717550 w 3708400"/>
              <a:gd name="csY21" fmla="*/ 1365447 h 1422597"/>
              <a:gd name="csX22" fmla="*/ 717550 w 3708400"/>
              <a:gd name="csY22" fmla="*/ 1422597 h 1422597"/>
              <a:gd name="csX23" fmla="*/ 2984500 w 3708400"/>
              <a:gd name="csY23" fmla="*/ 736797 h 1422597"/>
              <a:gd name="csX24" fmla="*/ 3492500 w 3708400"/>
              <a:gd name="csY24" fmla="*/ 514547 h 1422597"/>
              <a:gd name="csX25" fmla="*/ 3676650 w 3708400"/>
              <a:gd name="csY25" fmla="*/ 317697 h 1422597"/>
              <a:gd name="csX26" fmla="*/ 3708400 w 3708400"/>
              <a:gd name="csY26" fmla="*/ 216097 h 1422597"/>
              <a:gd name="csX0" fmla="*/ 3708400 w 3708400"/>
              <a:gd name="csY0" fmla="*/ 216097 h 1422597"/>
              <a:gd name="csX1" fmla="*/ 3536950 w 3708400"/>
              <a:gd name="csY1" fmla="*/ 120847 h 1422597"/>
              <a:gd name="csX2" fmla="*/ 3381375 w 3708400"/>
              <a:gd name="csY2" fmla="*/ 104972 h 1422597"/>
              <a:gd name="csX3" fmla="*/ 3225800 w 3708400"/>
              <a:gd name="csY3" fmla="*/ 25597 h 1422597"/>
              <a:gd name="csX4" fmla="*/ 2984500 w 3708400"/>
              <a:gd name="csY4" fmla="*/ 197 h 1422597"/>
              <a:gd name="csX5" fmla="*/ 2606675 w 3708400"/>
              <a:gd name="csY5" fmla="*/ 35122 h 1422597"/>
              <a:gd name="csX6" fmla="*/ 2044700 w 3708400"/>
              <a:gd name="csY6" fmla="*/ 152597 h 1422597"/>
              <a:gd name="csX7" fmla="*/ 0 w 3708400"/>
              <a:gd name="csY7" fmla="*/ 717747 h 1422597"/>
              <a:gd name="csX8" fmla="*/ 501650 w 3708400"/>
              <a:gd name="csY8" fmla="*/ 832047 h 1422597"/>
              <a:gd name="csX9" fmla="*/ 869950 w 3708400"/>
              <a:gd name="csY9" fmla="*/ 660597 h 1422597"/>
              <a:gd name="csX10" fmla="*/ 1174750 w 3708400"/>
              <a:gd name="csY10" fmla="*/ 603447 h 1422597"/>
              <a:gd name="csX11" fmla="*/ 1257300 w 3708400"/>
              <a:gd name="csY11" fmla="*/ 616147 h 1422597"/>
              <a:gd name="csX12" fmla="*/ 1327150 w 3708400"/>
              <a:gd name="csY12" fmla="*/ 781247 h 1422597"/>
              <a:gd name="csX13" fmla="*/ 1346200 w 3708400"/>
              <a:gd name="csY13" fmla="*/ 971747 h 1422597"/>
              <a:gd name="csX14" fmla="*/ 1295400 w 3708400"/>
              <a:gd name="csY14" fmla="*/ 1111447 h 1422597"/>
              <a:gd name="csX15" fmla="*/ 1130300 w 3708400"/>
              <a:gd name="csY15" fmla="*/ 1149547 h 1422597"/>
              <a:gd name="csX16" fmla="*/ 819150 w 3708400"/>
              <a:gd name="csY16" fmla="*/ 1232097 h 1422597"/>
              <a:gd name="csX17" fmla="*/ 527050 w 3708400"/>
              <a:gd name="csY17" fmla="*/ 1232097 h 1422597"/>
              <a:gd name="csX18" fmla="*/ 406400 w 3708400"/>
              <a:gd name="csY18" fmla="*/ 1213047 h 1422597"/>
              <a:gd name="csX19" fmla="*/ 374650 w 3708400"/>
              <a:gd name="csY19" fmla="*/ 1295597 h 1422597"/>
              <a:gd name="csX20" fmla="*/ 641350 w 3708400"/>
              <a:gd name="csY20" fmla="*/ 1276547 h 1422597"/>
              <a:gd name="csX21" fmla="*/ 717550 w 3708400"/>
              <a:gd name="csY21" fmla="*/ 1365447 h 1422597"/>
              <a:gd name="csX22" fmla="*/ 717550 w 3708400"/>
              <a:gd name="csY22" fmla="*/ 1422597 h 1422597"/>
              <a:gd name="csX23" fmla="*/ 2984500 w 3708400"/>
              <a:gd name="csY23" fmla="*/ 736797 h 1422597"/>
              <a:gd name="csX24" fmla="*/ 3492500 w 3708400"/>
              <a:gd name="csY24" fmla="*/ 514547 h 1422597"/>
              <a:gd name="csX25" fmla="*/ 3676650 w 3708400"/>
              <a:gd name="csY25" fmla="*/ 317697 h 1422597"/>
              <a:gd name="csX26" fmla="*/ 3708400 w 3708400"/>
              <a:gd name="csY26" fmla="*/ 216097 h 1422597"/>
              <a:gd name="csX0" fmla="*/ 3708400 w 3708400"/>
              <a:gd name="csY0" fmla="*/ 216072 h 1422572"/>
              <a:gd name="csX1" fmla="*/ 3536950 w 3708400"/>
              <a:gd name="csY1" fmla="*/ 120822 h 1422572"/>
              <a:gd name="csX2" fmla="*/ 3381375 w 3708400"/>
              <a:gd name="csY2" fmla="*/ 104947 h 1422572"/>
              <a:gd name="csX3" fmla="*/ 3225800 w 3708400"/>
              <a:gd name="csY3" fmla="*/ 25572 h 1422572"/>
              <a:gd name="csX4" fmla="*/ 2984500 w 3708400"/>
              <a:gd name="csY4" fmla="*/ 172 h 1422572"/>
              <a:gd name="csX5" fmla="*/ 2606675 w 3708400"/>
              <a:gd name="csY5" fmla="*/ 35097 h 1422572"/>
              <a:gd name="csX6" fmla="*/ 2044700 w 3708400"/>
              <a:gd name="csY6" fmla="*/ 152572 h 1422572"/>
              <a:gd name="csX7" fmla="*/ 0 w 3708400"/>
              <a:gd name="csY7" fmla="*/ 717722 h 1422572"/>
              <a:gd name="csX8" fmla="*/ 501650 w 3708400"/>
              <a:gd name="csY8" fmla="*/ 832022 h 1422572"/>
              <a:gd name="csX9" fmla="*/ 869950 w 3708400"/>
              <a:gd name="csY9" fmla="*/ 660572 h 1422572"/>
              <a:gd name="csX10" fmla="*/ 1174750 w 3708400"/>
              <a:gd name="csY10" fmla="*/ 603422 h 1422572"/>
              <a:gd name="csX11" fmla="*/ 1257300 w 3708400"/>
              <a:gd name="csY11" fmla="*/ 616122 h 1422572"/>
              <a:gd name="csX12" fmla="*/ 1327150 w 3708400"/>
              <a:gd name="csY12" fmla="*/ 781222 h 1422572"/>
              <a:gd name="csX13" fmla="*/ 1346200 w 3708400"/>
              <a:gd name="csY13" fmla="*/ 971722 h 1422572"/>
              <a:gd name="csX14" fmla="*/ 1295400 w 3708400"/>
              <a:gd name="csY14" fmla="*/ 1111422 h 1422572"/>
              <a:gd name="csX15" fmla="*/ 1130300 w 3708400"/>
              <a:gd name="csY15" fmla="*/ 1149522 h 1422572"/>
              <a:gd name="csX16" fmla="*/ 819150 w 3708400"/>
              <a:gd name="csY16" fmla="*/ 1232072 h 1422572"/>
              <a:gd name="csX17" fmla="*/ 527050 w 3708400"/>
              <a:gd name="csY17" fmla="*/ 1232072 h 1422572"/>
              <a:gd name="csX18" fmla="*/ 406400 w 3708400"/>
              <a:gd name="csY18" fmla="*/ 1213022 h 1422572"/>
              <a:gd name="csX19" fmla="*/ 374650 w 3708400"/>
              <a:gd name="csY19" fmla="*/ 1295572 h 1422572"/>
              <a:gd name="csX20" fmla="*/ 641350 w 3708400"/>
              <a:gd name="csY20" fmla="*/ 1276522 h 1422572"/>
              <a:gd name="csX21" fmla="*/ 717550 w 3708400"/>
              <a:gd name="csY21" fmla="*/ 1365422 h 1422572"/>
              <a:gd name="csX22" fmla="*/ 717550 w 3708400"/>
              <a:gd name="csY22" fmla="*/ 1422572 h 1422572"/>
              <a:gd name="csX23" fmla="*/ 2984500 w 3708400"/>
              <a:gd name="csY23" fmla="*/ 736772 h 1422572"/>
              <a:gd name="csX24" fmla="*/ 3492500 w 3708400"/>
              <a:gd name="csY24" fmla="*/ 514522 h 1422572"/>
              <a:gd name="csX25" fmla="*/ 3676650 w 3708400"/>
              <a:gd name="csY25" fmla="*/ 317672 h 1422572"/>
              <a:gd name="csX26" fmla="*/ 3708400 w 3708400"/>
              <a:gd name="csY26" fmla="*/ 216072 h 1422572"/>
              <a:gd name="csX0" fmla="*/ 3708400 w 3708400"/>
              <a:gd name="csY0" fmla="*/ 216072 h 1422572"/>
              <a:gd name="csX1" fmla="*/ 3536950 w 3708400"/>
              <a:gd name="csY1" fmla="*/ 120822 h 1422572"/>
              <a:gd name="csX2" fmla="*/ 3381375 w 3708400"/>
              <a:gd name="csY2" fmla="*/ 104947 h 1422572"/>
              <a:gd name="csX3" fmla="*/ 3225800 w 3708400"/>
              <a:gd name="csY3" fmla="*/ 25572 h 1422572"/>
              <a:gd name="csX4" fmla="*/ 2984500 w 3708400"/>
              <a:gd name="csY4" fmla="*/ 172 h 1422572"/>
              <a:gd name="csX5" fmla="*/ 2606675 w 3708400"/>
              <a:gd name="csY5" fmla="*/ 35097 h 1422572"/>
              <a:gd name="csX6" fmla="*/ 2044700 w 3708400"/>
              <a:gd name="csY6" fmla="*/ 152572 h 1422572"/>
              <a:gd name="csX7" fmla="*/ 0 w 3708400"/>
              <a:gd name="csY7" fmla="*/ 717722 h 1422572"/>
              <a:gd name="csX8" fmla="*/ 501650 w 3708400"/>
              <a:gd name="csY8" fmla="*/ 832022 h 1422572"/>
              <a:gd name="csX9" fmla="*/ 869950 w 3708400"/>
              <a:gd name="csY9" fmla="*/ 660572 h 1422572"/>
              <a:gd name="csX10" fmla="*/ 1174750 w 3708400"/>
              <a:gd name="csY10" fmla="*/ 603422 h 1422572"/>
              <a:gd name="csX11" fmla="*/ 1257300 w 3708400"/>
              <a:gd name="csY11" fmla="*/ 616122 h 1422572"/>
              <a:gd name="csX12" fmla="*/ 1327150 w 3708400"/>
              <a:gd name="csY12" fmla="*/ 781222 h 1422572"/>
              <a:gd name="csX13" fmla="*/ 1346200 w 3708400"/>
              <a:gd name="csY13" fmla="*/ 971722 h 1422572"/>
              <a:gd name="csX14" fmla="*/ 1295400 w 3708400"/>
              <a:gd name="csY14" fmla="*/ 1111422 h 1422572"/>
              <a:gd name="csX15" fmla="*/ 1130300 w 3708400"/>
              <a:gd name="csY15" fmla="*/ 1149522 h 1422572"/>
              <a:gd name="csX16" fmla="*/ 819150 w 3708400"/>
              <a:gd name="csY16" fmla="*/ 1232072 h 1422572"/>
              <a:gd name="csX17" fmla="*/ 527050 w 3708400"/>
              <a:gd name="csY17" fmla="*/ 1232072 h 1422572"/>
              <a:gd name="csX18" fmla="*/ 406400 w 3708400"/>
              <a:gd name="csY18" fmla="*/ 1213022 h 1422572"/>
              <a:gd name="csX19" fmla="*/ 374650 w 3708400"/>
              <a:gd name="csY19" fmla="*/ 1295572 h 1422572"/>
              <a:gd name="csX20" fmla="*/ 641350 w 3708400"/>
              <a:gd name="csY20" fmla="*/ 1276522 h 1422572"/>
              <a:gd name="csX21" fmla="*/ 717550 w 3708400"/>
              <a:gd name="csY21" fmla="*/ 1365422 h 1422572"/>
              <a:gd name="csX22" fmla="*/ 717550 w 3708400"/>
              <a:gd name="csY22" fmla="*/ 1422572 h 1422572"/>
              <a:gd name="csX23" fmla="*/ 2984500 w 3708400"/>
              <a:gd name="csY23" fmla="*/ 736772 h 1422572"/>
              <a:gd name="csX24" fmla="*/ 3492500 w 3708400"/>
              <a:gd name="csY24" fmla="*/ 514522 h 1422572"/>
              <a:gd name="csX25" fmla="*/ 3676650 w 3708400"/>
              <a:gd name="csY25" fmla="*/ 317672 h 1422572"/>
              <a:gd name="csX26" fmla="*/ 3708400 w 3708400"/>
              <a:gd name="csY26" fmla="*/ 216072 h 1422572"/>
              <a:gd name="csX0" fmla="*/ 3708400 w 3708400"/>
              <a:gd name="csY0" fmla="*/ 216022 h 1422522"/>
              <a:gd name="csX1" fmla="*/ 3536950 w 3708400"/>
              <a:gd name="csY1" fmla="*/ 120772 h 1422522"/>
              <a:gd name="csX2" fmla="*/ 3381375 w 3708400"/>
              <a:gd name="csY2" fmla="*/ 104897 h 1422522"/>
              <a:gd name="csX3" fmla="*/ 3324225 w 3708400"/>
              <a:gd name="csY3" fmla="*/ 76322 h 1422522"/>
              <a:gd name="csX4" fmla="*/ 3225800 w 3708400"/>
              <a:gd name="csY4" fmla="*/ 25522 h 1422522"/>
              <a:gd name="csX5" fmla="*/ 2984500 w 3708400"/>
              <a:gd name="csY5" fmla="*/ 122 h 1422522"/>
              <a:gd name="csX6" fmla="*/ 2606675 w 3708400"/>
              <a:gd name="csY6" fmla="*/ 35047 h 1422522"/>
              <a:gd name="csX7" fmla="*/ 2044700 w 3708400"/>
              <a:gd name="csY7" fmla="*/ 152522 h 1422522"/>
              <a:gd name="csX8" fmla="*/ 0 w 3708400"/>
              <a:gd name="csY8" fmla="*/ 717672 h 1422522"/>
              <a:gd name="csX9" fmla="*/ 501650 w 3708400"/>
              <a:gd name="csY9" fmla="*/ 831972 h 1422522"/>
              <a:gd name="csX10" fmla="*/ 869950 w 3708400"/>
              <a:gd name="csY10" fmla="*/ 660522 h 1422522"/>
              <a:gd name="csX11" fmla="*/ 1174750 w 3708400"/>
              <a:gd name="csY11" fmla="*/ 603372 h 1422522"/>
              <a:gd name="csX12" fmla="*/ 1257300 w 3708400"/>
              <a:gd name="csY12" fmla="*/ 616072 h 1422522"/>
              <a:gd name="csX13" fmla="*/ 1327150 w 3708400"/>
              <a:gd name="csY13" fmla="*/ 781172 h 1422522"/>
              <a:gd name="csX14" fmla="*/ 1346200 w 3708400"/>
              <a:gd name="csY14" fmla="*/ 971672 h 1422522"/>
              <a:gd name="csX15" fmla="*/ 1295400 w 3708400"/>
              <a:gd name="csY15" fmla="*/ 1111372 h 1422522"/>
              <a:gd name="csX16" fmla="*/ 1130300 w 3708400"/>
              <a:gd name="csY16" fmla="*/ 1149472 h 1422522"/>
              <a:gd name="csX17" fmla="*/ 819150 w 3708400"/>
              <a:gd name="csY17" fmla="*/ 1232022 h 1422522"/>
              <a:gd name="csX18" fmla="*/ 527050 w 3708400"/>
              <a:gd name="csY18" fmla="*/ 1232022 h 1422522"/>
              <a:gd name="csX19" fmla="*/ 406400 w 3708400"/>
              <a:gd name="csY19" fmla="*/ 1212972 h 1422522"/>
              <a:gd name="csX20" fmla="*/ 374650 w 3708400"/>
              <a:gd name="csY20" fmla="*/ 1295522 h 1422522"/>
              <a:gd name="csX21" fmla="*/ 641350 w 3708400"/>
              <a:gd name="csY21" fmla="*/ 1276472 h 1422522"/>
              <a:gd name="csX22" fmla="*/ 717550 w 3708400"/>
              <a:gd name="csY22" fmla="*/ 1365372 h 1422522"/>
              <a:gd name="csX23" fmla="*/ 717550 w 3708400"/>
              <a:gd name="csY23" fmla="*/ 1422522 h 1422522"/>
              <a:gd name="csX24" fmla="*/ 2984500 w 3708400"/>
              <a:gd name="csY24" fmla="*/ 736722 h 1422522"/>
              <a:gd name="csX25" fmla="*/ 3492500 w 3708400"/>
              <a:gd name="csY25" fmla="*/ 514472 h 1422522"/>
              <a:gd name="csX26" fmla="*/ 3676650 w 3708400"/>
              <a:gd name="csY26" fmla="*/ 317622 h 1422522"/>
              <a:gd name="csX27" fmla="*/ 3708400 w 3708400"/>
              <a:gd name="csY27" fmla="*/ 216022 h 1422522"/>
              <a:gd name="csX0" fmla="*/ 3708400 w 3708400"/>
              <a:gd name="csY0" fmla="*/ 216005 h 1422505"/>
              <a:gd name="csX1" fmla="*/ 3536950 w 3708400"/>
              <a:gd name="csY1" fmla="*/ 120755 h 1422505"/>
              <a:gd name="csX2" fmla="*/ 3381375 w 3708400"/>
              <a:gd name="csY2" fmla="*/ 104880 h 1422505"/>
              <a:gd name="csX3" fmla="*/ 3308350 w 3708400"/>
              <a:gd name="csY3" fmla="*/ 60430 h 1422505"/>
              <a:gd name="csX4" fmla="*/ 3225800 w 3708400"/>
              <a:gd name="csY4" fmla="*/ 25505 h 1422505"/>
              <a:gd name="csX5" fmla="*/ 2984500 w 3708400"/>
              <a:gd name="csY5" fmla="*/ 105 h 1422505"/>
              <a:gd name="csX6" fmla="*/ 2606675 w 3708400"/>
              <a:gd name="csY6" fmla="*/ 35030 h 1422505"/>
              <a:gd name="csX7" fmla="*/ 2044700 w 3708400"/>
              <a:gd name="csY7" fmla="*/ 152505 h 1422505"/>
              <a:gd name="csX8" fmla="*/ 0 w 3708400"/>
              <a:gd name="csY8" fmla="*/ 717655 h 1422505"/>
              <a:gd name="csX9" fmla="*/ 501650 w 3708400"/>
              <a:gd name="csY9" fmla="*/ 831955 h 1422505"/>
              <a:gd name="csX10" fmla="*/ 869950 w 3708400"/>
              <a:gd name="csY10" fmla="*/ 660505 h 1422505"/>
              <a:gd name="csX11" fmla="*/ 1174750 w 3708400"/>
              <a:gd name="csY11" fmla="*/ 603355 h 1422505"/>
              <a:gd name="csX12" fmla="*/ 1257300 w 3708400"/>
              <a:gd name="csY12" fmla="*/ 616055 h 1422505"/>
              <a:gd name="csX13" fmla="*/ 1327150 w 3708400"/>
              <a:gd name="csY13" fmla="*/ 781155 h 1422505"/>
              <a:gd name="csX14" fmla="*/ 1346200 w 3708400"/>
              <a:gd name="csY14" fmla="*/ 971655 h 1422505"/>
              <a:gd name="csX15" fmla="*/ 1295400 w 3708400"/>
              <a:gd name="csY15" fmla="*/ 1111355 h 1422505"/>
              <a:gd name="csX16" fmla="*/ 1130300 w 3708400"/>
              <a:gd name="csY16" fmla="*/ 1149455 h 1422505"/>
              <a:gd name="csX17" fmla="*/ 819150 w 3708400"/>
              <a:gd name="csY17" fmla="*/ 1232005 h 1422505"/>
              <a:gd name="csX18" fmla="*/ 527050 w 3708400"/>
              <a:gd name="csY18" fmla="*/ 1232005 h 1422505"/>
              <a:gd name="csX19" fmla="*/ 406400 w 3708400"/>
              <a:gd name="csY19" fmla="*/ 1212955 h 1422505"/>
              <a:gd name="csX20" fmla="*/ 374650 w 3708400"/>
              <a:gd name="csY20" fmla="*/ 1295505 h 1422505"/>
              <a:gd name="csX21" fmla="*/ 641350 w 3708400"/>
              <a:gd name="csY21" fmla="*/ 1276455 h 1422505"/>
              <a:gd name="csX22" fmla="*/ 717550 w 3708400"/>
              <a:gd name="csY22" fmla="*/ 1365355 h 1422505"/>
              <a:gd name="csX23" fmla="*/ 717550 w 3708400"/>
              <a:gd name="csY23" fmla="*/ 1422505 h 1422505"/>
              <a:gd name="csX24" fmla="*/ 2984500 w 3708400"/>
              <a:gd name="csY24" fmla="*/ 736705 h 1422505"/>
              <a:gd name="csX25" fmla="*/ 3492500 w 3708400"/>
              <a:gd name="csY25" fmla="*/ 514455 h 1422505"/>
              <a:gd name="csX26" fmla="*/ 3676650 w 3708400"/>
              <a:gd name="csY26" fmla="*/ 317605 h 1422505"/>
              <a:gd name="csX27" fmla="*/ 3708400 w 3708400"/>
              <a:gd name="csY27" fmla="*/ 216005 h 1422505"/>
              <a:gd name="csX0" fmla="*/ 3708400 w 3708400"/>
              <a:gd name="csY0" fmla="*/ 216005 h 1422505"/>
              <a:gd name="csX1" fmla="*/ 3536950 w 3708400"/>
              <a:gd name="csY1" fmla="*/ 120755 h 1422505"/>
              <a:gd name="csX2" fmla="*/ 3381375 w 3708400"/>
              <a:gd name="csY2" fmla="*/ 104880 h 1422505"/>
              <a:gd name="csX3" fmla="*/ 3308350 w 3708400"/>
              <a:gd name="csY3" fmla="*/ 60430 h 1422505"/>
              <a:gd name="csX4" fmla="*/ 3225800 w 3708400"/>
              <a:gd name="csY4" fmla="*/ 25505 h 1422505"/>
              <a:gd name="csX5" fmla="*/ 2984500 w 3708400"/>
              <a:gd name="csY5" fmla="*/ 105 h 1422505"/>
              <a:gd name="csX6" fmla="*/ 2606675 w 3708400"/>
              <a:gd name="csY6" fmla="*/ 35030 h 1422505"/>
              <a:gd name="csX7" fmla="*/ 2044700 w 3708400"/>
              <a:gd name="csY7" fmla="*/ 152505 h 1422505"/>
              <a:gd name="csX8" fmla="*/ 0 w 3708400"/>
              <a:gd name="csY8" fmla="*/ 717655 h 1422505"/>
              <a:gd name="csX9" fmla="*/ 501650 w 3708400"/>
              <a:gd name="csY9" fmla="*/ 831955 h 1422505"/>
              <a:gd name="csX10" fmla="*/ 869950 w 3708400"/>
              <a:gd name="csY10" fmla="*/ 660505 h 1422505"/>
              <a:gd name="csX11" fmla="*/ 1174750 w 3708400"/>
              <a:gd name="csY11" fmla="*/ 603355 h 1422505"/>
              <a:gd name="csX12" fmla="*/ 1257300 w 3708400"/>
              <a:gd name="csY12" fmla="*/ 616055 h 1422505"/>
              <a:gd name="csX13" fmla="*/ 1327150 w 3708400"/>
              <a:gd name="csY13" fmla="*/ 781155 h 1422505"/>
              <a:gd name="csX14" fmla="*/ 1346200 w 3708400"/>
              <a:gd name="csY14" fmla="*/ 971655 h 1422505"/>
              <a:gd name="csX15" fmla="*/ 1295400 w 3708400"/>
              <a:gd name="csY15" fmla="*/ 1111355 h 1422505"/>
              <a:gd name="csX16" fmla="*/ 1130300 w 3708400"/>
              <a:gd name="csY16" fmla="*/ 1149455 h 1422505"/>
              <a:gd name="csX17" fmla="*/ 819150 w 3708400"/>
              <a:gd name="csY17" fmla="*/ 1232005 h 1422505"/>
              <a:gd name="csX18" fmla="*/ 527050 w 3708400"/>
              <a:gd name="csY18" fmla="*/ 1232005 h 1422505"/>
              <a:gd name="csX19" fmla="*/ 406400 w 3708400"/>
              <a:gd name="csY19" fmla="*/ 1212955 h 1422505"/>
              <a:gd name="csX20" fmla="*/ 374650 w 3708400"/>
              <a:gd name="csY20" fmla="*/ 1295505 h 1422505"/>
              <a:gd name="csX21" fmla="*/ 641350 w 3708400"/>
              <a:gd name="csY21" fmla="*/ 1276455 h 1422505"/>
              <a:gd name="csX22" fmla="*/ 717550 w 3708400"/>
              <a:gd name="csY22" fmla="*/ 1365355 h 1422505"/>
              <a:gd name="csX23" fmla="*/ 717550 w 3708400"/>
              <a:gd name="csY23" fmla="*/ 1422505 h 1422505"/>
              <a:gd name="csX24" fmla="*/ 2984500 w 3708400"/>
              <a:gd name="csY24" fmla="*/ 736705 h 1422505"/>
              <a:gd name="csX25" fmla="*/ 3492500 w 3708400"/>
              <a:gd name="csY25" fmla="*/ 514455 h 1422505"/>
              <a:gd name="csX26" fmla="*/ 3676650 w 3708400"/>
              <a:gd name="csY26" fmla="*/ 317605 h 1422505"/>
              <a:gd name="csX27" fmla="*/ 3708400 w 3708400"/>
              <a:gd name="csY27" fmla="*/ 216005 h 1422505"/>
              <a:gd name="csX0" fmla="*/ 3708400 w 3718611"/>
              <a:gd name="csY0" fmla="*/ 216005 h 1422505"/>
              <a:gd name="csX1" fmla="*/ 3536950 w 3718611"/>
              <a:gd name="csY1" fmla="*/ 120755 h 1422505"/>
              <a:gd name="csX2" fmla="*/ 3381375 w 3718611"/>
              <a:gd name="csY2" fmla="*/ 104880 h 1422505"/>
              <a:gd name="csX3" fmla="*/ 3308350 w 3718611"/>
              <a:gd name="csY3" fmla="*/ 60430 h 1422505"/>
              <a:gd name="csX4" fmla="*/ 3225800 w 3718611"/>
              <a:gd name="csY4" fmla="*/ 25505 h 1422505"/>
              <a:gd name="csX5" fmla="*/ 2984500 w 3718611"/>
              <a:gd name="csY5" fmla="*/ 105 h 1422505"/>
              <a:gd name="csX6" fmla="*/ 2606675 w 3718611"/>
              <a:gd name="csY6" fmla="*/ 35030 h 1422505"/>
              <a:gd name="csX7" fmla="*/ 2044700 w 3718611"/>
              <a:gd name="csY7" fmla="*/ 152505 h 1422505"/>
              <a:gd name="csX8" fmla="*/ 0 w 3718611"/>
              <a:gd name="csY8" fmla="*/ 717655 h 1422505"/>
              <a:gd name="csX9" fmla="*/ 501650 w 3718611"/>
              <a:gd name="csY9" fmla="*/ 831955 h 1422505"/>
              <a:gd name="csX10" fmla="*/ 869950 w 3718611"/>
              <a:gd name="csY10" fmla="*/ 660505 h 1422505"/>
              <a:gd name="csX11" fmla="*/ 1174750 w 3718611"/>
              <a:gd name="csY11" fmla="*/ 603355 h 1422505"/>
              <a:gd name="csX12" fmla="*/ 1257300 w 3718611"/>
              <a:gd name="csY12" fmla="*/ 616055 h 1422505"/>
              <a:gd name="csX13" fmla="*/ 1327150 w 3718611"/>
              <a:gd name="csY13" fmla="*/ 781155 h 1422505"/>
              <a:gd name="csX14" fmla="*/ 1346200 w 3718611"/>
              <a:gd name="csY14" fmla="*/ 971655 h 1422505"/>
              <a:gd name="csX15" fmla="*/ 1295400 w 3718611"/>
              <a:gd name="csY15" fmla="*/ 1111355 h 1422505"/>
              <a:gd name="csX16" fmla="*/ 1130300 w 3718611"/>
              <a:gd name="csY16" fmla="*/ 1149455 h 1422505"/>
              <a:gd name="csX17" fmla="*/ 819150 w 3718611"/>
              <a:gd name="csY17" fmla="*/ 1232005 h 1422505"/>
              <a:gd name="csX18" fmla="*/ 527050 w 3718611"/>
              <a:gd name="csY18" fmla="*/ 1232005 h 1422505"/>
              <a:gd name="csX19" fmla="*/ 406400 w 3718611"/>
              <a:gd name="csY19" fmla="*/ 1212955 h 1422505"/>
              <a:gd name="csX20" fmla="*/ 374650 w 3718611"/>
              <a:gd name="csY20" fmla="*/ 1295505 h 1422505"/>
              <a:gd name="csX21" fmla="*/ 641350 w 3718611"/>
              <a:gd name="csY21" fmla="*/ 1276455 h 1422505"/>
              <a:gd name="csX22" fmla="*/ 717550 w 3718611"/>
              <a:gd name="csY22" fmla="*/ 1365355 h 1422505"/>
              <a:gd name="csX23" fmla="*/ 717550 w 3718611"/>
              <a:gd name="csY23" fmla="*/ 1422505 h 1422505"/>
              <a:gd name="csX24" fmla="*/ 2984500 w 3718611"/>
              <a:gd name="csY24" fmla="*/ 736705 h 1422505"/>
              <a:gd name="csX25" fmla="*/ 3492500 w 3718611"/>
              <a:gd name="csY25" fmla="*/ 514455 h 1422505"/>
              <a:gd name="csX26" fmla="*/ 3676650 w 3718611"/>
              <a:gd name="csY26" fmla="*/ 317605 h 1422505"/>
              <a:gd name="csX27" fmla="*/ 3708400 w 3718611"/>
              <a:gd name="csY27" fmla="*/ 216005 h 1422505"/>
              <a:gd name="csX0" fmla="*/ 3721100 w 3729057"/>
              <a:gd name="csY0" fmla="*/ 235055 h 1422505"/>
              <a:gd name="csX1" fmla="*/ 3536950 w 3729057"/>
              <a:gd name="csY1" fmla="*/ 120755 h 1422505"/>
              <a:gd name="csX2" fmla="*/ 3381375 w 3729057"/>
              <a:gd name="csY2" fmla="*/ 104880 h 1422505"/>
              <a:gd name="csX3" fmla="*/ 3308350 w 3729057"/>
              <a:gd name="csY3" fmla="*/ 60430 h 1422505"/>
              <a:gd name="csX4" fmla="*/ 3225800 w 3729057"/>
              <a:gd name="csY4" fmla="*/ 25505 h 1422505"/>
              <a:gd name="csX5" fmla="*/ 2984500 w 3729057"/>
              <a:gd name="csY5" fmla="*/ 105 h 1422505"/>
              <a:gd name="csX6" fmla="*/ 2606675 w 3729057"/>
              <a:gd name="csY6" fmla="*/ 35030 h 1422505"/>
              <a:gd name="csX7" fmla="*/ 2044700 w 3729057"/>
              <a:gd name="csY7" fmla="*/ 152505 h 1422505"/>
              <a:gd name="csX8" fmla="*/ 0 w 3729057"/>
              <a:gd name="csY8" fmla="*/ 717655 h 1422505"/>
              <a:gd name="csX9" fmla="*/ 501650 w 3729057"/>
              <a:gd name="csY9" fmla="*/ 831955 h 1422505"/>
              <a:gd name="csX10" fmla="*/ 869950 w 3729057"/>
              <a:gd name="csY10" fmla="*/ 660505 h 1422505"/>
              <a:gd name="csX11" fmla="*/ 1174750 w 3729057"/>
              <a:gd name="csY11" fmla="*/ 603355 h 1422505"/>
              <a:gd name="csX12" fmla="*/ 1257300 w 3729057"/>
              <a:gd name="csY12" fmla="*/ 616055 h 1422505"/>
              <a:gd name="csX13" fmla="*/ 1327150 w 3729057"/>
              <a:gd name="csY13" fmla="*/ 781155 h 1422505"/>
              <a:gd name="csX14" fmla="*/ 1346200 w 3729057"/>
              <a:gd name="csY14" fmla="*/ 971655 h 1422505"/>
              <a:gd name="csX15" fmla="*/ 1295400 w 3729057"/>
              <a:gd name="csY15" fmla="*/ 1111355 h 1422505"/>
              <a:gd name="csX16" fmla="*/ 1130300 w 3729057"/>
              <a:gd name="csY16" fmla="*/ 1149455 h 1422505"/>
              <a:gd name="csX17" fmla="*/ 819150 w 3729057"/>
              <a:gd name="csY17" fmla="*/ 1232005 h 1422505"/>
              <a:gd name="csX18" fmla="*/ 527050 w 3729057"/>
              <a:gd name="csY18" fmla="*/ 1232005 h 1422505"/>
              <a:gd name="csX19" fmla="*/ 406400 w 3729057"/>
              <a:gd name="csY19" fmla="*/ 1212955 h 1422505"/>
              <a:gd name="csX20" fmla="*/ 374650 w 3729057"/>
              <a:gd name="csY20" fmla="*/ 1295505 h 1422505"/>
              <a:gd name="csX21" fmla="*/ 641350 w 3729057"/>
              <a:gd name="csY21" fmla="*/ 1276455 h 1422505"/>
              <a:gd name="csX22" fmla="*/ 717550 w 3729057"/>
              <a:gd name="csY22" fmla="*/ 1365355 h 1422505"/>
              <a:gd name="csX23" fmla="*/ 717550 w 3729057"/>
              <a:gd name="csY23" fmla="*/ 1422505 h 1422505"/>
              <a:gd name="csX24" fmla="*/ 2984500 w 3729057"/>
              <a:gd name="csY24" fmla="*/ 736705 h 1422505"/>
              <a:gd name="csX25" fmla="*/ 3492500 w 3729057"/>
              <a:gd name="csY25" fmla="*/ 514455 h 1422505"/>
              <a:gd name="csX26" fmla="*/ 3676650 w 3729057"/>
              <a:gd name="csY26" fmla="*/ 317605 h 1422505"/>
              <a:gd name="csX27" fmla="*/ 3721100 w 3729057"/>
              <a:gd name="csY27" fmla="*/ 235055 h 1422505"/>
              <a:gd name="csX0" fmla="*/ 3721100 w 3729337"/>
              <a:gd name="csY0" fmla="*/ 235055 h 1422505"/>
              <a:gd name="csX1" fmla="*/ 3536950 w 3729337"/>
              <a:gd name="csY1" fmla="*/ 120755 h 1422505"/>
              <a:gd name="csX2" fmla="*/ 3381375 w 3729337"/>
              <a:gd name="csY2" fmla="*/ 104880 h 1422505"/>
              <a:gd name="csX3" fmla="*/ 3308350 w 3729337"/>
              <a:gd name="csY3" fmla="*/ 60430 h 1422505"/>
              <a:gd name="csX4" fmla="*/ 3225800 w 3729337"/>
              <a:gd name="csY4" fmla="*/ 25505 h 1422505"/>
              <a:gd name="csX5" fmla="*/ 2984500 w 3729337"/>
              <a:gd name="csY5" fmla="*/ 105 h 1422505"/>
              <a:gd name="csX6" fmla="*/ 2606675 w 3729337"/>
              <a:gd name="csY6" fmla="*/ 35030 h 1422505"/>
              <a:gd name="csX7" fmla="*/ 2044700 w 3729337"/>
              <a:gd name="csY7" fmla="*/ 152505 h 1422505"/>
              <a:gd name="csX8" fmla="*/ 0 w 3729337"/>
              <a:gd name="csY8" fmla="*/ 717655 h 1422505"/>
              <a:gd name="csX9" fmla="*/ 501650 w 3729337"/>
              <a:gd name="csY9" fmla="*/ 831955 h 1422505"/>
              <a:gd name="csX10" fmla="*/ 869950 w 3729337"/>
              <a:gd name="csY10" fmla="*/ 660505 h 1422505"/>
              <a:gd name="csX11" fmla="*/ 1174750 w 3729337"/>
              <a:gd name="csY11" fmla="*/ 603355 h 1422505"/>
              <a:gd name="csX12" fmla="*/ 1257300 w 3729337"/>
              <a:gd name="csY12" fmla="*/ 616055 h 1422505"/>
              <a:gd name="csX13" fmla="*/ 1327150 w 3729337"/>
              <a:gd name="csY13" fmla="*/ 781155 h 1422505"/>
              <a:gd name="csX14" fmla="*/ 1346200 w 3729337"/>
              <a:gd name="csY14" fmla="*/ 971655 h 1422505"/>
              <a:gd name="csX15" fmla="*/ 1295400 w 3729337"/>
              <a:gd name="csY15" fmla="*/ 1111355 h 1422505"/>
              <a:gd name="csX16" fmla="*/ 1130300 w 3729337"/>
              <a:gd name="csY16" fmla="*/ 1149455 h 1422505"/>
              <a:gd name="csX17" fmla="*/ 819150 w 3729337"/>
              <a:gd name="csY17" fmla="*/ 1232005 h 1422505"/>
              <a:gd name="csX18" fmla="*/ 527050 w 3729337"/>
              <a:gd name="csY18" fmla="*/ 1232005 h 1422505"/>
              <a:gd name="csX19" fmla="*/ 406400 w 3729337"/>
              <a:gd name="csY19" fmla="*/ 1212955 h 1422505"/>
              <a:gd name="csX20" fmla="*/ 374650 w 3729337"/>
              <a:gd name="csY20" fmla="*/ 1295505 h 1422505"/>
              <a:gd name="csX21" fmla="*/ 641350 w 3729337"/>
              <a:gd name="csY21" fmla="*/ 1276455 h 1422505"/>
              <a:gd name="csX22" fmla="*/ 717550 w 3729337"/>
              <a:gd name="csY22" fmla="*/ 1365355 h 1422505"/>
              <a:gd name="csX23" fmla="*/ 717550 w 3729337"/>
              <a:gd name="csY23" fmla="*/ 1422505 h 1422505"/>
              <a:gd name="csX24" fmla="*/ 2984500 w 3729337"/>
              <a:gd name="csY24" fmla="*/ 736705 h 1422505"/>
              <a:gd name="csX25" fmla="*/ 3492500 w 3729337"/>
              <a:gd name="csY25" fmla="*/ 514455 h 1422505"/>
              <a:gd name="csX26" fmla="*/ 3676650 w 3729337"/>
              <a:gd name="csY26" fmla="*/ 317605 h 1422505"/>
              <a:gd name="csX27" fmla="*/ 3721100 w 3729337"/>
              <a:gd name="csY27" fmla="*/ 235055 h 1422505"/>
              <a:gd name="csX0" fmla="*/ 3721100 w 3731727"/>
              <a:gd name="csY0" fmla="*/ 235055 h 1422505"/>
              <a:gd name="csX1" fmla="*/ 3536950 w 3731727"/>
              <a:gd name="csY1" fmla="*/ 120755 h 1422505"/>
              <a:gd name="csX2" fmla="*/ 3381375 w 3731727"/>
              <a:gd name="csY2" fmla="*/ 104880 h 1422505"/>
              <a:gd name="csX3" fmla="*/ 3308350 w 3731727"/>
              <a:gd name="csY3" fmla="*/ 60430 h 1422505"/>
              <a:gd name="csX4" fmla="*/ 3225800 w 3731727"/>
              <a:gd name="csY4" fmla="*/ 25505 h 1422505"/>
              <a:gd name="csX5" fmla="*/ 2984500 w 3731727"/>
              <a:gd name="csY5" fmla="*/ 105 h 1422505"/>
              <a:gd name="csX6" fmla="*/ 2606675 w 3731727"/>
              <a:gd name="csY6" fmla="*/ 35030 h 1422505"/>
              <a:gd name="csX7" fmla="*/ 2044700 w 3731727"/>
              <a:gd name="csY7" fmla="*/ 152505 h 1422505"/>
              <a:gd name="csX8" fmla="*/ 0 w 3731727"/>
              <a:gd name="csY8" fmla="*/ 717655 h 1422505"/>
              <a:gd name="csX9" fmla="*/ 501650 w 3731727"/>
              <a:gd name="csY9" fmla="*/ 831955 h 1422505"/>
              <a:gd name="csX10" fmla="*/ 869950 w 3731727"/>
              <a:gd name="csY10" fmla="*/ 660505 h 1422505"/>
              <a:gd name="csX11" fmla="*/ 1174750 w 3731727"/>
              <a:gd name="csY11" fmla="*/ 603355 h 1422505"/>
              <a:gd name="csX12" fmla="*/ 1257300 w 3731727"/>
              <a:gd name="csY12" fmla="*/ 616055 h 1422505"/>
              <a:gd name="csX13" fmla="*/ 1327150 w 3731727"/>
              <a:gd name="csY13" fmla="*/ 781155 h 1422505"/>
              <a:gd name="csX14" fmla="*/ 1346200 w 3731727"/>
              <a:gd name="csY14" fmla="*/ 971655 h 1422505"/>
              <a:gd name="csX15" fmla="*/ 1295400 w 3731727"/>
              <a:gd name="csY15" fmla="*/ 1111355 h 1422505"/>
              <a:gd name="csX16" fmla="*/ 1130300 w 3731727"/>
              <a:gd name="csY16" fmla="*/ 1149455 h 1422505"/>
              <a:gd name="csX17" fmla="*/ 819150 w 3731727"/>
              <a:gd name="csY17" fmla="*/ 1232005 h 1422505"/>
              <a:gd name="csX18" fmla="*/ 527050 w 3731727"/>
              <a:gd name="csY18" fmla="*/ 1232005 h 1422505"/>
              <a:gd name="csX19" fmla="*/ 406400 w 3731727"/>
              <a:gd name="csY19" fmla="*/ 1212955 h 1422505"/>
              <a:gd name="csX20" fmla="*/ 374650 w 3731727"/>
              <a:gd name="csY20" fmla="*/ 1295505 h 1422505"/>
              <a:gd name="csX21" fmla="*/ 641350 w 3731727"/>
              <a:gd name="csY21" fmla="*/ 1276455 h 1422505"/>
              <a:gd name="csX22" fmla="*/ 717550 w 3731727"/>
              <a:gd name="csY22" fmla="*/ 1365355 h 1422505"/>
              <a:gd name="csX23" fmla="*/ 717550 w 3731727"/>
              <a:gd name="csY23" fmla="*/ 1422505 h 1422505"/>
              <a:gd name="csX24" fmla="*/ 2984500 w 3731727"/>
              <a:gd name="csY24" fmla="*/ 736705 h 1422505"/>
              <a:gd name="csX25" fmla="*/ 3492500 w 3731727"/>
              <a:gd name="csY25" fmla="*/ 514455 h 1422505"/>
              <a:gd name="csX26" fmla="*/ 3689350 w 3731727"/>
              <a:gd name="csY26" fmla="*/ 323955 h 1422505"/>
              <a:gd name="csX27" fmla="*/ 3721100 w 3731727"/>
              <a:gd name="csY27" fmla="*/ 235055 h 1422505"/>
              <a:gd name="csX0" fmla="*/ 3721100 w 3749730"/>
              <a:gd name="csY0" fmla="*/ 235055 h 1422505"/>
              <a:gd name="csX1" fmla="*/ 3536950 w 3749730"/>
              <a:gd name="csY1" fmla="*/ 120755 h 1422505"/>
              <a:gd name="csX2" fmla="*/ 3381375 w 3749730"/>
              <a:gd name="csY2" fmla="*/ 104880 h 1422505"/>
              <a:gd name="csX3" fmla="*/ 3308350 w 3749730"/>
              <a:gd name="csY3" fmla="*/ 60430 h 1422505"/>
              <a:gd name="csX4" fmla="*/ 3225800 w 3749730"/>
              <a:gd name="csY4" fmla="*/ 25505 h 1422505"/>
              <a:gd name="csX5" fmla="*/ 2984500 w 3749730"/>
              <a:gd name="csY5" fmla="*/ 105 h 1422505"/>
              <a:gd name="csX6" fmla="*/ 2606675 w 3749730"/>
              <a:gd name="csY6" fmla="*/ 35030 h 1422505"/>
              <a:gd name="csX7" fmla="*/ 2044700 w 3749730"/>
              <a:gd name="csY7" fmla="*/ 152505 h 1422505"/>
              <a:gd name="csX8" fmla="*/ 0 w 3749730"/>
              <a:gd name="csY8" fmla="*/ 717655 h 1422505"/>
              <a:gd name="csX9" fmla="*/ 501650 w 3749730"/>
              <a:gd name="csY9" fmla="*/ 831955 h 1422505"/>
              <a:gd name="csX10" fmla="*/ 869950 w 3749730"/>
              <a:gd name="csY10" fmla="*/ 660505 h 1422505"/>
              <a:gd name="csX11" fmla="*/ 1174750 w 3749730"/>
              <a:gd name="csY11" fmla="*/ 603355 h 1422505"/>
              <a:gd name="csX12" fmla="*/ 1257300 w 3749730"/>
              <a:gd name="csY12" fmla="*/ 616055 h 1422505"/>
              <a:gd name="csX13" fmla="*/ 1327150 w 3749730"/>
              <a:gd name="csY13" fmla="*/ 781155 h 1422505"/>
              <a:gd name="csX14" fmla="*/ 1346200 w 3749730"/>
              <a:gd name="csY14" fmla="*/ 971655 h 1422505"/>
              <a:gd name="csX15" fmla="*/ 1295400 w 3749730"/>
              <a:gd name="csY15" fmla="*/ 1111355 h 1422505"/>
              <a:gd name="csX16" fmla="*/ 1130300 w 3749730"/>
              <a:gd name="csY16" fmla="*/ 1149455 h 1422505"/>
              <a:gd name="csX17" fmla="*/ 819150 w 3749730"/>
              <a:gd name="csY17" fmla="*/ 1232005 h 1422505"/>
              <a:gd name="csX18" fmla="*/ 527050 w 3749730"/>
              <a:gd name="csY18" fmla="*/ 1232005 h 1422505"/>
              <a:gd name="csX19" fmla="*/ 406400 w 3749730"/>
              <a:gd name="csY19" fmla="*/ 1212955 h 1422505"/>
              <a:gd name="csX20" fmla="*/ 374650 w 3749730"/>
              <a:gd name="csY20" fmla="*/ 1295505 h 1422505"/>
              <a:gd name="csX21" fmla="*/ 641350 w 3749730"/>
              <a:gd name="csY21" fmla="*/ 1276455 h 1422505"/>
              <a:gd name="csX22" fmla="*/ 717550 w 3749730"/>
              <a:gd name="csY22" fmla="*/ 1365355 h 1422505"/>
              <a:gd name="csX23" fmla="*/ 717550 w 3749730"/>
              <a:gd name="csY23" fmla="*/ 1422505 h 1422505"/>
              <a:gd name="csX24" fmla="*/ 2984500 w 3749730"/>
              <a:gd name="csY24" fmla="*/ 736705 h 1422505"/>
              <a:gd name="csX25" fmla="*/ 3492500 w 3749730"/>
              <a:gd name="csY25" fmla="*/ 514455 h 1422505"/>
              <a:gd name="csX26" fmla="*/ 3689350 w 3749730"/>
              <a:gd name="csY26" fmla="*/ 323955 h 1422505"/>
              <a:gd name="csX27" fmla="*/ 3721100 w 3749730"/>
              <a:gd name="csY27" fmla="*/ 235055 h 1422505"/>
              <a:gd name="csX0" fmla="*/ 3721100 w 3756024"/>
              <a:gd name="csY0" fmla="*/ 235055 h 1422505"/>
              <a:gd name="csX1" fmla="*/ 3536950 w 3756024"/>
              <a:gd name="csY1" fmla="*/ 120755 h 1422505"/>
              <a:gd name="csX2" fmla="*/ 3381375 w 3756024"/>
              <a:gd name="csY2" fmla="*/ 104880 h 1422505"/>
              <a:gd name="csX3" fmla="*/ 3308350 w 3756024"/>
              <a:gd name="csY3" fmla="*/ 60430 h 1422505"/>
              <a:gd name="csX4" fmla="*/ 3225800 w 3756024"/>
              <a:gd name="csY4" fmla="*/ 25505 h 1422505"/>
              <a:gd name="csX5" fmla="*/ 2984500 w 3756024"/>
              <a:gd name="csY5" fmla="*/ 105 h 1422505"/>
              <a:gd name="csX6" fmla="*/ 2606675 w 3756024"/>
              <a:gd name="csY6" fmla="*/ 35030 h 1422505"/>
              <a:gd name="csX7" fmla="*/ 2044700 w 3756024"/>
              <a:gd name="csY7" fmla="*/ 152505 h 1422505"/>
              <a:gd name="csX8" fmla="*/ 0 w 3756024"/>
              <a:gd name="csY8" fmla="*/ 717655 h 1422505"/>
              <a:gd name="csX9" fmla="*/ 501650 w 3756024"/>
              <a:gd name="csY9" fmla="*/ 831955 h 1422505"/>
              <a:gd name="csX10" fmla="*/ 869950 w 3756024"/>
              <a:gd name="csY10" fmla="*/ 660505 h 1422505"/>
              <a:gd name="csX11" fmla="*/ 1174750 w 3756024"/>
              <a:gd name="csY11" fmla="*/ 603355 h 1422505"/>
              <a:gd name="csX12" fmla="*/ 1257300 w 3756024"/>
              <a:gd name="csY12" fmla="*/ 616055 h 1422505"/>
              <a:gd name="csX13" fmla="*/ 1327150 w 3756024"/>
              <a:gd name="csY13" fmla="*/ 781155 h 1422505"/>
              <a:gd name="csX14" fmla="*/ 1346200 w 3756024"/>
              <a:gd name="csY14" fmla="*/ 971655 h 1422505"/>
              <a:gd name="csX15" fmla="*/ 1295400 w 3756024"/>
              <a:gd name="csY15" fmla="*/ 1111355 h 1422505"/>
              <a:gd name="csX16" fmla="*/ 1130300 w 3756024"/>
              <a:gd name="csY16" fmla="*/ 1149455 h 1422505"/>
              <a:gd name="csX17" fmla="*/ 819150 w 3756024"/>
              <a:gd name="csY17" fmla="*/ 1232005 h 1422505"/>
              <a:gd name="csX18" fmla="*/ 527050 w 3756024"/>
              <a:gd name="csY18" fmla="*/ 1232005 h 1422505"/>
              <a:gd name="csX19" fmla="*/ 406400 w 3756024"/>
              <a:gd name="csY19" fmla="*/ 1212955 h 1422505"/>
              <a:gd name="csX20" fmla="*/ 374650 w 3756024"/>
              <a:gd name="csY20" fmla="*/ 1295505 h 1422505"/>
              <a:gd name="csX21" fmla="*/ 641350 w 3756024"/>
              <a:gd name="csY21" fmla="*/ 1276455 h 1422505"/>
              <a:gd name="csX22" fmla="*/ 717550 w 3756024"/>
              <a:gd name="csY22" fmla="*/ 1365355 h 1422505"/>
              <a:gd name="csX23" fmla="*/ 717550 w 3756024"/>
              <a:gd name="csY23" fmla="*/ 1422505 h 1422505"/>
              <a:gd name="csX24" fmla="*/ 2984500 w 3756024"/>
              <a:gd name="csY24" fmla="*/ 736705 h 1422505"/>
              <a:gd name="csX25" fmla="*/ 3492500 w 3756024"/>
              <a:gd name="csY25" fmla="*/ 514455 h 1422505"/>
              <a:gd name="csX26" fmla="*/ 3689350 w 3756024"/>
              <a:gd name="csY26" fmla="*/ 323955 h 1422505"/>
              <a:gd name="csX27" fmla="*/ 3721100 w 3756024"/>
              <a:gd name="csY27" fmla="*/ 235055 h 1422505"/>
              <a:gd name="csX0" fmla="*/ 3721100 w 3731111"/>
              <a:gd name="csY0" fmla="*/ 235055 h 1422505"/>
              <a:gd name="csX1" fmla="*/ 3536950 w 3731111"/>
              <a:gd name="csY1" fmla="*/ 120755 h 1422505"/>
              <a:gd name="csX2" fmla="*/ 3381375 w 3731111"/>
              <a:gd name="csY2" fmla="*/ 104880 h 1422505"/>
              <a:gd name="csX3" fmla="*/ 3308350 w 3731111"/>
              <a:gd name="csY3" fmla="*/ 60430 h 1422505"/>
              <a:gd name="csX4" fmla="*/ 3225800 w 3731111"/>
              <a:gd name="csY4" fmla="*/ 25505 h 1422505"/>
              <a:gd name="csX5" fmla="*/ 2984500 w 3731111"/>
              <a:gd name="csY5" fmla="*/ 105 h 1422505"/>
              <a:gd name="csX6" fmla="*/ 2606675 w 3731111"/>
              <a:gd name="csY6" fmla="*/ 35030 h 1422505"/>
              <a:gd name="csX7" fmla="*/ 2044700 w 3731111"/>
              <a:gd name="csY7" fmla="*/ 152505 h 1422505"/>
              <a:gd name="csX8" fmla="*/ 0 w 3731111"/>
              <a:gd name="csY8" fmla="*/ 717655 h 1422505"/>
              <a:gd name="csX9" fmla="*/ 501650 w 3731111"/>
              <a:gd name="csY9" fmla="*/ 831955 h 1422505"/>
              <a:gd name="csX10" fmla="*/ 869950 w 3731111"/>
              <a:gd name="csY10" fmla="*/ 660505 h 1422505"/>
              <a:gd name="csX11" fmla="*/ 1174750 w 3731111"/>
              <a:gd name="csY11" fmla="*/ 603355 h 1422505"/>
              <a:gd name="csX12" fmla="*/ 1257300 w 3731111"/>
              <a:gd name="csY12" fmla="*/ 616055 h 1422505"/>
              <a:gd name="csX13" fmla="*/ 1327150 w 3731111"/>
              <a:gd name="csY13" fmla="*/ 781155 h 1422505"/>
              <a:gd name="csX14" fmla="*/ 1346200 w 3731111"/>
              <a:gd name="csY14" fmla="*/ 971655 h 1422505"/>
              <a:gd name="csX15" fmla="*/ 1295400 w 3731111"/>
              <a:gd name="csY15" fmla="*/ 1111355 h 1422505"/>
              <a:gd name="csX16" fmla="*/ 1130300 w 3731111"/>
              <a:gd name="csY16" fmla="*/ 1149455 h 1422505"/>
              <a:gd name="csX17" fmla="*/ 819150 w 3731111"/>
              <a:gd name="csY17" fmla="*/ 1232005 h 1422505"/>
              <a:gd name="csX18" fmla="*/ 527050 w 3731111"/>
              <a:gd name="csY18" fmla="*/ 1232005 h 1422505"/>
              <a:gd name="csX19" fmla="*/ 406400 w 3731111"/>
              <a:gd name="csY19" fmla="*/ 1212955 h 1422505"/>
              <a:gd name="csX20" fmla="*/ 374650 w 3731111"/>
              <a:gd name="csY20" fmla="*/ 1295505 h 1422505"/>
              <a:gd name="csX21" fmla="*/ 641350 w 3731111"/>
              <a:gd name="csY21" fmla="*/ 1276455 h 1422505"/>
              <a:gd name="csX22" fmla="*/ 717550 w 3731111"/>
              <a:gd name="csY22" fmla="*/ 1365355 h 1422505"/>
              <a:gd name="csX23" fmla="*/ 717550 w 3731111"/>
              <a:gd name="csY23" fmla="*/ 1422505 h 1422505"/>
              <a:gd name="csX24" fmla="*/ 2984500 w 3731111"/>
              <a:gd name="csY24" fmla="*/ 736705 h 1422505"/>
              <a:gd name="csX25" fmla="*/ 3492500 w 3731111"/>
              <a:gd name="csY25" fmla="*/ 514455 h 1422505"/>
              <a:gd name="csX26" fmla="*/ 3689350 w 3731111"/>
              <a:gd name="csY26" fmla="*/ 323955 h 1422505"/>
              <a:gd name="csX27" fmla="*/ 3721100 w 3731111"/>
              <a:gd name="csY27" fmla="*/ 235055 h 1422505"/>
              <a:gd name="csX0" fmla="*/ 3721100 w 3731111"/>
              <a:gd name="csY0" fmla="*/ 235055 h 1422505"/>
              <a:gd name="csX1" fmla="*/ 3536950 w 3731111"/>
              <a:gd name="csY1" fmla="*/ 120755 h 1422505"/>
              <a:gd name="csX2" fmla="*/ 3381375 w 3731111"/>
              <a:gd name="csY2" fmla="*/ 104880 h 1422505"/>
              <a:gd name="csX3" fmla="*/ 3308350 w 3731111"/>
              <a:gd name="csY3" fmla="*/ 60430 h 1422505"/>
              <a:gd name="csX4" fmla="*/ 3225800 w 3731111"/>
              <a:gd name="csY4" fmla="*/ 25505 h 1422505"/>
              <a:gd name="csX5" fmla="*/ 2984500 w 3731111"/>
              <a:gd name="csY5" fmla="*/ 105 h 1422505"/>
              <a:gd name="csX6" fmla="*/ 2606675 w 3731111"/>
              <a:gd name="csY6" fmla="*/ 35030 h 1422505"/>
              <a:gd name="csX7" fmla="*/ 2044700 w 3731111"/>
              <a:gd name="csY7" fmla="*/ 152505 h 1422505"/>
              <a:gd name="csX8" fmla="*/ 0 w 3731111"/>
              <a:gd name="csY8" fmla="*/ 717655 h 1422505"/>
              <a:gd name="csX9" fmla="*/ 501650 w 3731111"/>
              <a:gd name="csY9" fmla="*/ 831955 h 1422505"/>
              <a:gd name="csX10" fmla="*/ 869950 w 3731111"/>
              <a:gd name="csY10" fmla="*/ 660505 h 1422505"/>
              <a:gd name="csX11" fmla="*/ 1174750 w 3731111"/>
              <a:gd name="csY11" fmla="*/ 603355 h 1422505"/>
              <a:gd name="csX12" fmla="*/ 1257300 w 3731111"/>
              <a:gd name="csY12" fmla="*/ 616055 h 1422505"/>
              <a:gd name="csX13" fmla="*/ 1327150 w 3731111"/>
              <a:gd name="csY13" fmla="*/ 781155 h 1422505"/>
              <a:gd name="csX14" fmla="*/ 1346200 w 3731111"/>
              <a:gd name="csY14" fmla="*/ 971655 h 1422505"/>
              <a:gd name="csX15" fmla="*/ 1295400 w 3731111"/>
              <a:gd name="csY15" fmla="*/ 1111355 h 1422505"/>
              <a:gd name="csX16" fmla="*/ 1130300 w 3731111"/>
              <a:gd name="csY16" fmla="*/ 1149455 h 1422505"/>
              <a:gd name="csX17" fmla="*/ 819150 w 3731111"/>
              <a:gd name="csY17" fmla="*/ 1232005 h 1422505"/>
              <a:gd name="csX18" fmla="*/ 527050 w 3731111"/>
              <a:gd name="csY18" fmla="*/ 1232005 h 1422505"/>
              <a:gd name="csX19" fmla="*/ 406400 w 3731111"/>
              <a:gd name="csY19" fmla="*/ 1212955 h 1422505"/>
              <a:gd name="csX20" fmla="*/ 374650 w 3731111"/>
              <a:gd name="csY20" fmla="*/ 1295505 h 1422505"/>
              <a:gd name="csX21" fmla="*/ 641350 w 3731111"/>
              <a:gd name="csY21" fmla="*/ 1276455 h 1422505"/>
              <a:gd name="csX22" fmla="*/ 717550 w 3731111"/>
              <a:gd name="csY22" fmla="*/ 1365355 h 1422505"/>
              <a:gd name="csX23" fmla="*/ 717550 w 3731111"/>
              <a:gd name="csY23" fmla="*/ 1422505 h 1422505"/>
              <a:gd name="csX24" fmla="*/ 2984500 w 3731111"/>
              <a:gd name="csY24" fmla="*/ 736705 h 1422505"/>
              <a:gd name="csX25" fmla="*/ 3492500 w 3731111"/>
              <a:gd name="csY25" fmla="*/ 514455 h 1422505"/>
              <a:gd name="csX26" fmla="*/ 3689350 w 3731111"/>
              <a:gd name="csY26" fmla="*/ 323955 h 1422505"/>
              <a:gd name="csX27" fmla="*/ 3721100 w 3731111"/>
              <a:gd name="csY27" fmla="*/ 235055 h 1422505"/>
              <a:gd name="csX0" fmla="*/ 3721100 w 3731111"/>
              <a:gd name="csY0" fmla="*/ 235055 h 1422505"/>
              <a:gd name="csX1" fmla="*/ 3536950 w 3731111"/>
              <a:gd name="csY1" fmla="*/ 120755 h 1422505"/>
              <a:gd name="csX2" fmla="*/ 3381375 w 3731111"/>
              <a:gd name="csY2" fmla="*/ 104880 h 1422505"/>
              <a:gd name="csX3" fmla="*/ 3308350 w 3731111"/>
              <a:gd name="csY3" fmla="*/ 60430 h 1422505"/>
              <a:gd name="csX4" fmla="*/ 3225800 w 3731111"/>
              <a:gd name="csY4" fmla="*/ 25505 h 1422505"/>
              <a:gd name="csX5" fmla="*/ 2984500 w 3731111"/>
              <a:gd name="csY5" fmla="*/ 105 h 1422505"/>
              <a:gd name="csX6" fmla="*/ 2606675 w 3731111"/>
              <a:gd name="csY6" fmla="*/ 35030 h 1422505"/>
              <a:gd name="csX7" fmla="*/ 2044700 w 3731111"/>
              <a:gd name="csY7" fmla="*/ 152505 h 1422505"/>
              <a:gd name="csX8" fmla="*/ 0 w 3731111"/>
              <a:gd name="csY8" fmla="*/ 717655 h 1422505"/>
              <a:gd name="csX9" fmla="*/ 501650 w 3731111"/>
              <a:gd name="csY9" fmla="*/ 831955 h 1422505"/>
              <a:gd name="csX10" fmla="*/ 869950 w 3731111"/>
              <a:gd name="csY10" fmla="*/ 660505 h 1422505"/>
              <a:gd name="csX11" fmla="*/ 1174750 w 3731111"/>
              <a:gd name="csY11" fmla="*/ 603355 h 1422505"/>
              <a:gd name="csX12" fmla="*/ 1257300 w 3731111"/>
              <a:gd name="csY12" fmla="*/ 616055 h 1422505"/>
              <a:gd name="csX13" fmla="*/ 1327150 w 3731111"/>
              <a:gd name="csY13" fmla="*/ 781155 h 1422505"/>
              <a:gd name="csX14" fmla="*/ 1346200 w 3731111"/>
              <a:gd name="csY14" fmla="*/ 971655 h 1422505"/>
              <a:gd name="csX15" fmla="*/ 1295400 w 3731111"/>
              <a:gd name="csY15" fmla="*/ 1111355 h 1422505"/>
              <a:gd name="csX16" fmla="*/ 1130300 w 3731111"/>
              <a:gd name="csY16" fmla="*/ 1149455 h 1422505"/>
              <a:gd name="csX17" fmla="*/ 819150 w 3731111"/>
              <a:gd name="csY17" fmla="*/ 1232005 h 1422505"/>
              <a:gd name="csX18" fmla="*/ 527050 w 3731111"/>
              <a:gd name="csY18" fmla="*/ 1232005 h 1422505"/>
              <a:gd name="csX19" fmla="*/ 406400 w 3731111"/>
              <a:gd name="csY19" fmla="*/ 1212955 h 1422505"/>
              <a:gd name="csX20" fmla="*/ 374650 w 3731111"/>
              <a:gd name="csY20" fmla="*/ 1295505 h 1422505"/>
              <a:gd name="csX21" fmla="*/ 641350 w 3731111"/>
              <a:gd name="csY21" fmla="*/ 1276455 h 1422505"/>
              <a:gd name="csX22" fmla="*/ 717550 w 3731111"/>
              <a:gd name="csY22" fmla="*/ 1365355 h 1422505"/>
              <a:gd name="csX23" fmla="*/ 717550 w 3731111"/>
              <a:gd name="csY23" fmla="*/ 1422505 h 1422505"/>
              <a:gd name="csX24" fmla="*/ 2984500 w 3731111"/>
              <a:gd name="csY24" fmla="*/ 736705 h 1422505"/>
              <a:gd name="csX25" fmla="*/ 3492500 w 3731111"/>
              <a:gd name="csY25" fmla="*/ 514455 h 1422505"/>
              <a:gd name="csX26" fmla="*/ 3689350 w 3731111"/>
              <a:gd name="csY26" fmla="*/ 323955 h 1422505"/>
              <a:gd name="csX27" fmla="*/ 3721100 w 3731111"/>
              <a:gd name="csY27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95400 w 3738601"/>
              <a:gd name="csY15" fmla="*/ 1111355 h 1422505"/>
              <a:gd name="csX16" fmla="*/ 1130300 w 3738601"/>
              <a:gd name="csY16" fmla="*/ 1149455 h 1422505"/>
              <a:gd name="csX17" fmla="*/ 819150 w 3738601"/>
              <a:gd name="csY17" fmla="*/ 123200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95480 h 1422505"/>
              <a:gd name="csX16" fmla="*/ 1130300 w 3738601"/>
              <a:gd name="csY16" fmla="*/ 1149455 h 1422505"/>
              <a:gd name="csX17" fmla="*/ 819150 w 3738601"/>
              <a:gd name="csY17" fmla="*/ 123200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95480 h 1422505"/>
              <a:gd name="csX16" fmla="*/ 1130300 w 3738601"/>
              <a:gd name="csY16" fmla="*/ 1149455 h 1422505"/>
              <a:gd name="csX17" fmla="*/ 819150 w 3738601"/>
              <a:gd name="csY17" fmla="*/ 123200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19150 w 3738601"/>
              <a:gd name="csY17" fmla="*/ 123200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19150 w 3738601"/>
              <a:gd name="csY17" fmla="*/ 123200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19150 w 3738601"/>
              <a:gd name="csY17" fmla="*/ 123200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09625 w 3738601"/>
              <a:gd name="csY17" fmla="*/ 122565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09625 w 3738601"/>
              <a:gd name="csY17" fmla="*/ 122565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09625 w 3738601"/>
              <a:gd name="csY17" fmla="*/ 122565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09625 w 3738601"/>
              <a:gd name="csY17" fmla="*/ 122565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09625 w 3738601"/>
              <a:gd name="csY17" fmla="*/ 122565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57300 w 3738601"/>
              <a:gd name="csY12" fmla="*/ 616055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09625 w 3738601"/>
              <a:gd name="csY17" fmla="*/ 122565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44600 w 3738601"/>
              <a:gd name="csY12" fmla="*/ 625580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09625 w 3738601"/>
              <a:gd name="csY17" fmla="*/ 122565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1650 w 3738601"/>
              <a:gd name="csY9" fmla="*/ 8319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44600 w 3738601"/>
              <a:gd name="csY12" fmla="*/ 625580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09625 w 3738601"/>
              <a:gd name="csY17" fmla="*/ 122565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4825 w 3738601"/>
              <a:gd name="csY9" fmla="*/ 844655 h 1422505"/>
              <a:gd name="csX10" fmla="*/ 869950 w 3738601"/>
              <a:gd name="csY10" fmla="*/ 660505 h 1422505"/>
              <a:gd name="csX11" fmla="*/ 1174750 w 3738601"/>
              <a:gd name="csY11" fmla="*/ 603355 h 1422505"/>
              <a:gd name="csX12" fmla="*/ 1244600 w 3738601"/>
              <a:gd name="csY12" fmla="*/ 625580 h 1422505"/>
              <a:gd name="csX13" fmla="*/ 1327150 w 3738601"/>
              <a:gd name="csY13" fmla="*/ 781155 h 1422505"/>
              <a:gd name="csX14" fmla="*/ 1346200 w 3738601"/>
              <a:gd name="csY14" fmla="*/ 971655 h 1422505"/>
              <a:gd name="csX15" fmla="*/ 1285875 w 3738601"/>
              <a:gd name="csY15" fmla="*/ 1085955 h 1422505"/>
              <a:gd name="csX16" fmla="*/ 1130300 w 3738601"/>
              <a:gd name="csY16" fmla="*/ 1149455 h 1422505"/>
              <a:gd name="csX17" fmla="*/ 809625 w 3738601"/>
              <a:gd name="csY17" fmla="*/ 1225655 h 1422505"/>
              <a:gd name="csX18" fmla="*/ 527050 w 3738601"/>
              <a:gd name="csY18" fmla="*/ 1232005 h 1422505"/>
              <a:gd name="csX19" fmla="*/ 406400 w 3738601"/>
              <a:gd name="csY19" fmla="*/ 121295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84500 w 3738601"/>
              <a:gd name="csY24" fmla="*/ 736705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4825 w 3738601"/>
              <a:gd name="csY9" fmla="*/ 844655 h 1422505"/>
              <a:gd name="csX10" fmla="*/ 663575 w 3738601"/>
              <a:gd name="csY10" fmla="*/ 762105 h 1422505"/>
              <a:gd name="csX11" fmla="*/ 869950 w 3738601"/>
              <a:gd name="csY11" fmla="*/ 660505 h 1422505"/>
              <a:gd name="csX12" fmla="*/ 1174750 w 3738601"/>
              <a:gd name="csY12" fmla="*/ 603355 h 1422505"/>
              <a:gd name="csX13" fmla="*/ 1244600 w 3738601"/>
              <a:gd name="csY13" fmla="*/ 625580 h 1422505"/>
              <a:gd name="csX14" fmla="*/ 1327150 w 3738601"/>
              <a:gd name="csY14" fmla="*/ 781155 h 1422505"/>
              <a:gd name="csX15" fmla="*/ 1346200 w 3738601"/>
              <a:gd name="csY15" fmla="*/ 971655 h 1422505"/>
              <a:gd name="csX16" fmla="*/ 1285875 w 3738601"/>
              <a:gd name="csY16" fmla="*/ 1085955 h 1422505"/>
              <a:gd name="csX17" fmla="*/ 1130300 w 3738601"/>
              <a:gd name="csY17" fmla="*/ 1149455 h 1422505"/>
              <a:gd name="csX18" fmla="*/ 809625 w 3738601"/>
              <a:gd name="csY18" fmla="*/ 1225655 h 1422505"/>
              <a:gd name="csX19" fmla="*/ 527050 w 3738601"/>
              <a:gd name="csY19" fmla="*/ 1232005 h 1422505"/>
              <a:gd name="csX20" fmla="*/ 406400 w 3738601"/>
              <a:gd name="csY20" fmla="*/ 1212955 h 1422505"/>
              <a:gd name="csX21" fmla="*/ 374650 w 3738601"/>
              <a:gd name="csY21" fmla="*/ 1295505 h 1422505"/>
              <a:gd name="csX22" fmla="*/ 641350 w 3738601"/>
              <a:gd name="csY22" fmla="*/ 1276455 h 1422505"/>
              <a:gd name="csX23" fmla="*/ 717550 w 3738601"/>
              <a:gd name="csY23" fmla="*/ 1365355 h 1422505"/>
              <a:gd name="csX24" fmla="*/ 717550 w 3738601"/>
              <a:gd name="csY24" fmla="*/ 1422505 h 1422505"/>
              <a:gd name="csX25" fmla="*/ 2984500 w 3738601"/>
              <a:gd name="csY25" fmla="*/ 736705 h 1422505"/>
              <a:gd name="csX26" fmla="*/ 3492500 w 3738601"/>
              <a:gd name="csY26" fmla="*/ 514455 h 1422505"/>
              <a:gd name="csX27" fmla="*/ 3689350 w 3738601"/>
              <a:gd name="csY27" fmla="*/ 323955 h 1422505"/>
              <a:gd name="csX28" fmla="*/ 3727450 w 3738601"/>
              <a:gd name="csY28" fmla="*/ 273155 h 1422505"/>
              <a:gd name="csX29" fmla="*/ 3721100 w 3738601"/>
              <a:gd name="csY29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4825 w 3738601"/>
              <a:gd name="csY9" fmla="*/ 844655 h 1422505"/>
              <a:gd name="csX10" fmla="*/ 654050 w 3738601"/>
              <a:gd name="csY10" fmla="*/ 752580 h 1422505"/>
              <a:gd name="csX11" fmla="*/ 869950 w 3738601"/>
              <a:gd name="csY11" fmla="*/ 660505 h 1422505"/>
              <a:gd name="csX12" fmla="*/ 1174750 w 3738601"/>
              <a:gd name="csY12" fmla="*/ 603355 h 1422505"/>
              <a:gd name="csX13" fmla="*/ 1244600 w 3738601"/>
              <a:gd name="csY13" fmla="*/ 625580 h 1422505"/>
              <a:gd name="csX14" fmla="*/ 1327150 w 3738601"/>
              <a:gd name="csY14" fmla="*/ 781155 h 1422505"/>
              <a:gd name="csX15" fmla="*/ 1346200 w 3738601"/>
              <a:gd name="csY15" fmla="*/ 971655 h 1422505"/>
              <a:gd name="csX16" fmla="*/ 1285875 w 3738601"/>
              <a:gd name="csY16" fmla="*/ 1085955 h 1422505"/>
              <a:gd name="csX17" fmla="*/ 1130300 w 3738601"/>
              <a:gd name="csY17" fmla="*/ 1149455 h 1422505"/>
              <a:gd name="csX18" fmla="*/ 809625 w 3738601"/>
              <a:gd name="csY18" fmla="*/ 1225655 h 1422505"/>
              <a:gd name="csX19" fmla="*/ 527050 w 3738601"/>
              <a:gd name="csY19" fmla="*/ 1232005 h 1422505"/>
              <a:gd name="csX20" fmla="*/ 406400 w 3738601"/>
              <a:gd name="csY20" fmla="*/ 1212955 h 1422505"/>
              <a:gd name="csX21" fmla="*/ 374650 w 3738601"/>
              <a:gd name="csY21" fmla="*/ 1295505 h 1422505"/>
              <a:gd name="csX22" fmla="*/ 641350 w 3738601"/>
              <a:gd name="csY22" fmla="*/ 1276455 h 1422505"/>
              <a:gd name="csX23" fmla="*/ 717550 w 3738601"/>
              <a:gd name="csY23" fmla="*/ 1365355 h 1422505"/>
              <a:gd name="csX24" fmla="*/ 717550 w 3738601"/>
              <a:gd name="csY24" fmla="*/ 1422505 h 1422505"/>
              <a:gd name="csX25" fmla="*/ 2984500 w 3738601"/>
              <a:gd name="csY25" fmla="*/ 736705 h 1422505"/>
              <a:gd name="csX26" fmla="*/ 3492500 w 3738601"/>
              <a:gd name="csY26" fmla="*/ 514455 h 1422505"/>
              <a:gd name="csX27" fmla="*/ 3689350 w 3738601"/>
              <a:gd name="csY27" fmla="*/ 323955 h 1422505"/>
              <a:gd name="csX28" fmla="*/ 3727450 w 3738601"/>
              <a:gd name="csY28" fmla="*/ 273155 h 1422505"/>
              <a:gd name="csX29" fmla="*/ 3721100 w 3738601"/>
              <a:gd name="csY29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4825 w 3738601"/>
              <a:gd name="csY9" fmla="*/ 844655 h 1422505"/>
              <a:gd name="csX10" fmla="*/ 654050 w 3738601"/>
              <a:gd name="csY10" fmla="*/ 752580 h 1422505"/>
              <a:gd name="csX11" fmla="*/ 869950 w 3738601"/>
              <a:gd name="csY11" fmla="*/ 660505 h 1422505"/>
              <a:gd name="csX12" fmla="*/ 1174750 w 3738601"/>
              <a:gd name="csY12" fmla="*/ 603355 h 1422505"/>
              <a:gd name="csX13" fmla="*/ 1244600 w 3738601"/>
              <a:gd name="csY13" fmla="*/ 625580 h 1422505"/>
              <a:gd name="csX14" fmla="*/ 1327150 w 3738601"/>
              <a:gd name="csY14" fmla="*/ 781155 h 1422505"/>
              <a:gd name="csX15" fmla="*/ 1346200 w 3738601"/>
              <a:gd name="csY15" fmla="*/ 971655 h 1422505"/>
              <a:gd name="csX16" fmla="*/ 1285875 w 3738601"/>
              <a:gd name="csY16" fmla="*/ 1085955 h 1422505"/>
              <a:gd name="csX17" fmla="*/ 1130300 w 3738601"/>
              <a:gd name="csY17" fmla="*/ 1149455 h 1422505"/>
              <a:gd name="csX18" fmla="*/ 809625 w 3738601"/>
              <a:gd name="csY18" fmla="*/ 1225655 h 1422505"/>
              <a:gd name="csX19" fmla="*/ 527050 w 3738601"/>
              <a:gd name="csY19" fmla="*/ 1232005 h 1422505"/>
              <a:gd name="csX20" fmla="*/ 406400 w 3738601"/>
              <a:gd name="csY20" fmla="*/ 1212955 h 1422505"/>
              <a:gd name="csX21" fmla="*/ 374650 w 3738601"/>
              <a:gd name="csY21" fmla="*/ 1295505 h 1422505"/>
              <a:gd name="csX22" fmla="*/ 641350 w 3738601"/>
              <a:gd name="csY22" fmla="*/ 1276455 h 1422505"/>
              <a:gd name="csX23" fmla="*/ 717550 w 3738601"/>
              <a:gd name="csY23" fmla="*/ 1365355 h 1422505"/>
              <a:gd name="csX24" fmla="*/ 717550 w 3738601"/>
              <a:gd name="csY24" fmla="*/ 1422505 h 1422505"/>
              <a:gd name="csX25" fmla="*/ 2984500 w 3738601"/>
              <a:gd name="csY25" fmla="*/ 736705 h 1422505"/>
              <a:gd name="csX26" fmla="*/ 3492500 w 3738601"/>
              <a:gd name="csY26" fmla="*/ 514455 h 1422505"/>
              <a:gd name="csX27" fmla="*/ 3689350 w 3738601"/>
              <a:gd name="csY27" fmla="*/ 323955 h 1422505"/>
              <a:gd name="csX28" fmla="*/ 3727450 w 3738601"/>
              <a:gd name="csY28" fmla="*/ 273155 h 1422505"/>
              <a:gd name="csX29" fmla="*/ 3721100 w 3738601"/>
              <a:gd name="csY29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4825 w 3738601"/>
              <a:gd name="csY9" fmla="*/ 844655 h 1422505"/>
              <a:gd name="csX10" fmla="*/ 654050 w 3738601"/>
              <a:gd name="csY10" fmla="*/ 752580 h 1422505"/>
              <a:gd name="csX11" fmla="*/ 869950 w 3738601"/>
              <a:gd name="csY11" fmla="*/ 660505 h 1422505"/>
              <a:gd name="csX12" fmla="*/ 1174750 w 3738601"/>
              <a:gd name="csY12" fmla="*/ 603355 h 1422505"/>
              <a:gd name="csX13" fmla="*/ 1244600 w 3738601"/>
              <a:gd name="csY13" fmla="*/ 625580 h 1422505"/>
              <a:gd name="csX14" fmla="*/ 1327150 w 3738601"/>
              <a:gd name="csY14" fmla="*/ 781155 h 1422505"/>
              <a:gd name="csX15" fmla="*/ 1346200 w 3738601"/>
              <a:gd name="csY15" fmla="*/ 971655 h 1422505"/>
              <a:gd name="csX16" fmla="*/ 1285875 w 3738601"/>
              <a:gd name="csY16" fmla="*/ 1085955 h 1422505"/>
              <a:gd name="csX17" fmla="*/ 1130300 w 3738601"/>
              <a:gd name="csY17" fmla="*/ 1149455 h 1422505"/>
              <a:gd name="csX18" fmla="*/ 809625 w 3738601"/>
              <a:gd name="csY18" fmla="*/ 1225655 h 1422505"/>
              <a:gd name="csX19" fmla="*/ 527050 w 3738601"/>
              <a:gd name="csY19" fmla="*/ 1232005 h 1422505"/>
              <a:gd name="csX20" fmla="*/ 406400 w 3738601"/>
              <a:gd name="csY20" fmla="*/ 1212955 h 1422505"/>
              <a:gd name="csX21" fmla="*/ 374650 w 3738601"/>
              <a:gd name="csY21" fmla="*/ 1295505 h 1422505"/>
              <a:gd name="csX22" fmla="*/ 641350 w 3738601"/>
              <a:gd name="csY22" fmla="*/ 1276455 h 1422505"/>
              <a:gd name="csX23" fmla="*/ 717550 w 3738601"/>
              <a:gd name="csY23" fmla="*/ 1365355 h 1422505"/>
              <a:gd name="csX24" fmla="*/ 717550 w 3738601"/>
              <a:gd name="csY24" fmla="*/ 1422505 h 1422505"/>
              <a:gd name="csX25" fmla="*/ 2984500 w 3738601"/>
              <a:gd name="csY25" fmla="*/ 736705 h 1422505"/>
              <a:gd name="csX26" fmla="*/ 3492500 w 3738601"/>
              <a:gd name="csY26" fmla="*/ 514455 h 1422505"/>
              <a:gd name="csX27" fmla="*/ 3689350 w 3738601"/>
              <a:gd name="csY27" fmla="*/ 323955 h 1422505"/>
              <a:gd name="csX28" fmla="*/ 3727450 w 3738601"/>
              <a:gd name="csY28" fmla="*/ 273155 h 1422505"/>
              <a:gd name="csX29" fmla="*/ 3721100 w 3738601"/>
              <a:gd name="csY29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4825 w 3738601"/>
              <a:gd name="csY9" fmla="*/ 844655 h 1422505"/>
              <a:gd name="csX10" fmla="*/ 654050 w 3738601"/>
              <a:gd name="csY10" fmla="*/ 752580 h 1422505"/>
              <a:gd name="csX11" fmla="*/ 869950 w 3738601"/>
              <a:gd name="csY11" fmla="*/ 660505 h 1422505"/>
              <a:gd name="csX12" fmla="*/ 1174750 w 3738601"/>
              <a:gd name="csY12" fmla="*/ 603355 h 1422505"/>
              <a:gd name="csX13" fmla="*/ 1244600 w 3738601"/>
              <a:gd name="csY13" fmla="*/ 625580 h 1422505"/>
              <a:gd name="csX14" fmla="*/ 1327150 w 3738601"/>
              <a:gd name="csY14" fmla="*/ 781155 h 1422505"/>
              <a:gd name="csX15" fmla="*/ 1346200 w 3738601"/>
              <a:gd name="csY15" fmla="*/ 971655 h 1422505"/>
              <a:gd name="csX16" fmla="*/ 1285875 w 3738601"/>
              <a:gd name="csY16" fmla="*/ 1085955 h 1422505"/>
              <a:gd name="csX17" fmla="*/ 1130300 w 3738601"/>
              <a:gd name="csY17" fmla="*/ 1149455 h 1422505"/>
              <a:gd name="csX18" fmla="*/ 809625 w 3738601"/>
              <a:gd name="csY18" fmla="*/ 1225655 h 1422505"/>
              <a:gd name="csX19" fmla="*/ 527050 w 3738601"/>
              <a:gd name="csY19" fmla="*/ 1232005 h 1422505"/>
              <a:gd name="csX20" fmla="*/ 406400 w 3738601"/>
              <a:gd name="csY20" fmla="*/ 1212955 h 1422505"/>
              <a:gd name="csX21" fmla="*/ 374650 w 3738601"/>
              <a:gd name="csY21" fmla="*/ 1295505 h 1422505"/>
              <a:gd name="csX22" fmla="*/ 641350 w 3738601"/>
              <a:gd name="csY22" fmla="*/ 1276455 h 1422505"/>
              <a:gd name="csX23" fmla="*/ 717550 w 3738601"/>
              <a:gd name="csY23" fmla="*/ 1365355 h 1422505"/>
              <a:gd name="csX24" fmla="*/ 717550 w 3738601"/>
              <a:gd name="csY24" fmla="*/ 1422505 h 1422505"/>
              <a:gd name="csX25" fmla="*/ 2984500 w 3738601"/>
              <a:gd name="csY25" fmla="*/ 736705 h 1422505"/>
              <a:gd name="csX26" fmla="*/ 3492500 w 3738601"/>
              <a:gd name="csY26" fmla="*/ 514455 h 1422505"/>
              <a:gd name="csX27" fmla="*/ 3689350 w 3738601"/>
              <a:gd name="csY27" fmla="*/ 323955 h 1422505"/>
              <a:gd name="csX28" fmla="*/ 3727450 w 3738601"/>
              <a:gd name="csY28" fmla="*/ 273155 h 1422505"/>
              <a:gd name="csX29" fmla="*/ 3721100 w 3738601"/>
              <a:gd name="csY29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4825 w 3738601"/>
              <a:gd name="csY9" fmla="*/ 844655 h 1422505"/>
              <a:gd name="csX10" fmla="*/ 654050 w 3738601"/>
              <a:gd name="csY10" fmla="*/ 752580 h 1422505"/>
              <a:gd name="csX11" fmla="*/ 869950 w 3738601"/>
              <a:gd name="csY11" fmla="*/ 660505 h 1422505"/>
              <a:gd name="csX12" fmla="*/ 1174750 w 3738601"/>
              <a:gd name="csY12" fmla="*/ 603355 h 1422505"/>
              <a:gd name="csX13" fmla="*/ 1244600 w 3738601"/>
              <a:gd name="csY13" fmla="*/ 625580 h 1422505"/>
              <a:gd name="csX14" fmla="*/ 1327150 w 3738601"/>
              <a:gd name="csY14" fmla="*/ 781155 h 1422505"/>
              <a:gd name="csX15" fmla="*/ 1346200 w 3738601"/>
              <a:gd name="csY15" fmla="*/ 971655 h 1422505"/>
              <a:gd name="csX16" fmla="*/ 1285875 w 3738601"/>
              <a:gd name="csY16" fmla="*/ 1085955 h 1422505"/>
              <a:gd name="csX17" fmla="*/ 1130300 w 3738601"/>
              <a:gd name="csY17" fmla="*/ 1149455 h 1422505"/>
              <a:gd name="csX18" fmla="*/ 809625 w 3738601"/>
              <a:gd name="csY18" fmla="*/ 1225655 h 1422505"/>
              <a:gd name="csX19" fmla="*/ 527050 w 3738601"/>
              <a:gd name="csY19" fmla="*/ 1232005 h 1422505"/>
              <a:gd name="csX20" fmla="*/ 406400 w 3738601"/>
              <a:gd name="csY20" fmla="*/ 1212955 h 1422505"/>
              <a:gd name="csX21" fmla="*/ 374650 w 3738601"/>
              <a:gd name="csY21" fmla="*/ 1295505 h 1422505"/>
              <a:gd name="csX22" fmla="*/ 641350 w 3738601"/>
              <a:gd name="csY22" fmla="*/ 1276455 h 1422505"/>
              <a:gd name="csX23" fmla="*/ 717550 w 3738601"/>
              <a:gd name="csY23" fmla="*/ 1365355 h 1422505"/>
              <a:gd name="csX24" fmla="*/ 717550 w 3738601"/>
              <a:gd name="csY24" fmla="*/ 1422505 h 1422505"/>
              <a:gd name="csX25" fmla="*/ 2991643 w 3738601"/>
              <a:gd name="csY25" fmla="*/ 746230 h 1422505"/>
              <a:gd name="csX26" fmla="*/ 3492500 w 3738601"/>
              <a:gd name="csY26" fmla="*/ 514455 h 1422505"/>
              <a:gd name="csX27" fmla="*/ 3689350 w 3738601"/>
              <a:gd name="csY27" fmla="*/ 323955 h 1422505"/>
              <a:gd name="csX28" fmla="*/ 3727450 w 3738601"/>
              <a:gd name="csY28" fmla="*/ 273155 h 1422505"/>
              <a:gd name="csX29" fmla="*/ 3721100 w 3738601"/>
              <a:gd name="csY29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4825 w 3738601"/>
              <a:gd name="csY9" fmla="*/ 844655 h 1422505"/>
              <a:gd name="csX10" fmla="*/ 654050 w 3738601"/>
              <a:gd name="csY10" fmla="*/ 752580 h 1422505"/>
              <a:gd name="csX11" fmla="*/ 869950 w 3738601"/>
              <a:gd name="csY11" fmla="*/ 660505 h 1422505"/>
              <a:gd name="csX12" fmla="*/ 1174750 w 3738601"/>
              <a:gd name="csY12" fmla="*/ 603355 h 1422505"/>
              <a:gd name="csX13" fmla="*/ 1244600 w 3738601"/>
              <a:gd name="csY13" fmla="*/ 625580 h 1422505"/>
              <a:gd name="csX14" fmla="*/ 1327150 w 3738601"/>
              <a:gd name="csY14" fmla="*/ 781155 h 1422505"/>
              <a:gd name="csX15" fmla="*/ 1346200 w 3738601"/>
              <a:gd name="csY15" fmla="*/ 971655 h 1422505"/>
              <a:gd name="csX16" fmla="*/ 1285875 w 3738601"/>
              <a:gd name="csY16" fmla="*/ 1085955 h 1422505"/>
              <a:gd name="csX17" fmla="*/ 1130300 w 3738601"/>
              <a:gd name="csY17" fmla="*/ 1149455 h 1422505"/>
              <a:gd name="csX18" fmla="*/ 809625 w 3738601"/>
              <a:gd name="csY18" fmla="*/ 1225655 h 1422505"/>
              <a:gd name="csX19" fmla="*/ 527050 w 3738601"/>
              <a:gd name="csY19" fmla="*/ 1232005 h 1422505"/>
              <a:gd name="csX20" fmla="*/ 374650 w 3738601"/>
              <a:gd name="csY20" fmla="*/ 1295505 h 1422505"/>
              <a:gd name="csX21" fmla="*/ 641350 w 3738601"/>
              <a:gd name="csY21" fmla="*/ 1276455 h 1422505"/>
              <a:gd name="csX22" fmla="*/ 717550 w 3738601"/>
              <a:gd name="csY22" fmla="*/ 1365355 h 1422505"/>
              <a:gd name="csX23" fmla="*/ 717550 w 3738601"/>
              <a:gd name="csY23" fmla="*/ 1422505 h 1422505"/>
              <a:gd name="csX24" fmla="*/ 2991643 w 3738601"/>
              <a:gd name="csY24" fmla="*/ 746230 h 1422505"/>
              <a:gd name="csX25" fmla="*/ 3492500 w 3738601"/>
              <a:gd name="csY25" fmla="*/ 514455 h 1422505"/>
              <a:gd name="csX26" fmla="*/ 3689350 w 3738601"/>
              <a:gd name="csY26" fmla="*/ 323955 h 1422505"/>
              <a:gd name="csX27" fmla="*/ 3727450 w 3738601"/>
              <a:gd name="csY27" fmla="*/ 273155 h 1422505"/>
              <a:gd name="csX28" fmla="*/ 3721100 w 3738601"/>
              <a:gd name="csY28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4825 w 3738601"/>
              <a:gd name="csY9" fmla="*/ 844655 h 1422505"/>
              <a:gd name="csX10" fmla="*/ 654050 w 3738601"/>
              <a:gd name="csY10" fmla="*/ 752580 h 1422505"/>
              <a:gd name="csX11" fmla="*/ 869950 w 3738601"/>
              <a:gd name="csY11" fmla="*/ 660505 h 1422505"/>
              <a:gd name="csX12" fmla="*/ 1174750 w 3738601"/>
              <a:gd name="csY12" fmla="*/ 603355 h 1422505"/>
              <a:gd name="csX13" fmla="*/ 1244600 w 3738601"/>
              <a:gd name="csY13" fmla="*/ 625580 h 1422505"/>
              <a:gd name="csX14" fmla="*/ 1327150 w 3738601"/>
              <a:gd name="csY14" fmla="*/ 781155 h 1422505"/>
              <a:gd name="csX15" fmla="*/ 1346200 w 3738601"/>
              <a:gd name="csY15" fmla="*/ 971655 h 1422505"/>
              <a:gd name="csX16" fmla="*/ 1285875 w 3738601"/>
              <a:gd name="csY16" fmla="*/ 1085955 h 1422505"/>
              <a:gd name="csX17" fmla="*/ 1130300 w 3738601"/>
              <a:gd name="csY17" fmla="*/ 1149455 h 1422505"/>
              <a:gd name="csX18" fmla="*/ 809625 w 3738601"/>
              <a:gd name="csY18" fmla="*/ 1225655 h 1422505"/>
              <a:gd name="csX19" fmla="*/ 527050 w 3738601"/>
              <a:gd name="csY19" fmla="*/ 1232005 h 1422505"/>
              <a:gd name="csX20" fmla="*/ 641350 w 3738601"/>
              <a:gd name="csY20" fmla="*/ 1276455 h 1422505"/>
              <a:gd name="csX21" fmla="*/ 717550 w 3738601"/>
              <a:gd name="csY21" fmla="*/ 1365355 h 1422505"/>
              <a:gd name="csX22" fmla="*/ 717550 w 3738601"/>
              <a:gd name="csY22" fmla="*/ 1422505 h 1422505"/>
              <a:gd name="csX23" fmla="*/ 2991643 w 3738601"/>
              <a:gd name="csY23" fmla="*/ 746230 h 1422505"/>
              <a:gd name="csX24" fmla="*/ 3492500 w 3738601"/>
              <a:gd name="csY24" fmla="*/ 514455 h 1422505"/>
              <a:gd name="csX25" fmla="*/ 3689350 w 3738601"/>
              <a:gd name="csY25" fmla="*/ 323955 h 1422505"/>
              <a:gd name="csX26" fmla="*/ 3727450 w 3738601"/>
              <a:gd name="csY26" fmla="*/ 273155 h 1422505"/>
              <a:gd name="csX27" fmla="*/ 3721100 w 3738601"/>
              <a:gd name="csY27" fmla="*/ 235055 h 1422505"/>
              <a:gd name="csX0" fmla="*/ 3721100 w 3738601"/>
              <a:gd name="csY0" fmla="*/ 235055 h 1422505"/>
              <a:gd name="csX1" fmla="*/ 3536950 w 3738601"/>
              <a:gd name="csY1" fmla="*/ 120755 h 1422505"/>
              <a:gd name="csX2" fmla="*/ 3381375 w 3738601"/>
              <a:gd name="csY2" fmla="*/ 104880 h 1422505"/>
              <a:gd name="csX3" fmla="*/ 3308350 w 3738601"/>
              <a:gd name="csY3" fmla="*/ 60430 h 1422505"/>
              <a:gd name="csX4" fmla="*/ 3225800 w 3738601"/>
              <a:gd name="csY4" fmla="*/ 25505 h 1422505"/>
              <a:gd name="csX5" fmla="*/ 2984500 w 3738601"/>
              <a:gd name="csY5" fmla="*/ 105 h 1422505"/>
              <a:gd name="csX6" fmla="*/ 2606675 w 3738601"/>
              <a:gd name="csY6" fmla="*/ 35030 h 1422505"/>
              <a:gd name="csX7" fmla="*/ 2044700 w 3738601"/>
              <a:gd name="csY7" fmla="*/ 152505 h 1422505"/>
              <a:gd name="csX8" fmla="*/ 0 w 3738601"/>
              <a:gd name="csY8" fmla="*/ 717655 h 1422505"/>
              <a:gd name="csX9" fmla="*/ 504825 w 3738601"/>
              <a:gd name="csY9" fmla="*/ 844655 h 1422505"/>
              <a:gd name="csX10" fmla="*/ 654050 w 3738601"/>
              <a:gd name="csY10" fmla="*/ 752580 h 1422505"/>
              <a:gd name="csX11" fmla="*/ 869950 w 3738601"/>
              <a:gd name="csY11" fmla="*/ 660505 h 1422505"/>
              <a:gd name="csX12" fmla="*/ 1174750 w 3738601"/>
              <a:gd name="csY12" fmla="*/ 603355 h 1422505"/>
              <a:gd name="csX13" fmla="*/ 1244600 w 3738601"/>
              <a:gd name="csY13" fmla="*/ 625580 h 1422505"/>
              <a:gd name="csX14" fmla="*/ 1327150 w 3738601"/>
              <a:gd name="csY14" fmla="*/ 781155 h 1422505"/>
              <a:gd name="csX15" fmla="*/ 1346200 w 3738601"/>
              <a:gd name="csY15" fmla="*/ 971655 h 1422505"/>
              <a:gd name="csX16" fmla="*/ 1285875 w 3738601"/>
              <a:gd name="csY16" fmla="*/ 1085955 h 1422505"/>
              <a:gd name="csX17" fmla="*/ 1130300 w 3738601"/>
              <a:gd name="csY17" fmla="*/ 1149455 h 1422505"/>
              <a:gd name="csX18" fmla="*/ 809625 w 3738601"/>
              <a:gd name="csY18" fmla="*/ 1225655 h 1422505"/>
              <a:gd name="csX19" fmla="*/ 641350 w 3738601"/>
              <a:gd name="csY19" fmla="*/ 1276455 h 1422505"/>
              <a:gd name="csX20" fmla="*/ 717550 w 3738601"/>
              <a:gd name="csY20" fmla="*/ 1365355 h 1422505"/>
              <a:gd name="csX21" fmla="*/ 717550 w 3738601"/>
              <a:gd name="csY21" fmla="*/ 1422505 h 1422505"/>
              <a:gd name="csX22" fmla="*/ 2991643 w 3738601"/>
              <a:gd name="csY22" fmla="*/ 746230 h 1422505"/>
              <a:gd name="csX23" fmla="*/ 3492500 w 3738601"/>
              <a:gd name="csY23" fmla="*/ 514455 h 1422505"/>
              <a:gd name="csX24" fmla="*/ 3689350 w 3738601"/>
              <a:gd name="csY24" fmla="*/ 323955 h 1422505"/>
              <a:gd name="csX25" fmla="*/ 3727450 w 3738601"/>
              <a:gd name="csY25" fmla="*/ 273155 h 1422505"/>
              <a:gd name="csX26" fmla="*/ 3721100 w 3738601"/>
              <a:gd name="csY26" fmla="*/ 235055 h 1422505"/>
              <a:gd name="csX0" fmla="*/ 3721100 w 3738601"/>
              <a:gd name="csY0" fmla="*/ 235055 h 1365355"/>
              <a:gd name="csX1" fmla="*/ 3536950 w 3738601"/>
              <a:gd name="csY1" fmla="*/ 120755 h 1365355"/>
              <a:gd name="csX2" fmla="*/ 3381375 w 3738601"/>
              <a:gd name="csY2" fmla="*/ 104880 h 1365355"/>
              <a:gd name="csX3" fmla="*/ 3308350 w 3738601"/>
              <a:gd name="csY3" fmla="*/ 60430 h 1365355"/>
              <a:gd name="csX4" fmla="*/ 3225800 w 3738601"/>
              <a:gd name="csY4" fmla="*/ 25505 h 1365355"/>
              <a:gd name="csX5" fmla="*/ 2984500 w 3738601"/>
              <a:gd name="csY5" fmla="*/ 105 h 1365355"/>
              <a:gd name="csX6" fmla="*/ 2606675 w 3738601"/>
              <a:gd name="csY6" fmla="*/ 35030 h 1365355"/>
              <a:gd name="csX7" fmla="*/ 2044700 w 3738601"/>
              <a:gd name="csY7" fmla="*/ 152505 h 1365355"/>
              <a:gd name="csX8" fmla="*/ 0 w 3738601"/>
              <a:gd name="csY8" fmla="*/ 717655 h 1365355"/>
              <a:gd name="csX9" fmla="*/ 504825 w 3738601"/>
              <a:gd name="csY9" fmla="*/ 844655 h 1365355"/>
              <a:gd name="csX10" fmla="*/ 654050 w 3738601"/>
              <a:gd name="csY10" fmla="*/ 752580 h 1365355"/>
              <a:gd name="csX11" fmla="*/ 869950 w 3738601"/>
              <a:gd name="csY11" fmla="*/ 660505 h 1365355"/>
              <a:gd name="csX12" fmla="*/ 1174750 w 3738601"/>
              <a:gd name="csY12" fmla="*/ 603355 h 1365355"/>
              <a:gd name="csX13" fmla="*/ 1244600 w 3738601"/>
              <a:gd name="csY13" fmla="*/ 625580 h 1365355"/>
              <a:gd name="csX14" fmla="*/ 1327150 w 3738601"/>
              <a:gd name="csY14" fmla="*/ 781155 h 1365355"/>
              <a:gd name="csX15" fmla="*/ 1346200 w 3738601"/>
              <a:gd name="csY15" fmla="*/ 971655 h 1365355"/>
              <a:gd name="csX16" fmla="*/ 1285875 w 3738601"/>
              <a:gd name="csY16" fmla="*/ 1085955 h 1365355"/>
              <a:gd name="csX17" fmla="*/ 1130300 w 3738601"/>
              <a:gd name="csY17" fmla="*/ 1149455 h 1365355"/>
              <a:gd name="csX18" fmla="*/ 809625 w 3738601"/>
              <a:gd name="csY18" fmla="*/ 1225655 h 1365355"/>
              <a:gd name="csX19" fmla="*/ 641350 w 3738601"/>
              <a:gd name="csY19" fmla="*/ 1276455 h 1365355"/>
              <a:gd name="csX20" fmla="*/ 717550 w 3738601"/>
              <a:gd name="csY20" fmla="*/ 1365355 h 1365355"/>
              <a:gd name="csX21" fmla="*/ 2991643 w 3738601"/>
              <a:gd name="csY21" fmla="*/ 746230 h 1365355"/>
              <a:gd name="csX22" fmla="*/ 3492500 w 3738601"/>
              <a:gd name="csY22" fmla="*/ 514455 h 1365355"/>
              <a:gd name="csX23" fmla="*/ 3689350 w 3738601"/>
              <a:gd name="csY23" fmla="*/ 323955 h 1365355"/>
              <a:gd name="csX24" fmla="*/ 3727450 w 3738601"/>
              <a:gd name="csY24" fmla="*/ 273155 h 1365355"/>
              <a:gd name="csX25" fmla="*/ 3721100 w 3738601"/>
              <a:gd name="csY25" fmla="*/ 235055 h 1365355"/>
              <a:gd name="csX0" fmla="*/ 3721100 w 3738601"/>
              <a:gd name="csY0" fmla="*/ 235055 h 1276455"/>
              <a:gd name="csX1" fmla="*/ 3536950 w 3738601"/>
              <a:gd name="csY1" fmla="*/ 120755 h 1276455"/>
              <a:gd name="csX2" fmla="*/ 3381375 w 3738601"/>
              <a:gd name="csY2" fmla="*/ 104880 h 1276455"/>
              <a:gd name="csX3" fmla="*/ 3308350 w 3738601"/>
              <a:gd name="csY3" fmla="*/ 60430 h 1276455"/>
              <a:gd name="csX4" fmla="*/ 3225800 w 3738601"/>
              <a:gd name="csY4" fmla="*/ 25505 h 1276455"/>
              <a:gd name="csX5" fmla="*/ 2984500 w 3738601"/>
              <a:gd name="csY5" fmla="*/ 105 h 1276455"/>
              <a:gd name="csX6" fmla="*/ 2606675 w 3738601"/>
              <a:gd name="csY6" fmla="*/ 35030 h 1276455"/>
              <a:gd name="csX7" fmla="*/ 2044700 w 3738601"/>
              <a:gd name="csY7" fmla="*/ 152505 h 1276455"/>
              <a:gd name="csX8" fmla="*/ 0 w 3738601"/>
              <a:gd name="csY8" fmla="*/ 717655 h 1276455"/>
              <a:gd name="csX9" fmla="*/ 504825 w 3738601"/>
              <a:gd name="csY9" fmla="*/ 844655 h 1276455"/>
              <a:gd name="csX10" fmla="*/ 654050 w 3738601"/>
              <a:gd name="csY10" fmla="*/ 752580 h 1276455"/>
              <a:gd name="csX11" fmla="*/ 869950 w 3738601"/>
              <a:gd name="csY11" fmla="*/ 660505 h 1276455"/>
              <a:gd name="csX12" fmla="*/ 1174750 w 3738601"/>
              <a:gd name="csY12" fmla="*/ 603355 h 1276455"/>
              <a:gd name="csX13" fmla="*/ 1244600 w 3738601"/>
              <a:gd name="csY13" fmla="*/ 625580 h 1276455"/>
              <a:gd name="csX14" fmla="*/ 1327150 w 3738601"/>
              <a:gd name="csY14" fmla="*/ 781155 h 1276455"/>
              <a:gd name="csX15" fmla="*/ 1346200 w 3738601"/>
              <a:gd name="csY15" fmla="*/ 971655 h 1276455"/>
              <a:gd name="csX16" fmla="*/ 1285875 w 3738601"/>
              <a:gd name="csY16" fmla="*/ 1085955 h 1276455"/>
              <a:gd name="csX17" fmla="*/ 1130300 w 3738601"/>
              <a:gd name="csY17" fmla="*/ 1149455 h 1276455"/>
              <a:gd name="csX18" fmla="*/ 809625 w 3738601"/>
              <a:gd name="csY18" fmla="*/ 1225655 h 1276455"/>
              <a:gd name="csX19" fmla="*/ 641350 w 3738601"/>
              <a:gd name="csY19" fmla="*/ 1276455 h 1276455"/>
              <a:gd name="csX20" fmla="*/ 2991643 w 3738601"/>
              <a:gd name="csY20" fmla="*/ 746230 h 1276455"/>
              <a:gd name="csX21" fmla="*/ 3492500 w 3738601"/>
              <a:gd name="csY21" fmla="*/ 514455 h 1276455"/>
              <a:gd name="csX22" fmla="*/ 3689350 w 3738601"/>
              <a:gd name="csY22" fmla="*/ 323955 h 1276455"/>
              <a:gd name="csX23" fmla="*/ 3727450 w 3738601"/>
              <a:gd name="csY23" fmla="*/ 273155 h 1276455"/>
              <a:gd name="csX24" fmla="*/ 3721100 w 3738601"/>
              <a:gd name="csY24" fmla="*/ 235055 h 1276455"/>
              <a:gd name="csX0" fmla="*/ 3721100 w 3738601"/>
              <a:gd name="csY0" fmla="*/ 235055 h 1246315"/>
              <a:gd name="csX1" fmla="*/ 3536950 w 3738601"/>
              <a:gd name="csY1" fmla="*/ 120755 h 1246315"/>
              <a:gd name="csX2" fmla="*/ 3381375 w 3738601"/>
              <a:gd name="csY2" fmla="*/ 104880 h 1246315"/>
              <a:gd name="csX3" fmla="*/ 3308350 w 3738601"/>
              <a:gd name="csY3" fmla="*/ 60430 h 1246315"/>
              <a:gd name="csX4" fmla="*/ 3225800 w 3738601"/>
              <a:gd name="csY4" fmla="*/ 25505 h 1246315"/>
              <a:gd name="csX5" fmla="*/ 2984500 w 3738601"/>
              <a:gd name="csY5" fmla="*/ 105 h 1246315"/>
              <a:gd name="csX6" fmla="*/ 2606675 w 3738601"/>
              <a:gd name="csY6" fmla="*/ 35030 h 1246315"/>
              <a:gd name="csX7" fmla="*/ 2044700 w 3738601"/>
              <a:gd name="csY7" fmla="*/ 152505 h 1246315"/>
              <a:gd name="csX8" fmla="*/ 0 w 3738601"/>
              <a:gd name="csY8" fmla="*/ 717655 h 1246315"/>
              <a:gd name="csX9" fmla="*/ 504825 w 3738601"/>
              <a:gd name="csY9" fmla="*/ 844655 h 1246315"/>
              <a:gd name="csX10" fmla="*/ 654050 w 3738601"/>
              <a:gd name="csY10" fmla="*/ 752580 h 1246315"/>
              <a:gd name="csX11" fmla="*/ 869950 w 3738601"/>
              <a:gd name="csY11" fmla="*/ 660505 h 1246315"/>
              <a:gd name="csX12" fmla="*/ 1174750 w 3738601"/>
              <a:gd name="csY12" fmla="*/ 603355 h 1246315"/>
              <a:gd name="csX13" fmla="*/ 1244600 w 3738601"/>
              <a:gd name="csY13" fmla="*/ 625580 h 1246315"/>
              <a:gd name="csX14" fmla="*/ 1327150 w 3738601"/>
              <a:gd name="csY14" fmla="*/ 781155 h 1246315"/>
              <a:gd name="csX15" fmla="*/ 1346200 w 3738601"/>
              <a:gd name="csY15" fmla="*/ 971655 h 1246315"/>
              <a:gd name="csX16" fmla="*/ 1285875 w 3738601"/>
              <a:gd name="csY16" fmla="*/ 1085955 h 1246315"/>
              <a:gd name="csX17" fmla="*/ 1130300 w 3738601"/>
              <a:gd name="csY17" fmla="*/ 1149455 h 1246315"/>
              <a:gd name="csX18" fmla="*/ 809625 w 3738601"/>
              <a:gd name="csY18" fmla="*/ 1225655 h 1246315"/>
              <a:gd name="csX19" fmla="*/ 2991643 w 3738601"/>
              <a:gd name="csY19" fmla="*/ 746230 h 1246315"/>
              <a:gd name="csX20" fmla="*/ 3492500 w 3738601"/>
              <a:gd name="csY20" fmla="*/ 514455 h 1246315"/>
              <a:gd name="csX21" fmla="*/ 3689350 w 3738601"/>
              <a:gd name="csY21" fmla="*/ 323955 h 1246315"/>
              <a:gd name="csX22" fmla="*/ 3727450 w 3738601"/>
              <a:gd name="csY22" fmla="*/ 273155 h 1246315"/>
              <a:gd name="csX23" fmla="*/ 3721100 w 3738601"/>
              <a:gd name="csY23" fmla="*/ 235055 h 1246315"/>
              <a:gd name="csX0" fmla="*/ 3721100 w 3738601"/>
              <a:gd name="csY0" fmla="*/ 235055 h 1149455"/>
              <a:gd name="csX1" fmla="*/ 3536950 w 3738601"/>
              <a:gd name="csY1" fmla="*/ 120755 h 1149455"/>
              <a:gd name="csX2" fmla="*/ 3381375 w 3738601"/>
              <a:gd name="csY2" fmla="*/ 104880 h 1149455"/>
              <a:gd name="csX3" fmla="*/ 3308350 w 3738601"/>
              <a:gd name="csY3" fmla="*/ 60430 h 1149455"/>
              <a:gd name="csX4" fmla="*/ 3225800 w 3738601"/>
              <a:gd name="csY4" fmla="*/ 25505 h 1149455"/>
              <a:gd name="csX5" fmla="*/ 2984500 w 3738601"/>
              <a:gd name="csY5" fmla="*/ 105 h 1149455"/>
              <a:gd name="csX6" fmla="*/ 2606675 w 3738601"/>
              <a:gd name="csY6" fmla="*/ 35030 h 1149455"/>
              <a:gd name="csX7" fmla="*/ 2044700 w 3738601"/>
              <a:gd name="csY7" fmla="*/ 152505 h 1149455"/>
              <a:gd name="csX8" fmla="*/ 0 w 3738601"/>
              <a:gd name="csY8" fmla="*/ 717655 h 1149455"/>
              <a:gd name="csX9" fmla="*/ 504825 w 3738601"/>
              <a:gd name="csY9" fmla="*/ 844655 h 1149455"/>
              <a:gd name="csX10" fmla="*/ 654050 w 3738601"/>
              <a:gd name="csY10" fmla="*/ 752580 h 1149455"/>
              <a:gd name="csX11" fmla="*/ 869950 w 3738601"/>
              <a:gd name="csY11" fmla="*/ 660505 h 1149455"/>
              <a:gd name="csX12" fmla="*/ 1174750 w 3738601"/>
              <a:gd name="csY12" fmla="*/ 603355 h 1149455"/>
              <a:gd name="csX13" fmla="*/ 1244600 w 3738601"/>
              <a:gd name="csY13" fmla="*/ 625580 h 1149455"/>
              <a:gd name="csX14" fmla="*/ 1327150 w 3738601"/>
              <a:gd name="csY14" fmla="*/ 781155 h 1149455"/>
              <a:gd name="csX15" fmla="*/ 1346200 w 3738601"/>
              <a:gd name="csY15" fmla="*/ 971655 h 1149455"/>
              <a:gd name="csX16" fmla="*/ 1285875 w 3738601"/>
              <a:gd name="csY16" fmla="*/ 1085955 h 1149455"/>
              <a:gd name="csX17" fmla="*/ 1130300 w 3738601"/>
              <a:gd name="csY17" fmla="*/ 1149455 h 1149455"/>
              <a:gd name="csX18" fmla="*/ 2991643 w 3738601"/>
              <a:gd name="csY18" fmla="*/ 746230 h 1149455"/>
              <a:gd name="csX19" fmla="*/ 3492500 w 3738601"/>
              <a:gd name="csY19" fmla="*/ 514455 h 1149455"/>
              <a:gd name="csX20" fmla="*/ 3689350 w 3738601"/>
              <a:gd name="csY20" fmla="*/ 323955 h 1149455"/>
              <a:gd name="csX21" fmla="*/ 3727450 w 3738601"/>
              <a:gd name="csY21" fmla="*/ 273155 h 1149455"/>
              <a:gd name="csX22" fmla="*/ 3721100 w 3738601"/>
              <a:gd name="csY22" fmla="*/ 235055 h 1149455"/>
              <a:gd name="csX0" fmla="*/ 3721100 w 3738601"/>
              <a:gd name="csY0" fmla="*/ 235055 h 1094141"/>
              <a:gd name="csX1" fmla="*/ 3536950 w 3738601"/>
              <a:gd name="csY1" fmla="*/ 120755 h 1094141"/>
              <a:gd name="csX2" fmla="*/ 3381375 w 3738601"/>
              <a:gd name="csY2" fmla="*/ 104880 h 1094141"/>
              <a:gd name="csX3" fmla="*/ 3308350 w 3738601"/>
              <a:gd name="csY3" fmla="*/ 60430 h 1094141"/>
              <a:gd name="csX4" fmla="*/ 3225800 w 3738601"/>
              <a:gd name="csY4" fmla="*/ 25505 h 1094141"/>
              <a:gd name="csX5" fmla="*/ 2984500 w 3738601"/>
              <a:gd name="csY5" fmla="*/ 105 h 1094141"/>
              <a:gd name="csX6" fmla="*/ 2606675 w 3738601"/>
              <a:gd name="csY6" fmla="*/ 35030 h 1094141"/>
              <a:gd name="csX7" fmla="*/ 2044700 w 3738601"/>
              <a:gd name="csY7" fmla="*/ 152505 h 1094141"/>
              <a:gd name="csX8" fmla="*/ 0 w 3738601"/>
              <a:gd name="csY8" fmla="*/ 717655 h 1094141"/>
              <a:gd name="csX9" fmla="*/ 504825 w 3738601"/>
              <a:gd name="csY9" fmla="*/ 844655 h 1094141"/>
              <a:gd name="csX10" fmla="*/ 654050 w 3738601"/>
              <a:gd name="csY10" fmla="*/ 752580 h 1094141"/>
              <a:gd name="csX11" fmla="*/ 869950 w 3738601"/>
              <a:gd name="csY11" fmla="*/ 660505 h 1094141"/>
              <a:gd name="csX12" fmla="*/ 1174750 w 3738601"/>
              <a:gd name="csY12" fmla="*/ 603355 h 1094141"/>
              <a:gd name="csX13" fmla="*/ 1244600 w 3738601"/>
              <a:gd name="csY13" fmla="*/ 625580 h 1094141"/>
              <a:gd name="csX14" fmla="*/ 1327150 w 3738601"/>
              <a:gd name="csY14" fmla="*/ 781155 h 1094141"/>
              <a:gd name="csX15" fmla="*/ 1346200 w 3738601"/>
              <a:gd name="csY15" fmla="*/ 971655 h 1094141"/>
              <a:gd name="csX16" fmla="*/ 1285875 w 3738601"/>
              <a:gd name="csY16" fmla="*/ 1085955 h 1094141"/>
              <a:gd name="csX17" fmla="*/ 2991643 w 3738601"/>
              <a:gd name="csY17" fmla="*/ 746230 h 1094141"/>
              <a:gd name="csX18" fmla="*/ 3492500 w 3738601"/>
              <a:gd name="csY18" fmla="*/ 514455 h 1094141"/>
              <a:gd name="csX19" fmla="*/ 3689350 w 3738601"/>
              <a:gd name="csY19" fmla="*/ 323955 h 1094141"/>
              <a:gd name="csX20" fmla="*/ 3727450 w 3738601"/>
              <a:gd name="csY20" fmla="*/ 273155 h 1094141"/>
              <a:gd name="csX21" fmla="*/ 3721100 w 3738601"/>
              <a:gd name="csY21" fmla="*/ 235055 h 1094141"/>
              <a:gd name="csX0" fmla="*/ 3721100 w 3738601"/>
              <a:gd name="csY0" fmla="*/ 235055 h 971832"/>
              <a:gd name="csX1" fmla="*/ 3536950 w 3738601"/>
              <a:gd name="csY1" fmla="*/ 120755 h 971832"/>
              <a:gd name="csX2" fmla="*/ 3381375 w 3738601"/>
              <a:gd name="csY2" fmla="*/ 104880 h 971832"/>
              <a:gd name="csX3" fmla="*/ 3308350 w 3738601"/>
              <a:gd name="csY3" fmla="*/ 60430 h 971832"/>
              <a:gd name="csX4" fmla="*/ 3225800 w 3738601"/>
              <a:gd name="csY4" fmla="*/ 25505 h 971832"/>
              <a:gd name="csX5" fmla="*/ 2984500 w 3738601"/>
              <a:gd name="csY5" fmla="*/ 105 h 971832"/>
              <a:gd name="csX6" fmla="*/ 2606675 w 3738601"/>
              <a:gd name="csY6" fmla="*/ 35030 h 971832"/>
              <a:gd name="csX7" fmla="*/ 2044700 w 3738601"/>
              <a:gd name="csY7" fmla="*/ 152505 h 971832"/>
              <a:gd name="csX8" fmla="*/ 0 w 3738601"/>
              <a:gd name="csY8" fmla="*/ 717655 h 971832"/>
              <a:gd name="csX9" fmla="*/ 504825 w 3738601"/>
              <a:gd name="csY9" fmla="*/ 844655 h 971832"/>
              <a:gd name="csX10" fmla="*/ 654050 w 3738601"/>
              <a:gd name="csY10" fmla="*/ 752580 h 971832"/>
              <a:gd name="csX11" fmla="*/ 869950 w 3738601"/>
              <a:gd name="csY11" fmla="*/ 660505 h 971832"/>
              <a:gd name="csX12" fmla="*/ 1174750 w 3738601"/>
              <a:gd name="csY12" fmla="*/ 603355 h 971832"/>
              <a:gd name="csX13" fmla="*/ 1244600 w 3738601"/>
              <a:gd name="csY13" fmla="*/ 625580 h 971832"/>
              <a:gd name="csX14" fmla="*/ 1327150 w 3738601"/>
              <a:gd name="csY14" fmla="*/ 781155 h 971832"/>
              <a:gd name="csX15" fmla="*/ 1346200 w 3738601"/>
              <a:gd name="csY15" fmla="*/ 971655 h 971832"/>
              <a:gd name="csX16" fmla="*/ 2991643 w 3738601"/>
              <a:gd name="csY16" fmla="*/ 746230 h 971832"/>
              <a:gd name="csX17" fmla="*/ 3492500 w 3738601"/>
              <a:gd name="csY17" fmla="*/ 514455 h 971832"/>
              <a:gd name="csX18" fmla="*/ 3689350 w 3738601"/>
              <a:gd name="csY18" fmla="*/ 323955 h 971832"/>
              <a:gd name="csX19" fmla="*/ 3727450 w 3738601"/>
              <a:gd name="csY19" fmla="*/ 273155 h 971832"/>
              <a:gd name="csX20" fmla="*/ 3721100 w 3738601"/>
              <a:gd name="csY20" fmla="*/ 235055 h 971832"/>
              <a:gd name="csX0" fmla="*/ 3721100 w 3738601"/>
              <a:gd name="csY0" fmla="*/ 235055 h 844655"/>
              <a:gd name="csX1" fmla="*/ 3536950 w 3738601"/>
              <a:gd name="csY1" fmla="*/ 120755 h 844655"/>
              <a:gd name="csX2" fmla="*/ 3381375 w 3738601"/>
              <a:gd name="csY2" fmla="*/ 104880 h 844655"/>
              <a:gd name="csX3" fmla="*/ 3308350 w 3738601"/>
              <a:gd name="csY3" fmla="*/ 60430 h 844655"/>
              <a:gd name="csX4" fmla="*/ 3225800 w 3738601"/>
              <a:gd name="csY4" fmla="*/ 25505 h 844655"/>
              <a:gd name="csX5" fmla="*/ 2984500 w 3738601"/>
              <a:gd name="csY5" fmla="*/ 105 h 844655"/>
              <a:gd name="csX6" fmla="*/ 2606675 w 3738601"/>
              <a:gd name="csY6" fmla="*/ 35030 h 844655"/>
              <a:gd name="csX7" fmla="*/ 2044700 w 3738601"/>
              <a:gd name="csY7" fmla="*/ 152505 h 844655"/>
              <a:gd name="csX8" fmla="*/ 0 w 3738601"/>
              <a:gd name="csY8" fmla="*/ 717655 h 844655"/>
              <a:gd name="csX9" fmla="*/ 504825 w 3738601"/>
              <a:gd name="csY9" fmla="*/ 844655 h 844655"/>
              <a:gd name="csX10" fmla="*/ 654050 w 3738601"/>
              <a:gd name="csY10" fmla="*/ 752580 h 844655"/>
              <a:gd name="csX11" fmla="*/ 869950 w 3738601"/>
              <a:gd name="csY11" fmla="*/ 660505 h 844655"/>
              <a:gd name="csX12" fmla="*/ 1174750 w 3738601"/>
              <a:gd name="csY12" fmla="*/ 603355 h 844655"/>
              <a:gd name="csX13" fmla="*/ 1244600 w 3738601"/>
              <a:gd name="csY13" fmla="*/ 625580 h 844655"/>
              <a:gd name="csX14" fmla="*/ 1327150 w 3738601"/>
              <a:gd name="csY14" fmla="*/ 781155 h 844655"/>
              <a:gd name="csX15" fmla="*/ 2991643 w 3738601"/>
              <a:gd name="csY15" fmla="*/ 746230 h 844655"/>
              <a:gd name="csX16" fmla="*/ 3492500 w 3738601"/>
              <a:gd name="csY16" fmla="*/ 514455 h 844655"/>
              <a:gd name="csX17" fmla="*/ 3689350 w 3738601"/>
              <a:gd name="csY17" fmla="*/ 323955 h 844655"/>
              <a:gd name="csX18" fmla="*/ 3727450 w 3738601"/>
              <a:gd name="csY18" fmla="*/ 273155 h 844655"/>
              <a:gd name="csX19" fmla="*/ 3721100 w 3738601"/>
              <a:gd name="csY19" fmla="*/ 235055 h 844655"/>
              <a:gd name="csX0" fmla="*/ 3216275 w 3233776"/>
              <a:gd name="csY0" fmla="*/ 235055 h 844655"/>
              <a:gd name="csX1" fmla="*/ 3032125 w 3233776"/>
              <a:gd name="csY1" fmla="*/ 120755 h 844655"/>
              <a:gd name="csX2" fmla="*/ 2876550 w 3233776"/>
              <a:gd name="csY2" fmla="*/ 104880 h 844655"/>
              <a:gd name="csX3" fmla="*/ 2803525 w 3233776"/>
              <a:gd name="csY3" fmla="*/ 60430 h 844655"/>
              <a:gd name="csX4" fmla="*/ 2720975 w 3233776"/>
              <a:gd name="csY4" fmla="*/ 25505 h 844655"/>
              <a:gd name="csX5" fmla="*/ 2479675 w 3233776"/>
              <a:gd name="csY5" fmla="*/ 105 h 844655"/>
              <a:gd name="csX6" fmla="*/ 2101850 w 3233776"/>
              <a:gd name="csY6" fmla="*/ 35030 h 844655"/>
              <a:gd name="csX7" fmla="*/ 1539875 w 3233776"/>
              <a:gd name="csY7" fmla="*/ 152505 h 844655"/>
              <a:gd name="csX8" fmla="*/ 0 w 3233776"/>
              <a:gd name="csY8" fmla="*/ 844655 h 844655"/>
              <a:gd name="csX9" fmla="*/ 149225 w 3233776"/>
              <a:gd name="csY9" fmla="*/ 752580 h 844655"/>
              <a:gd name="csX10" fmla="*/ 365125 w 3233776"/>
              <a:gd name="csY10" fmla="*/ 660505 h 844655"/>
              <a:gd name="csX11" fmla="*/ 669925 w 3233776"/>
              <a:gd name="csY11" fmla="*/ 603355 h 844655"/>
              <a:gd name="csX12" fmla="*/ 739775 w 3233776"/>
              <a:gd name="csY12" fmla="*/ 625580 h 844655"/>
              <a:gd name="csX13" fmla="*/ 822325 w 3233776"/>
              <a:gd name="csY13" fmla="*/ 781155 h 844655"/>
              <a:gd name="csX14" fmla="*/ 2486818 w 3233776"/>
              <a:gd name="csY14" fmla="*/ 746230 h 844655"/>
              <a:gd name="csX15" fmla="*/ 2987675 w 3233776"/>
              <a:gd name="csY15" fmla="*/ 514455 h 844655"/>
              <a:gd name="csX16" fmla="*/ 3184525 w 3233776"/>
              <a:gd name="csY16" fmla="*/ 323955 h 844655"/>
              <a:gd name="csX17" fmla="*/ 3222625 w 3233776"/>
              <a:gd name="csY17" fmla="*/ 273155 h 844655"/>
              <a:gd name="csX18" fmla="*/ 3216275 w 3233776"/>
              <a:gd name="csY18" fmla="*/ 235055 h 844655"/>
              <a:gd name="csX0" fmla="*/ 3067050 w 3084551"/>
              <a:gd name="csY0" fmla="*/ 235055 h 790926"/>
              <a:gd name="csX1" fmla="*/ 2882900 w 3084551"/>
              <a:gd name="csY1" fmla="*/ 120755 h 790926"/>
              <a:gd name="csX2" fmla="*/ 2727325 w 3084551"/>
              <a:gd name="csY2" fmla="*/ 104880 h 790926"/>
              <a:gd name="csX3" fmla="*/ 2654300 w 3084551"/>
              <a:gd name="csY3" fmla="*/ 60430 h 790926"/>
              <a:gd name="csX4" fmla="*/ 2571750 w 3084551"/>
              <a:gd name="csY4" fmla="*/ 25505 h 790926"/>
              <a:gd name="csX5" fmla="*/ 2330450 w 3084551"/>
              <a:gd name="csY5" fmla="*/ 105 h 790926"/>
              <a:gd name="csX6" fmla="*/ 1952625 w 3084551"/>
              <a:gd name="csY6" fmla="*/ 35030 h 790926"/>
              <a:gd name="csX7" fmla="*/ 1390650 w 3084551"/>
              <a:gd name="csY7" fmla="*/ 152505 h 790926"/>
              <a:gd name="csX8" fmla="*/ 0 w 3084551"/>
              <a:gd name="csY8" fmla="*/ 752580 h 790926"/>
              <a:gd name="csX9" fmla="*/ 215900 w 3084551"/>
              <a:gd name="csY9" fmla="*/ 660505 h 790926"/>
              <a:gd name="csX10" fmla="*/ 520700 w 3084551"/>
              <a:gd name="csY10" fmla="*/ 603355 h 790926"/>
              <a:gd name="csX11" fmla="*/ 590550 w 3084551"/>
              <a:gd name="csY11" fmla="*/ 625580 h 790926"/>
              <a:gd name="csX12" fmla="*/ 673100 w 3084551"/>
              <a:gd name="csY12" fmla="*/ 781155 h 790926"/>
              <a:gd name="csX13" fmla="*/ 2337593 w 3084551"/>
              <a:gd name="csY13" fmla="*/ 746230 h 790926"/>
              <a:gd name="csX14" fmla="*/ 2838450 w 3084551"/>
              <a:gd name="csY14" fmla="*/ 514455 h 790926"/>
              <a:gd name="csX15" fmla="*/ 3035300 w 3084551"/>
              <a:gd name="csY15" fmla="*/ 323955 h 790926"/>
              <a:gd name="csX16" fmla="*/ 3073400 w 3084551"/>
              <a:gd name="csY16" fmla="*/ 273155 h 790926"/>
              <a:gd name="csX17" fmla="*/ 3067050 w 3084551"/>
              <a:gd name="csY17" fmla="*/ 235055 h 790926"/>
              <a:gd name="csX0" fmla="*/ 2851150 w 2868651"/>
              <a:gd name="csY0" fmla="*/ 235055 h 790926"/>
              <a:gd name="csX1" fmla="*/ 2667000 w 2868651"/>
              <a:gd name="csY1" fmla="*/ 120755 h 790926"/>
              <a:gd name="csX2" fmla="*/ 2511425 w 2868651"/>
              <a:gd name="csY2" fmla="*/ 104880 h 790926"/>
              <a:gd name="csX3" fmla="*/ 2438400 w 2868651"/>
              <a:gd name="csY3" fmla="*/ 60430 h 790926"/>
              <a:gd name="csX4" fmla="*/ 2355850 w 2868651"/>
              <a:gd name="csY4" fmla="*/ 25505 h 790926"/>
              <a:gd name="csX5" fmla="*/ 2114550 w 2868651"/>
              <a:gd name="csY5" fmla="*/ 105 h 790926"/>
              <a:gd name="csX6" fmla="*/ 1736725 w 2868651"/>
              <a:gd name="csY6" fmla="*/ 35030 h 790926"/>
              <a:gd name="csX7" fmla="*/ 1174750 w 2868651"/>
              <a:gd name="csY7" fmla="*/ 152505 h 790926"/>
              <a:gd name="csX8" fmla="*/ 0 w 2868651"/>
              <a:gd name="csY8" fmla="*/ 660505 h 790926"/>
              <a:gd name="csX9" fmla="*/ 304800 w 2868651"/>
              <a:gd name="csY9" fmla="*/ 603355 h 790926"/>
              <a:gd name="csX10" fmla="*/ 374650 w 2868651"/>
              <a:gd name="csY10" fmla="*/ 625580 h 790926"/>
              <a:gd name="csX11" fmla="*/ 457200 w 2868651"/>
              <a:gd name="csY11" fmla="*/ 781155 h 790926"/>
              <a:gd name="csX12" fmla="*/ 2121693 w 2868651"/>
              <a:gd name="csY12" fmla="*/ 746230 h 790926"/>
              <a:gd name="csX13" fmla="*/ 2622550 w 2868651"/>
              <a:gd name="csY13" fmla="*/ 514455 h 790926"/>
              <a:gd name="csX14" fmla="*/ 2819400 w 2868651"/>
              <a:gd name="csY14" fmla="*/ 323955 h 790926"/>
              <a:gd name="csX15" fmla="*/ 2857500 w 2868651"/>
              <a:gd name="csY15" fmla="*/ 273155 h 790926"/>
              <a:gd name="csX16" fmla="*/ 2851150 w 2868651"/>
              <a:gd name="csY16" fmla="*/ 235055 h 790926"/>
              <a:gd name="csX0" fmla="*/ 2851150 w 2868651"/>
              <a:gd name="csY0" fmla="*/ 235055 h 792571"/>
              <a:gd name="csX1" fmla="*/ 2667000 w 2868651"/>
              <a:gd name="csY1" fmla="*/ 120755 h 792571"/>
              <a:gd name="csX2" fmla="*/ 2511425 w 2868651"/>
              <a:gd name="csY2" fmla="*/ 104880 h 792571"/>
              <a:gd name="csX3" fmla="*/ 2438400 w 2868651"/>
              <a:gd name="csY3" fmla="*/ 60430 h 792571"/>
              <a:gd name="csX4" fmla="*/ 2355850 w 2868651"/>
              <a:gd name="csY4" fmla="*/ 25505 h 792571"/>
              <a:gd name="csX5" fmla="*/ 2114550 w 2868651"/>
              <a:gd name="csY5" fmla="*/ 105 h 792571"/>
              <a:gd name="csX6" fmla="*/ 1736725 w 2868651"/>
              <a:gd name="csY6" fmla="*/ 35030 h 792571"/>
              <a:gd name="csX7" fmla="*/ 1174750 w 2868651"/>
              <a:gd name="csY7" fmla="*/ 152505 h 792571"/>
              <a:gd name="csX8" fmla="*/ 0 w 2868651"/>
              <a:gd name="csY8" fmla="*/ 660505 h 792571"/>
              <a:gd name="csX9" fmla="*/ 304800 w 2868651"/>
              <a:gd name="csY9" fmla="*/ 603355 h 792571"/>
              <a:gd name="csX10" fmla="*/ 457200 w 2868651"/>
              <a:gd name="csY10" fmla="*/ 781155 h 792571"/>
              <a:gd name="csX11" fmla="*/ 2121693 w 2868651"/>
              <a:gd name="csY11" fmla="*/ 746230 h 792571"/>
              <a:gd name="csX12" fmla="*/ 2622550 w 2868651"/>
              <a:gd name="csY12" fmla="*/ 514455 h 792571"/>
              <a:gd name="csX13" fmla="*/ 2819400 w 2868651"/>
              <a:gd name="csY13" fmla="*/ 323955 h 792571"/>
              <a:gd name="csX14" fmla="*/ 2857500 w 2868651"/>
              <a:gd name="csY14" fmla="*/ 273155 h 792571"/>
              <a:gd name="csX15" fmla="*/ 2851150 w 2868651"/>
              <a:gd name="csY15" fmla="*/ 235055 h 792571"/>
              <a:gd name="csX0" fmla="*/ 2883674 w 2901175"/>
              <a:gd name="csY0" fmla="*/ 235055 h 788342"/>
              <a:gd name="csX1" fmla="*/ 2699524 w 2901175"/>
              <a:gd name="csY1" fmla="*/ 120755 h 788342"/>
              <a:gd name="csX2" fmla="*/ 2543949 w 2901175"/>
              <a:gd name="csY2" fmla="*/ 104880 h 788342"/>
              <a:gd name="csX3" fmla="*/ 2470924 w 2901175"/>
              <a:gd name="csY3" fmla="*/ 60430 h 788342"/>
              <a:gd name="csX4" fmla="*/ 2388374 w 2901175"/>
              <a:gd name="csY4" fmla="*/ 25505 h 788342"/>
              <a:gd name="csX5" fmla="*/ 2147074 w 2901175"/>
              <a:gd name="csY5" fmla="*/ 105 h 788342"/>
              <a:gd name="csX6" fmla="*/ 1769249 w 2901175"/>
              <a:gd name="csY6" fmla="*/ 35030 h 788342"/>
              <a:gd name="csX7" fmla="*/ 1207274 w 2901175"/>
              <a:gd name="csY7" fmla="*/ 152505 h 788342"/>
              <a:gd name="csX8" fmla="*/ 32524 w 2901175"/>
              <a:gd name="csY8" fmla="*/ 660505 h 788342"/>
              <a:gd name="csX9" fmla="*/ 489724 w 2901175"/>
              <a:gd name="csY9" fmla="*/ 781155 h 788342"/>
              <a:gd name="csX10" fmla="*/ 2154217 w 2901175"/>
              <a:gd name="csY10" fmla="*/ 746230 h 788342"/>
              <a:gd name="csX11" fmla="*/ 2655074 w 2901175"/>
              <a:gd name="csY11" fmla="*/ 514455 h 788342"/>
              <a:gd name="csX12" fmla="*/ 2851924 w 2901175"/>
              <a:gd name="csY12" fmla="*/ 323955 h 788342"/>
              <a:gd name="csX13" fmla="*/ 2890024 w 2901175"/>
              <a:gd name="csY13" fmla="*/ 273155 h 788342"/>
              <a:gd name="csX14" fmla="*/ 2883674 w 2901175"/>
              <a:gd name="csY14" fmla="*/ 235055 h 788342"/>
              <a:gd name="csX0" fmla="*/ 2643203 w 2660704"/>
              <a:gd name="csY0" fmla="*/ 235055 h 791161"/>
              <a:gd name="csX1" fmla="*/ 2459053 w 2660704"/>
              <a:gd name="csY1" fmla="*/ 120755 h 791161"/>
              <a:gd name="csX2" fmla="*/ 2303478 w 2660704"/>
              <a:gd name="csY2" fmla="*/ 104880 h 791161"/>
              <a:gd name="csX3" fmla="*/ 2230453 w 2660704"/>
              <a:gd name="csY3" fmla="*/ 60430 h 791161"/>
              <a:gd name="csX4" fmla="*/ 2147903 w 2660704"/>
              <a:gd name="csY4" fmla="*/ 25505 h 791161"/>
              <a:gd name="csX5" fmla="*/ 1906603 w 2660704"/>
              <a:gd name="csY5" fmla="*/ 105 h 791161"/>
              <a:gd name="csX6" fmla="*/ 1528778 w 2660704"/>
              <a:gd name="csY6" fmla="*/ 35030 h 791161"/>
              <a:gd name="csX7" fmla="*/ 966803 w 2660704"/>
              <a:gd name="csY7" fmla="*/ 152505 h 791161"/>
              <a:gd name="csX8" fmla="*/ 80184 w 2660704"/>
              <a:gd name="csY8" fmla="*/ 622405 h 791161"/>
              <a:gd name="csX9" fmla="*/ 249253 w 2660704"/>
              <a:gd name="csY9" fmla="*/ 781155 h 791161"/>
              <a:gd name="csX10" fmla="*/ 1913746 w 2660704"/>
              <a:gd name="csY10" fmla="*/ 746230 h 791161"/>
              <a:gd name="csX11" fmla="*/ 2414603 w 2660704"/>
              <a:gd name="csY11" fmla="*/ 514455 h 791161"/>
              <a:gd name="csX12" fmla="*/ 2611453 w 2660704"/>
              <a:gd name="csY12" fmla="*/ 323955 h 791161"/>
              <a:gd name="csX13" fmla="*/ 2649553 w 2660704"/>
              <a:gd name="csY13" fmla="*/ 273155 h 791161"/>
              <a:gd name="csX14" fmla="*/ 2643203 w 2660704"/>
              <a:gd name="csY14" fmla="*/ 235055 h 791161"/>
              <a:gd name="csX0" fmla="*/ 2643203 w 2797815"/>
              <a:gd name="csY0" fmla="*/ 235055 h 791161"/>
              <a:gd name="csX1" fmla="*/ 2459053 w 2797815"/>
              <a:gd name="csY1" fmla="*/ 120755 h 791161"/>
              <a:gd name="csX2" fmla="*/ 2303478 w 2797815"/>
              <a:gd name="csY2" fmla="*/ 104880 h 791161"/>
              <a:gd name="csX3" fmla="*/ 2230453 w 2797815"/>
              <a:gd name="csY3" fmla="*/ 60430 h 791161"/>
              <a:gd name="csX4" fmla="*/ 2147903 w 2797815"/>
              <a:gd name="csY4" fmla="*/ 25505 h 791161"/>
              <a:gd name="csX5" fmla="*/ 1906603 w 2797815"/>
              <a:gd name="csY5" fmla="*/ 105 h 791161"/>
              <a:gd name="csX6" fmla="*/ 1528778 w 2797815"/>
              <a:gd name="csY6" fmla="*/ 35030 h 791161"/>
              <a:gd name="csX7" fmla="*/ 966803 w 2797815"/>
              <a:gd name="csY7" fmla="*/ 152505 h 791161"/>
              <a:gd name="csX8" fmla="*/ 80184 w 2797815"/>
              <a:gd name="csY8" fmla="*/ 622405 h 791161"/>
              <a:gd name="csX9" fmla="*/ 249253 w 2797815"/>
              <a:gd name="csY9" fmla="*/ 781155 h 791161"/>
              <a:gd name="csX10" fmla="*/ 1913746 w 2797815"/>
              <a:gd name="csY10" fmla="*/ 746230 h 791161"/>
              <a:gd name="csX11" fmla="*/ 2414603 w 2797815"/>
              <a:gd name="csY11" fmla="*/ 514455 h 791161"/>
              <a:gd name="csX12" fmla="*/ 2792428 w 2797815"/>
              <a:gd name="csY12" fmla="*/ 595417 h 791161"/>
              <a:gd name="csX13" fmla="*/ 2649553 w 2797815"/>
              <a:gd name="csY13" fmla="*/ 273155 h 791161"/>
              <a:gd name="csX14" fmla="*/ 2643203 w 2797815"/>
              <a:gd name="csY14" fmla="*/ 235055 h 791161"/>
              <a:gd name="csX0" fmla="*/ 2643203 w 2811793"/>
              <a:gd name="csY0" fmla="*/ 235055 h 791161"/>
              <a:gd name="csX1" fmla="*/ 2459053 w 2811793"/>
              <a:gd name="csY1" fmla="*/ 120755 h 791161"/>
              <a:gd name="csX2" fmla="*/ 2303478 w 2811793"/>
              <a:gd name="csY2" fmla="*/ 104880 h 791161"/>
              <a:gd name="csX3" fmla="*/ 2230453 w 2811793"/>
              <a:gd name="csY3" fmla="*/ 60430 h 791161"/>
              <a:gd name="csX4" fmla="*/ 2147903 w 2811793"/>
              <a:gd name="csY4" fmla="*/ 25505 h 791161"/>
              <a:gd name="csX5" fmla="*/ 1906603 w 2811793"/>
              <a:gd name="csY5" fmla="*/ 105 h 791161"/>
              <a:gd name="csX6" fmla="*/ 1528778 w 2811793"/>
              <a:gd name="csY6" fmla="*/ 35030 h 791161"/>
              <a:gd name="csX7" fmla="*/ 966803 w 2811793"/>
              <a:gd name="csY7" fmla="*/ 152505 h 791161"/>
              <a:gd name="csX8" fmla="*/ 80184 w 2811793"/>
              <a:gd name="csY8" fmla="*/ 622405 h 791161"/>
              <a:gd name="csX9" fmla="*/ 249253 w 2811793"/>
              <a:gd name="csY9" fmla="*/ 781155 h 791161"/>
              <a:gd name="csX10" fmla="*/ 1913746 w 2811793"/>
              <a:gd name="csY10" fmla="*/ 746230 h 791161"/>
              <a:gd name="csX11" fmla="*/ 2414603 w 2811793"/>
              <a:gd name="csY11" fmla="*/ 514455 h 791161"/>
              <a:gd name="csX12" fmla="*/ 2792428 w 2811793"/>
              <a:gd name="csY12" fmla="*/ 595417 h 791161"/>
              <a:gd name="csX13" fmla="*/ 2763853 w 2811793"/>
              <a:gd name="csY13" fmla="*/ 411267 h 791161"/>
              <a:gd name="csX14" fmla="*/ 2643203 w 2811793"/>
              <a:gd name="csY14" fmla="*/ 235055 h 791161"/>
              <a:gd name="csX0" fmla="*/ 2607484 w 2811793"/>
              <a:gd name="csY0" fmla="*/ 256486 h 791161"/>
              <a:gd name="csX1" fmla="*/ 2459053 w 2811793"/>
              <a:gd name="csY1" fmla="*/ 120755 h 791161"/>
              <a:gd name="csX2" fmla="*/ 2303478 w 2811793"/>
              <a:gd name="csY2" fmla="*/ 104880 h 791161"/>
              <a:gd name="csX3" fmla="*/ 2230453 w 2811793"/>
              <a:gd name="csY3" fmla="*/ 60430 h 791161"/>
              <a:gd name="csX4" fmla="*/ 2147903 w 2811793"/>
              <a:gd name="csY4" fmla="*/ 25505 h 791161"/>
              <a:gd name="csX5" fmla="*/ 1906603 w 2811793"/>
              <a:gd name="csY5" fmla="*/ 105 h 791161"/>
              <a:gd name="csX6" fmla="*/ 1528778 w 2811793"/>
              <a:gd name="csY6" fmla="*/ 35030 h 791161"/>
              <a:gd name="csX7" fmla="*/ 966803 w 2811793"/>
              <a:gd name="csY7" fmla="*/ 152505 h 791161"/>
              <a:gd name="csX8" fmla="*/ 80184 w 2811793"/>
              <a:gd name="csY8" fmla="*/ 622405 h 791161"/>
              <a:gd name="csX9" fmla="*/ 249253 w 2811793"/>
              <a:gd name="csY9" fmla="*/ 781155 h 791161"/>
              <a:gd name="csX10" fmla="*/ 1913746 w 2811793"/>
              <a:gd name="csY10" fmla="*/ 746230 h 791161"/>
              <a:gd name="csX11" fmla="*/ 2414603 w 2811793"/>
              <a:gd name="csY11" fmla="*/ 514455 h 791161"/>
              <a:gd name="csX12" fmla="*/ 2792428 w 2811793"/>
              <a:gd name="csY12" fmla="*/ 595417 h 791161"/>
              <a:gd name="csX13" fmla="*/ 2763853 w 2811793"/>
              <a:gd name="csY13" fmla="*/ 411267 h 791161"/>
              <a:gd name="csX14" fmla="*/ 2607484 w 2811793"/>
              <a:gd name="csY14" fmla="*/ 256486 h 791161"/>
              <a:gd name="csX0" fmla="*/ 2607484 w 2811793"/>
              <a:gd name="csY0" fmla="*/ 256486 h 791161"/>
              <a:gd name="csX1" fmla="*/ 2463815 w 2811793"/>
              <a:gd name="csY1" fmla="*/ 292205 h 791161"/>
              <a:gd name="csX2" fmla="*/ 2303478 w 2811793"/>
              <a:gd name="csY2" fmla="*/ 104880 h 791161"/>
              <a:gd name="csX3" fmla="*/ 2230453 w 2811793"/>
              <a:gd name="csY3" fmla="*/ 60430 h 791161"/>
              <a:gd name="csX4" fmla="*/ 2147903 w 2811793"/>
              <a:gd name="csY4" fmla="*/ 25505 h 791161"/>
              <a:gd name="csX5" fmla="*/ 1906603 w 2811793"/>
              <a:gd name="csY5" fmla="*/ 105 h 791161"/>
              <a:gd name="csX6" fmla="*/ 1528778 w 2811793"/>
              <a:gd name="csY6" fmla="*/ 35030 h 791161"/>
              <a:gd name="csX7" fmla="*/ 966803 w 2811793"/>
              <a:gd name="csY7" fmla="*/ 152505 h 791161"/>
              <a:gd name="csX8" fmla="*/ 80184 w 2811793"/>
              <a:gd name="csY8" fmla="*/ 622405 h 791161"/>
              <a:gd name="csX9" fmla="*/ 249253 w 2811793"/>
              <a:gd name="csY9" fmla="*/ 781155 h 791161"/>
              <a:gd name="csX10" fmla="*/ 1913746 w 2811793"/>
              <a:gd name="csY10" fmla="*/ 746230 h 791161"/>
              <a:gd name="csX11" fmla="*/ 2414603 w 2811793"/>
              <a:gd name="csY11" fmla="*/ 514455 h 791161"/>
              <a:gd name="csX12" fmla="*/ 2792428 w 2811793"/>
              <a:gd name="csY12" fmla="*/ 595417 h 791161"/>
              <a:gd name="csX13" fmla="*/ 2763853 w 2811793"/>
              <a:gd name="csY13" fmla="*/ 411267 h 791161"/>
              <a:gd name="csX14" fmla="*/ 2607484 w 2811793"/>
              <a:gd name="csY14" fmla="*/ 256486 h 791161"/>
              <a:gd name="csX0" fmla="*/ 2607484 w 2811793"/>
              <a:gd name="csY0" fmla="*/ 256486 h 791161"/>
              <a:gd name="csX1" fmla="*/ 2463815 w 2811793"/>
              <a:gd name="csY1" fmla="*/ 292205 h 791161"/>
              <a:gd name="csX2" fmla="*/ 2551128 w 2811793"/>
              <a:gd name="csY2" fmla="*/ 169174 h 791161"/>
              <a:gd name="csX3" fmla="*/ 2230453 w 2811793"/>
              <a:gd name="csY3" fmla="*/ 60430 h 791161"/>
              <a:gd name="csX4" fmla="*/ 2147903 w 2811793"/>
              <a:gd name="csY4" fmla="*/ 25505 h 791161"/>
              <a:gd name="csX5" fmla="*/ 1906603 w 2811793"/>
              <a:gd name="csY5" fmla="*/ 105 h 791161"/>
              <a:gd name="csX6" fmla="*/ 1528778 w 2811793"/>
              <a:gd name="csY6" fmla="*/ 35030 h 791161"/>
              <a:gd name="csX7" fmla="*/ 966803 w 2811793"/>
              <a:gd name="csY7" fmla="*/ 152505 h 791161"/>
              <a:gd name="csX8" fmla="*/ 80184 w 2811793"/>
              <a:gd name="csY8" fmla="*/ 622405 h 791161"/>
              <a:gd name="csX9" fmla="*/ 249253 w 2811793"/>
              <a:gd name="csY9" fmla="*/ 781155 h 791161"/>
              <a:gd name="csX10" fmla="*/ 1913746 w 2811793"/>
              <a:gd name="csY10" fmla="*/ 746230 h 791161"/>
              <a:gd name="csX11" fmla="*/ 2414603 w 2811793"/>
              <a:gd name="csY11" fmla="*/ 514455 h 791161"/>
              <a:gd name="csX12" fmla="*/ 2792428 w 2811793"/>
              <a:gd name="csY12" fmla="*/ 595417 h 791161"/>
              <a:gd name="csX13" fmla="*/ 2763853 w 2811793"/>
              <a:gd name="csY13" fmla="*/ 411267 h 791161"/>
              <a:gd name="csX14" fmla="*/ 2607484 w 2811793"/>
              <a:gd name="csY14" fmla="*/ 256486 h 791161"/>
              <a:gd name="csX0" fmla="*/ 2607484 w 2810472"/>
              <a:gd name="csY0" fmla="*/ 256486 h 791161"/>
              <a:gd name="csX1" fmla="*/ 2463815 w 2810472"/>
              <a:gd name="csY1" fmla="*/ 292205 h 791161"/>
              <a:gd name="csX2" fmla="*/ 2551128 w 2810472"/>
              <a:gd name="csY2" fmla="*/ 169174 h 791161"/>
              <a:gd name="csX3" fmla="*/ 2230453 w 2810472"/>
              <a:gd name="csY3" fmla="*/ 60430 h 791161"/>
              <a:gd name="csX4" fmla="*/ 2147903 w 2810472"/>
              <a:gd name="csY4" fmla="*/ 25505 h 791161"/>
              <a:gd name="csX5" fmla="*/ 1906603 w 2810472"/>
              <a:gd name="csY5" fmla="*/ 105 h 791161"/>
              <a:gd name="csX6" fmla="*/ 1528778 w 2810472"/>
              <a:gd name="csY6" fmla="*/ 35030 h 791161"/>
              <a:gd name="csX7" fmla="*/ 966803 w 2810472"/>
              <a:gd name="csY7" fmla="*/ 152505 h 791161"/>
              <a:gd name="csX8" fmla="*/ 80184 w 2810472"/>
              <a:gd name="csY8" fmla="*/ 622405 h 791161"/>
              <a:gd name="csX9" fmla="*/ 249253 w 2810472"/>
              <a:gd name="csY9" fmla="*/ 781155 h 791161"/>
              <a:gd name="csX10" fmla="*/ 1913746 w 2810472"/>
              <a:gd name="csY10" fmla="*/ 746230 h 791161"/>
              <a:gd name="csX11" fmla="*/ 2433653 w 2810472"/>
              <a:gd name="csY11" fmla="*/ 704955 h 791161"/>
              <a:gd name="csX12" fmla="*/ 2792428 w 2810472"/>
              <a:gd name="csY12" fmla="*/ 595417 h 791161"/>
              <a:gd name="csX13" fmla="*/ 2763853 w 2810472"/>
              <a:gd name="csY13" fmla="*/ 411267 h 791161"/>
              <a:gd name="csX14" fmla="*/ 2607484 w 2810472"/>
              <a:gd name="csY14" fmla="*/ 256486 h 791161"/>
              <a:gd name="csX0" fmla="*/ 2599962 w 2802950"/>
              <a:gd name="csY0" fmla="*/ 256486 h 831651"/>
              <a:gd name="csX1" fmla="*/ 2456293 w 2802950"/>
              <a:gd name="csY1" fmla="*/ 292205 h 831651"/>
              <a:gd name="csX2" fmla="*/ 2543606 w 2802950"/>
              <a:gd name="csY2" fmla="*/ 169174 h 831651"/>
              <a:gd name="csX3" fmla="*/ 2222931 w 2802950"/>
              <a:gd name="csY3" fmla="*/ 60430 h 831651"/>
              <a:gd name="csX4" fmla="*/ 2140381 w 2802950"/>
              <a:gd name="csY4" fmla="*/ 25505 h 831651"/>
              <a:gd name="csX5" fmla="*/ 1899081 w 2802950"/>
              <a:gd name="csY5" fmla="*/ 105 h 831651"/>
              <a:gd name="csX6" fmla="*/ 1521256 w 2802950"/>
              <a:gd name="csY6" fmla="*/ 35030 h 831651"/>
              <a:gd name="csX7" fmla="*/ 959281 w 2802950"/>
              <a:gd name="csY7" fmla="*/ 152505 h 831651"/>
              <a:gd name="csX8" fmla="*/ 72662 w 2802950"/>
              <a:gd name="csY8" fmla="*/ 622405 h 831651"/>
              <a:gd name="csX9" fmla="*/ 241731 w 2802950"/>
              <a:gd name="csY9" fmla="*/ 781155 h 831651"/>
              <a:gd name="csX10" fmla="*/ 1746680 w 2802950"/>
              <a:gd name="csY10" fmla="*/ 812905 h 831651"/>
              <a:gd name="csX11" fmla="*/ 2426131 w 2802950"/>
              <a:gd name="csY11" fmla="*/ 704955 h 831651"/>
              <a:gd name="csX12" fmla="*/ 2784906 w 2802950"/>
              <a:gd name="csY12" fmla="*/ 595417 h 831651"/>
              <a:gd name="csX13" fmla="*/ 2756331 w 2802950"/>
              <a:gd name="csY13" fmla="*/ 411267 h 831651"/>
              <a:gd name="csX14" fmla="*/ 2599962 w 2802950"/>
              <a:gd name="csY14" fmla="*/ 256486 h 831651"/>
              <a:gd name="csX0" fmla="*/ 2599962 w 2802950"/>
              <a:gd name="csY0" fmla="*/ 256486 h 831651"/>
              <a:gd name="csX1" fmla="*/ 2456293 w 2802950"/>
              <a:gd name="csY1" fmla="*/ 292205 h 831651"/>
              <a:gd name="csX2" fmla="*/ 2543606 w 2802950"/>
              <a:gd name="csY2" fmla="*/ 169174 h 831651"/>
              <a:gd name="csX3" fmla="*/ 2222931 w 2802950"/>
              <a:gd name="csY3" fmla="*/ 60430 h 831651"/>
              <a:gd name="csX4" fmla="*/ 2140381 w 2802950"/>
              <a:gd name="csY4" fmla="*/ 25505 h 831651"/>
              <a:gd name="csX5" fmla="*/ 1899081 w 2802950"/>
              <a:gd name="csY5" fmla="*/ 105 h 831651"/>
              <a:gd name="csX6" fmla="*/ 1521256 w 2802950"/>
              <a:gd name="csY6" fmla="*/ 35030 h 831651"/>
              <a:gd name="csX7" fmla="*/ 959281 w 2802950"/>
              <a:gd name="csY7" fmla="*/ 152505 h 831651"/>
              <a:gd name="csX8" fmla="*/ 72662 w 2802950"/>
              <a:gd name="csY8" fmla="*/ 622405 h 831651"/>
              <a:gd name="csX9" fmla="*/ 241731 w 2802950"/>
              <a:gd name="csY9" fmla="*/ 781155 h 831651"/>
              <a:gd name="csX10" fmla="*/ 1746680 w 2802950"/>
              <a:gd name="csY10" fmla="*/ 812905 h 831651"/>
              <a:gd name="csX11" fmla="*/ 2426131 w 2802950"/>
              <a:gd name="csY11" fmla="*/ 704955 h 831651"/>
              <a:gd name="csX12" fmla="*/ 2784906 w 2802950"/>
              <a:gd name="csY12" fmla="*/ 595417 h 831651"/>
              <a:gd name="csX13" fmla="*/ 2756331 w 2802950"/>
              <a:gd name="csY13" fmla="*/ 411267 h 831651"/>
              <a:gd name="csX14" fmla="*/ 2599962 w 2802950"/>
              <a:gd name="csY14" fmla="*/ 256486 h 831651"/>
              <a:gd name="csX0" fmla="*/ 2543130 w 2746118"/>
              <a:gd name="csY0" fmla="*/ 256486 h 823258"/>
              <a:gd name="csX1" fmla="*/ 2399461 w 2746118"/>
              <a:gd name="csY1" fmla="*/ 292205 h 823258"/>
              <a:gd name="csX2" fmla="*/ 2486774 w 2746118"/>
              <a:gd name="csY2" fmla="*/ 169174 h 823258"/>
              <a:gd name="csX3" fmla="*/ 2166099 w 2746118"/>
              <a:gd name="csY3" fmla="*/ 60430 h 823258"/>
              <a:gd name="csX4" fmla="*/ 2083549 w 2746118"/>
              <a:gd name="csY4" fmla="*/ 25505 h 823258"/>
              <a:gd name="csX5" fmla="*/ 1842249 w 2746118"/>
              <a:gd name="csY5" fmla="*/ 105 h 823258"/>
              <a:gd name="csX6" fmla="*/ 1464424 w 2746118"/>
              <a:gd name="csY6" fmla="*/ 35030 h 823258"/>
              <a:gd name="csX7" fmla="*/ 902449 w 2746118"/>
              <a:gd name="csY7" fmla="*/ 152505 h 823258"/>
              <a:gd name="csX8" fmla="*/ 15830 w 2746118"/>
              <a:gd name="csY8" fmla="*/ 622405 h 823258"/>
              <a:gd name="csX9" fmla="*/ 763543 w 2746118"/>
              <a:gd name="csY9" fmla="*/ 714480 h 823258"/>
              <a:gd name="csX10" fmla="*/ 1689848 w 2746118"/>
              <a:gd name="csY10" fmla="*/ 812905 h 823258"/>
              <a:gd name="csX11" fmla="*/ 2369299 w 2746118"/>
              <a:gd name="csY11" fmla="*/ 704955 h 823258"/>
              <a:gd name="csX12" fmla="*/ 2728074 w 2746118"/>
              <a:gd name="csY12" fmla="*/ 595417 h 823258"/>
              <a:gd name="csX13" fmla="*/ 2699499 w 2746118"/>
              <a:gd name="csY13" fmla="*/ 411267 h 823258"/>
              <a:gd name="csX14" fmla="*/ 2543130 w 2746118"/>
              <a:gd name="csY14" fmla="*/ 256486 h 823258"/>
              <a:gd name="csX0" fmla="*/ 2553993 w 2756981"/>
              <a:gd name="csY0" fmla="*/ 256486 h 839377"/>
              <a:gd name="csX1" fmla="*/ 2410324 w 2756981"/>
              <a:gd name="csY1" fmla="*/ 292205 h 839377"/>
              <a:gd name="csX2" fmla="*/ 2497637 w 2756981"/>
              <a:gd name="csY2" fmla="*/ 169174 h 839377"/>
              <a:gd name="csX3" fmla="*/ 2176962 w 2756981"/>
              <a:gd name="csY3" fmla="*/ 60430 h 839377"/>
              <a:gd name="csX4" fmla="*/ 2094412 w 2756981"/>
              <a:gd name="csY4" fmla="*/ 25505 h 839377"/>
              <a:gd name="csX5" fmla="*/ 1853112 w 2756981"/>
              <a:gd name="csY5" fmla="*/ 105 h 839377"/>
              <a:gd name="csX6" fmla="*/ 1475287 w 2756981"/>
              <a:gd name="csY6" fmla="*/ 35030 h 839377"/>
              <a:gd name="csX7" fmla="*/ 913312 w 2756981"/>
              <a:gd name="csY7" fmla="*/ 152505 h 839377"/>
              <a:gd name="csX8" fmla="*/ 26693 w 2756981"/>
              <a:gd name="csY8" fmla="*/ 622405 h 839377"/>
              <a:gd name="csX9" fmla="*/ 491037 w 2756981"/>
              <a:gd name="csY9" fmla="*/ 807349 h 839377"/>
              <a:gd name="csX10" fmla="*/ 1700711 w 2756981"/>
              <a:gd name="csY10" fmla="*/ 812905 h 839377"/>
              <a:gd name="csX11" fmla="*/ 2380162 w 2756981"/>
              <a:gd name="csY11" fmla="*/ 704955 h 839377"/>
              <a:gd name="csX12" fmla="*/ 2738937 w 2756981"/>
              <a:gd name="csY12" fmla="*/ 595417 h 839377"/>
              <a:gd name="csX13" fmla="*/ 2710362 w 2756981"/>
              <a:gd name="csY13" fmla="*/ 411267 h 839377"/>
              <a:gd name="csX14" fmla="*/ 2553993 w 2756981"/>
              <a:gd name="csY14" fmla="*/ 256486 h 839377"/>
              <a:gd name="csX0" fmla="*/ 2608395 w 2811383"/>
              <a:gd name="csY0" fmla="*/ 256486 h 836238"/>
              <a:gd name="csX1" fmla="*/ 2464726 w 2811383"/>
              <a:gd name="csY1" fmla="*/ 292205 h 836238"/>
              <a:gd name="csX2" fmla="*/ 2552039 w 2811383"/>
              <a:gd name="csY2" fmla="*/ 169174 h 836238"/>
              <a:gd name="csX3" fmla="*/ 2231364 w 2811383"/>
              <a:gd name="csY3" fmla="*/ 60430 h 836238"/>
              <a:gd name="csX4" fmla="*/ 2148814 w 2811383"/>
              <a:gd name="csY4" fmla="*/ 25505 h 836238"/>
              <a:gd name="csX5" fmla="*/ 1907514 w 2811383"/>
              <a:gd name="csY5" fmla="*/ 105 h 836238"/>
              <a:gd name="csX6" fmla="*/ 1529689 w 2811383"/>
              <a:gd name="csY6" fmla="*/ 35030 h 836238"/>
              <a:gd name="csX7" fmla="*/ 967714 w 2811383"/>
              <a:gd name="csY7" fmla="*/ 152505 h 836238"/>
              <a:gd name="csX8" fmla="*/ 23945 w 2811383"/>
              <a:gd name="csY8" fmla="*/ 686699 h 836238"/>
              <a:gd name="csX9" fmla="*/ 545439 w 2811383"/>
              <a:gd name="csY9" fmla="*/ 807349 h 836238"/>
              <a:gd name="csX10" fmla="*/ 1755113 w 2811383"/>
              <a:gd name="csY10" fmla="*/ 812905 h 836238"/>
              <a:gd name="csX11" fmla="*/ 2434564 w 2811383"/>
              <a:gd name="csY11" fmla="*/ 704955 h 836238"/>
              <a:gd name="csX12" fmla="*/ 2793339 w 2811383"/>
              <a:gd name="csY12" fmla="*/ 595417 h 836238"/>
              <a:gd name="csX13" fmla="*/ 2764764 w 2811383"/>
              <a:gd name="csY13" fmla="*/ 411267 h 836238"/>
              <a:gd name="csX14" fmla="*/ 2608395 w 2811383"/>
              <a:gd name="csY14" fmla="*/ 256486 h 836238"/>
              <a:gd name="csX0" fmla="*/ 2581123 w 2784111"/>
              <a:gd name="csY0" fmla="*/ 256486 h 837582"/>
              <a:gd name="csX1" fmla="*/ 2437454 w 2784111"/>
              <a:gd name="csY1" fmla="*/ 292205 h 837582"/>
              <a:gd name="csX2" fmla="*/ 2524767 w 2784111"/>
              <a:gd name="csY2" fmla="*/ 169174 h 837582"/>
              <a:gd name="csX3" fmla="*/ 2204092 w 2784111"/>
              <a:gd name="csY3" fmla="*/ 60430 h 837582"/>
              <a:gd name="csX4" fmla="*/ 2121542 w 2784111"/>
              <a:gd name="csY4" fmla="*/ 25505 h 837582"/>
              <a:gd name="csX5" fmla="*/ 1880242 w 2784111"/>
              <a:gd name="csY5" fmla="*/ 105 h 837582"/>
              <a:gd name="csX6" fmla="*/ 1502417 w 2784111"/>
              <a:gd name="csY6" fmla="*/ 35030 h 837582"/>
              <a:gd name="csX7" fmla="*/ 940442 w 2784111"/>
              <a:gd name="csY7" fmla="*/ 152505 h 837582"/>
              <a:gd name="csX8" fmla="*/ 25248 w 2784111"/>
              <a:gd name="csY8" fmla="*/ 658124 h 837582"/>
              <a:gd name="csX9" fmla="*/ 518167 w 2784111"/>
              <a:gd name="csY9" fmla="*/ 807349 h 837582"/>
              <a:gd name="csX10" fmla="*/ 1727841 w 2784111"/>
              <a:gd name="csY10" fmla="*/ 812905 h 837582"/>
              <a:gd name="csX11" fmla="*/ 2407292 w 2784111"/>
              <a:gd name="csY11" fmla="*/ 704955 h 837582"/>
              <a:gd name="csX12" fmla="*/ 2766067 w 2784111"/>
              <a:gd name="csY12" fmla="*/ 595417 h 837582"/>
              <a:gd name="csX13" fmla="*/ 2737492 w 2784111"/>
              <a:gd name="csY13" fmla="*/ 411267 h 837582"/>
              <a:gd name="csX14" fmla="*/ 2581123 w 2784111"/>
              <a:gd name="csY14" fmla="*/ 256486 h 837582"/>
              <a:gd name="csX0" fmla="*/ 2644679 w 2847667"/>
              <a:gd name="csY0" fmla="*/ 256486 h 834091"/>
              <a:gd name="csX1" fmla="*/ 2501010 w 2847667"/>
              <a:gd name="csY1" fmla="*/ 292205 h 834091"/>
              <a:gd name="csX2" fmla="*/ 2588323 w 2847667"/>
              <a:gd name="csY2" fmla="*/ 169174 h 834091"/>
              <a:gd name="csX3" fmla="*/ 2267648 w 2847667"/>
              <a:gd name="csY3" fmla="*/ 60430 h 834091"/>
              <a:gd name="csX4" fmla="*/ 2185098 w 2847667"/>
              <a:gd name="csY4" fmla="*/ 25505 h 834091"/>
              <a:gd name="csX5" fmla="*/ 1943798 w 2847667"/>
              <a:gd name="csY5" fmla="*/ 105 h 834091"/>
              <a:gd name="csX6" fmla="*/ 1565973 w 2847667"/>
              <a:gd name="csY6" fmla="*/ 35030 h 834091"/>
              <a:gd name="csX7" fmla="*/ 1003998 w 2847667"/>
              <a:gd name="csY7" fmla="*/ 152505 h 834091"/>
              <a:gd name="csX8" fmla="*/ 88804 w 2847667"/>
              <a:gd name="csY8" fmla="*/ 658124 h 834091"/>
              <a:gd name="csX9" fmla="*/ 91185 w 2847667"/>
              <a:gd name="csY9" fmla="*/ 736759 h 834091"/>
              <a:gd name="csX10" fmla="*/ 581723 w 2847667"/>
              <a:gd name="csY10" fmla="*/ 807349 h 834091"/>
              <a:gd name="csX11" fmla="*/ 1791397 w 2847667"/>
              <a:gd name="csY11" fmla="*/ 812905 h 834091"/>
              <a:gd name="csX12" fmla="*/ 2470848 w 2847667"/>
              <a:gd name="csY12" fmla="*/ 704955 h 834091"/>
              <a:gd name="csX13" fmla="*/ 2829623 w 2847667"/>
              <a:gd name="csY13" fmla="*/ 595417 h 834091"/>
              <a:gd name="csX14" fmla="*/ 2801048 w 2847667"/>
              <a:gd name="csY14" fmla="*/ 411267 h 834091"/>
              <a:gd name="csX15" fmla="*/ 2644679 w 2847667"/>
              <a:gd name="csY15" fmla="*/ 256486 h 834091"/>
              <a:gd name="csX0" fmla="*/ 2644679 w 2847667"/>
              <a:gd name="csY0" fmla="*/ 256486 h 834091"/>
              <a:gd name="csX1" fmla="*/ 2501010 w 2847667"/>
              <a:gd name="csY1" fmla="*/ 292205 h 834091"/>
              <a:gd name="csX2" fmla="*/ 2588323 w 2847667"/>
              <a:gd name="csY2" fmla="*/ 169174 h 834091"/>
              <a:gd name="csX3" fmla="*/ 2267648 w 2847667"/>
              <a:gd name="csY3" fmla="*/ 60430 h 834091"/>
              <a:gd name="csX4" fmla="*/ 2185098 w 2847667"/>
              <a:gd name="csY4" fmla="*/ 25505 h 834091"/>
              <a:gd name="csX5" fmla="*/ 1943798 w 2847667"/>
              <a:gd name="csY5" fmla="*/ 105 h 834091"/>
              <a:gd name="csX6" fmla="*/ 1565973 w 2847667"/>
              <a:gd name="csY6" fmla="*/ 35030 h 834091"/>
              <a:gd name="csX7" fmla="*/ 1003998 w 2847667"/>
              <a:gd name="csY7" fmla="*/ 152505 h 834091"/>
              <a:gd name="csX8" fmla="*/ 88804 w 2847667"/>
              <a:gd name="csY8" fmla="*/ 658124 h 834091"/>
              <a:gd name="csX9" fmla="*/ 91185 w 2847667"/>
              <a:gd name="csY9" fmla="*/ 736759 h 834091"/>
              <a:gd name="csX10" fmla="*/ 581723 w 2847667"/>
              <a:gd name="csY10" fmla="*/ 807349 h 834091"/>
              <a:gd name="csX11" fmla="*/ 1791397 w 2847667"/>
              <a:gd name="csY11" fmla="*/ 812905 h 834091"/>
              <a:gd name="csX12" fmla="*/ 2470848 w 2847667"/>
              <a:gd name="csY12" fmla="*/ 704955 h 834091"/>
              <a:gd name="csX13" fmla="*/ 2829623 w 2847667"/>
              <a:gd name="csY13" fmla="*/ 595417 h 834091"/>
              <a:gd name="csX14" fmla="*/ 2801048 w 2847667"/>
              <a:gd name="csY14" fmla="*/ 411267 h 834091"/>
              <a:gd name="csX15" fmla="*/ 2644679 w 2847667"/>
              <a:gd name="csY15" fmla="*/ 256486 h 834091"/>
              <a:gd name="csX0" fmla="*/ 2636889 w 2839877"/>
              <a:gd name="csY0" fmla="*/ 256486 h 834091"/>
              <a:gd name="csX1" fmla="*/ 2493220 w 2839877"/>
              <a:gd name="csY1" fmla="*/ 292205 h 834091"/>
              <a:gd name="csX2" fmla="*/ 2580533 w 2839877"/>
              <a:gd name="csY2" fmla="*/ 169174 h 834091"/>
              <a:gd name="csX3" fmla="*/ 2259858 w 2839877"/>
              <a:gd name="csY3" fmla="*/ 60430 h 834091"/>
              <a:gd name="csX4" fmla="*/ 2177308 w 2839877"/>
              <a:gd name="csY4" fmla="*/ 25505 h 834091"/>
              <a:gd name="csX5" fmla="*/ 1936008 w 2839877"/>
              <a:gd name="csY5" fmla="*/ 105 h 834091"/>
              <a:gd name="csX6" fmla="*/ 1558183 w 2839877"/>
              <a:gd name="csY6" fmla="*/ 35030 h 834091"/>
              <a:gd name="csX7" fmla="*/ 996208 w 2839877"/>
              <a:gd name="csY7" fmla="*/ 152505 h 834091"/>
              <a:gd name="csX8" fmla="*/ 81014 w 2839877"/>
              <a:gd name="csY8" fmla="*/ 658124 h 834091"/>
              <a:gd name="csX9" fmla="*/ 83395 w 2839877"/>
              <a:gd name="csY9" fmla="*/ 736759 h 834091"/>
              <a:gd name="csX10" fmla="*/ 573933 w 2839877"/>
              <a:gd name="csY10" fmla="*/ 807349 h 834091"/>
              <a:gd name="csX11" fmla="*/ 1783607 w 2839877"/>
              <a:gd name="csY11" fmla="*/ 812905 h 834091"/>
              <a:gd name="csX12" fmla="*/ 2463058 w 2839877"/>
              <a:gd name="csY12" fmla="*/ 704955 h 834091"/>
              <a:gd name="csX13" fmla="*/ 2821833 w 2839877"/>
              <a:gd name="csY13" fmla="*/ 595417 h 834091"/>
              <a:gd name="csX14" fmla="*/ 2793258 w 2839877"/>
              <a:gd name="csY14" fmla="*/ 411267 h 834091"/>
              <a:gd name="csX15" fmla="*/ 2636889 w 2839877"/>
              <a:gd name="csY15" fmla="*/ 256486 h 834091"/>
              <a:gd name="csX0" fmla="*/ 2642479 w 2845467"/>
              <a:gd name="csY0" fmla="*/ 256486 h 834091"/>
              <a:gd name="csX1" fmla="*/ 2498810 w 2845467"/>
              <a:gd name="csY1" fmla="*/ 292205 h 834091"/>
              <a:gd name="csX2" fmla="*/ 2586123 w 2845467"/>
              <a:gd name="csY2" fmla="*/ 169174 h 834091"/>
              <a:gd name="csX3" fmla="*/ 2265448 w 2845467"/>
              <a:gd name="csY3" fmla="*/ 60430 h 834091"/>
              <a:gd name="csX4" fmla="*/ 2182898 w 2845467"/>
              <a:gd name="csY4" fmla="*/ 25505 h 834091"/>
              <a:gd name="csX5" fmla="*/ 1941598 w 2845467"/>
              <a:gd name="csY5" fmla="*/ 105 h 834091"/>
              <a:gd name="csX6" fmla="*/ 1563773 w 2845467"/>
              <a:gd name="csY6" fmla="*/ 35030 h 834091"/>
              <a:gd name="csX7" fmla="*/ 1001798 w 2845467"/>
              <a:gd name="csY7" fmla="*/ 152505 h 834091"/>
              <a:gd name="csX8" fmla="*/ 86604 w 2845467"/>
              <a:gd name="csY8" fmla="*/ 658124 h 834091"/>
              <a:gd name="csX9" fmla="*/ 88985 w 2845467"/>
              <a:gd name="csY9" fmla="*/ 736759 h 834091"/>
              <a:gd name="csX10" fmla="*/ 579523 w 2845467"/>
              <a:gd name="csY10" fmla="*/ 807349 h 834091"/>
              <a:gd name="csX11" fmla="*/ 1789197 w 2845467"/>
              <a:gd name="csY11" fmla="*/ 812905 h 834091"/>
              <a:gd name="csX12" fmla="*/ 2468648 w 2845467"/>
              <a:gd name="csY12" fmla="*/ 704955 h 834091"/>
              <a:gd name="csX13" fmla="*/ 2827423 w 2845467"/>
              <a:gd name="csY13" fmla="*/ 595417 h 834091"/>
              <a:gd name="csX14" fmla="*/ 2798848 w 2845467"/>
              <a:gd name="csY14" fmla="*/ 411267 h 834091"/>
              <a:gd name="csX15" fmla="*/ 2642479 w 2845467"/>
              <a:gd name="csY15" fmla="*/ 256486 h 834091"/>
              <a:gd name="csX0" fmla="*/ 2623141 w 2826129"/>
              <a:gd name="csY0" fmla="*/ 256486 h 834091"/>
              <a:gd name="csX1" fmla="*/ 2479472 w 2826129"/>
              <a:gd name="csY1" fmla="*/ 292205 h 834091"/>
              <a:gd name="csX2" fmla="*/ 2566785 w 2826129"/>
              <a:gd name="csY2" fmla="*/ 169174 h 834091"/>
              <a:gd name="csX3" fmla="*/ 2246110 w 2826129"/>
              <a:gd name="csY3" fmla="*/ 60430 h 834091"/>
              <a:gd name="csX4" fmla="*/ 2163560 w 2826129"/>
              <a:gd name="csY4" fmla="*/ 25505 h 834091"/>
              <a:gd name="csX5" fmla="*/ 1922260 w 2826129"/>
              <a:gd name="csY5" fmla="*/ 105 h 834091"/>
              <a:gd name="csX6" fmla="*/ 1544435 w 2826129"/>
              <a:gd name="csY6" fmla="*/ 35030 h 834091"/>
              <a:gd name="csX7" fmla="*/ 982460 w 2826129"/>
              <a:gd name="csY7" fmla="*/ 152505 h 834091"/>
              <a:gd name="csX8" fmla="*/ 67266 w 2826129"/>
              <a:gd name="csY8" fmla="*/ 658124 h 834091"/>
              <a:gd name="csX9" fmla="*/ 69647 w 2826129"/>
              <a:gd name="csY9" fmla="*/ 736759 h 834091"/>
              <a:gd name="csX10" fmla="*/ 560185 w 2826129"/>
              <a:gd name="csY10" fmla="*/ 807349 h 834091"/>
              <a:gd name="csX11" fmla="*/ 1769859 w 2826129"/>
              <a:gd name="csY11" fmla="*/ 812905 h 834091"/>
              <a:gd name="csX12" fmla="*/ 2449310 w 2826129"/>
              <a:gd name="csY12" fmla="*/ 704955 h 834091"/>
              <a:gd name="csX13" fmla="*/ 2808085 w 2826129"/>
              <a:gd name="csY13" fmla="*/ 595417 h 834091"/>
              <a:gd name="csX14" fmla="*/ 2779510 w 2826129"/>
              <a:gd name="csY14" fmla="*/ 411267 h 834091"/>
              <a:gd name="csX15" fmla="*/ 2623141 w 2826129"/>
              <a:gd name="csY15" fmla="*/ 256486 h 834091"/>
              <a:gd name="csX0" fmla="*/ 2710855 w 2913843"/>
              <a:gd name="csY0" fmla="*/ 256486 h 834091"/>
              <a:gd name="csX1" fmla="*/ 2567186 w 2913843"/>
              <a:gd name="csY1" fmla="*/ 292205 h 834091"/>
              <a:gd name="csX2" fmla="*/ 2654499 w 2913843"/>
              <a:gd name="csY2" fmla="*/ 169174 h 834091"/>
              <a:gd name="csX3" fmla="*/ 2333824 w 2913843"/>
              <a:gd name="csY3" fmla="*/ 60430 h 834091"/>
              <a:gd name="csX4" fmla="*/ 2251274 w 2913843"/>
              <a:gd name="csY4" fmla="*/ 25505 h 834091"/>
              <a:gd name="csX5" fmla="*/ 2009974 w 2913843"/>
              <a:gd name="csY5" fmla="*/ 105 h 834091"/>
              <a:gd name="csX6" fmla="*/ 1632149 w 2913843"/>
              <a:gd name="csY6" fmla="*/ 35030 h 834091"/>
              <a:gd name="csX7" fmla="*/ 1070174 w 2913843"/>
              <a:gd name="csY7" fmla="*/ 152505 h 834091"/>
              <a:gd name="csX8" fmla="*/ 154980 w 2913843"/>
              <a:gd name="csY8" fmla="*/ 658124 h 834091"/>
              <a:gd name="csX9" fmla="*/ 157361 w 2913843"/>
              <a:gd name="csY9" fmla="*/ 736759 h 834091"/>
              <a:gd name="csX10" fmla="*/ 647899 w 2913843"/>
              <a:gd name="csY10" fmla="*/ 807349 h 834091"/>
              <a:gd name="csX11" fmla="*/ 1857573 w 2913843"/>
              <a:gd name="csY11" fmla="*/ 812905 h 834091"/>
              <a:gd name="csX12" fmla="*/ 2537024 w 2913843"/>
              <a:gd name="csY12" fmla="*/ 704955 h 834091"/>
              <a:gd name="csX13" fmla="*/ 2895799 w 2913843"/>
              <a:gd name="csY13" fmla="*/ 595417 h 834091"/>
              <a:gd name="csX14" fmla="*/ 2867224 w 2913843"/>
              <a:gd name="csY14" fmla="*/ 411267 h 834091"/>
              <a:gd name="csX15" fmla="*/ 2710855 w 2913843"/>
              <a:gd name="csY15" fmla="*/ 256486 h 834091"/>
              <a:gd name="csX0" fmla="*/ 2642480 w 2845468"/>
              <a:gd name="csY0" fmla="*/ 256486 h 834091"/>
              <a:gd name="csX1" fmla="*/ 2498811 w 2845468"/>
              <a:gd name="csY1" fmla="*/ 292205 h 834091"/>
              <a:gd name="csX2" fmla="*/ 2586124 w 2845468"/>
              <a:gd name="csY2" fmla="*/ 169174 h 834091"/>
              <a:gd name="csX3" fmla="*/ 2265449 w 2845468"/>
              <a:gd name="csY3" fmla="*/ 60430 h 834091"/>
              <a:gd name="csX4" fmla="*/ 2182899 w 2845468"/>
              <a:gd name="csY4" fmla="*/ 25505 h 834091"/>
              <a:gd name="csX5" fmla="*/ 1941599 w 2845468"/>
              <a:gd name="csY5" fmla="*/ 105 h 834091"/>
              <a:gd name="csX6" fmla="*/ 1563774 w 2845468"/>
              <a:gd name="csY6" fmla="*/ 35030 h 834091"/>
              <a:gd name="csX7" fmla="*/ 1001799 w 2845468"/>
              <a:gd name="csY7" fmla="*/ 152505 h 834091"/>
              <a:gd name="csX8" fmla="*/ 86605 w 2845468"/>
              <a:gd name="csY8" fmla="*/ 658124 h 834091"/>
              <a:gd name="csX9" fmla="*/ 88986 w 2845468"/>
              <a:gd name="csY9" fmla="*/ 736759 h 834091"/>
              <a:gd name="csX10" fmla="*/ 579524 w 2845468"/>
              <a:gd name="csY10" fmla="*/ 807349 h 834091"/>
              <a:gd name="csX11" fmla="*/ 1789198 w 2845468"/>
              <a:gd name="csY11" fmla="*/ 812905 h 834091"/>
              <a:gd name="csX12" fmla="*/ 2468649 w 2845468"/>
              <a:gd name="csY12" fmla="*/ 704955 h 834091"/>
              <a:gd name="csX13" fmla="*/ 2827424 w 2845468"/>
              <a:gd name="csY13" fmla="*/ 595417 h 834091"/>
              <a:gd name="csX14" fmla="*/ 2798849 w 2845468"/>
              <a:gd name="csY14" fmla="*/ 411267 h 834091"/>
              <a:gd name="csX15" fmla="*/ 2642480 w 2845468"/>
              <a:gd name="csY15" fmla="*/ 256486 h 834091"/>
              <a:gd name="csX0" fmla="*/ 2641044 w 2844032"/>
              <a:gd name="csY0" fmla="*/ 256486 h 834091"/>
              <a:gd name="csX1" fmla="*/ 2497375 w 2844032"/>
              <a:gd name="csY1" fmla="*/ 292205 h 834091"/>
              <a:gd name="csX2" fmla="*/ 2584688 w 2844032"/>
              <a:gd name="csY2" fmla="*/ 169174 h 834091"/>
              <a:gd name="csX3" fmla="*/ 2264013 w 2844032"/>
              <a:gd name="csY3" fmla="*/ 60430 h 834091"/>
              <a:gd name="csX4" fmla="*/ 2181463 w 2844032"/>
              <a:gd name="csY4" fmla="*/ 25505 h 834091"/>
              <a:gd name="csX5" fmla="*/ 1940163 w 2844032"/>
              <a:gd name="csY5" fmla="*/ 105 h 834091"/>
              <a:gd name="csX6" fmla="*/ 1562338 w 2844032"/>
              <a:gd name="csY6" fmla="*/ 35030 h 834091"/>
              <a:gd name="csX7" fmla="*/ 1000363 w 2844032"/>
              <a:gd name="csY7" fmla="*/ 152505 h 834091"/>
              <a:gd name="csX8" fmla="*/ 85169 w 2844032"/>
              <a:gd name="csY8" fmla="*/ 658124 h 834091"/>
              <a:gd name="csX9" fmla="*/ 87550 w 2844032"/>
              <a:gd name="csY9" fmla="*/ 736759 h 834091"/>
              <a:gd name="csX10" fmla="*/ 578088 w 2844032"/>
              <a:gd name="csY10" fmla="*/ 807349 h 834091"/>
              <a:gd name="csX11" fmla="*/ 1787762 w 2844032"/>
              <a:gd name="csY11" fmla="*/ 812905 h 834091"/>
              <a:gd name="csX12" fmla="*/ 2467213 w 2844032"/>
              <a:gd name="csY12" fmla="*/ 704955 h 834091"/>
              <a:gd name="csX13" fmla="*/ 2825988 w 2844032"/>
              <a:gd name="csY13" fmla="*/ 595417 h 834091"/>
              <a:gd name="csX14" fmla="*/ 2797413 w 2844032"/>
              <a:gd name="csY14" fmla="*/ 411267 h 834091"/>
              <a:gd name="csX15" fmla="*/ 2641044 w 2844032"/>
              <a:gd name="csY15" fmla="*/ 256486 h 834091"/>
              <a:gd name="csX0" fmla="*/ 2617134 w 2820122"/>
              <a:gd name="csY0" fmla="*/ 256486 h 834091"/>
              <a:gd name="csX1" fmla="*/ 2473465 w 2820122"/>
              <a:gd name="csY1" fmla="*/ 292205 h 834091"/>
              <a:gd name="csX2" fmla="*/ 2560778 w 2820122"/>
              <a:gd name="csY2" fmla="*/ 169174 h 834091"/>
              <a:gd name="csX3" fmla="*/ 2240103 w 2820122"/>
              <a:gd name="csY3" fmla="*/ 60430 h 834091"/>
              <a:gd name="csX4" fmla="*/ 2157553 w 2820122"/>
              <a:gd name="csY4" fmla="*/ 25505 h 834091"/>
              <a:gd name="csX5" fmla="*/ 1916253 w 2820122"/>
              <a:gd name="csY5" fmla="*/ 105 h 834091"/>
              <a:gd name="csX6" fmla="*/ 1538428 w 2820122"/>
              <a:gd name="csY6" fmla="*/ 35030 h 834091"/>
              <a:gd name="csX7" fmla="*/ 976453 w 2820122"/>
              <a:gd name="csY7" fmla="*/ 152505 h 834091"/>
              <a:gd name="csX8" fmla="*/ 61259 w 2820122"/>
              <a:gd name="csY8" fmla="*/ 658124 h 834091"/>
              <a:gd name="csX9" fmla="*/ 63640 w 2820122"/>
              <a:gd name="csY9" fmla="*/ 736759 h 834091"/>
              <a:gd name="csX10" fmla="*/ 554178 w 2820122"/>
              <a:gd name="csY10" fmla="*/ 807349 h 834091"/>
              <a:gd name="csX11" fmla="*/ 1763852 w 2820122"/>
              <a:gd name="csY11" fmla="*/ 812905 h 834091"/>
              <a:gd name="csX12" fmla="*/ 2443303 w 2820122"/>
              <a:gd name="csY12" fmla="*/ 704955 h 834091"/>
              <a:gd name="csX13" fmla="*/ 2802078 w 2820122"/>
              <a:gd name="csY13" fmla="*/ 595417 h 834091"/>
              <a:gd name="csX14" fmla="*/ 2773503 w 2820122"/>
              <a:gd name="csY14" fmla="*/ 411267 h 834091"/>
              <a:gd name="csX15" fmla="*/ 2617134 w 2820122"/>
              <a:gd name="csY15" fmla="*/ 256486 h 834091"/>
              <a:gd name="csX0" fmla="*/ 2637454 w 2840442"/>
              <a:gd name="csY0" fmla="*/ 256486 h 834091"/>
              <a:gd name="csX1" fmla="*/ 2493785 w 2840442"/>
              <a:gd name="csY1" fmla="*/ 292205 h 834091"/>
              <a:gd name="csX2" fmla="*/ 2581098 w 2840442"/>
              <a:gd name="csY2" fmla="*/ 169174 h 834091"/>
              <a:gd name="csX3" fmla="*/ 2260423 w 2840442"/>
              <a:gd name="csY3" fmla="*/ 60430 h 834091"/>
              <a:gd name="csX4" fmla="*/ 2177873 w 2840442"/>
              <a:gd name="csY4" fmla="*/ 25505 h 834091"/>
              <a:gd name="csX5" fmla="*/ 1936573 w 2840442"/>
              <a:gd name="csY5" fmla="*/ 105 h 834091"/>
              <a:gd name="csX6" fmla="*/ 1558748 w 2840442"/>
              <a:gd name="csY6" fmla="*/ 35030 h 834091"/>
              <a:gd name="csX7" fmla="*/ 996773 w 2840442"/>
              <a:gd name="csY7" fmla="*/ 152505 h 834091"/>
              <a:gd name="csX8" fmla="*/ 81579 w 2840442"/>
              <a:gd name="csY8" fmla="*/ 658124 h 834091"/>
              <a:gd name="csX9" fmla="*/ 83960 w 2840442"/>
              <a:gd name="csY9" fmla="*/ 736759 h 834091"/>
              <a:gd name="csX10" fmla="*/ 574498 w 2840442"/>
              <a:gd name="csY10" fmla="*/ 807349 h 834091"/>
              <a:gd name="csX11" fmla="*/ 1784172 w 2840442"/>
              <a:gd name="csY11" fmla="*/ 812905 h 834091"/>
              <a:gd name="csX12" fmla="*/ 2463623 w 2840442"/>
              <a:gd name="csY12" fmla="*/ 704955 h 834091"/>
              <a:gd name="csX13" fmla="*/ 2822398 w 2840442"/>
              <a:gd name="csY13" fmla="*/ 595417 h 834091"/>
              <a:gd name="csX14" fmla="*/ 2793823 w 2840442"/>
              <a:gd name="csY14" fmla="*/ 411267 h 834091"/>
              <a:gd name="csX15" fmla="*/ 2637454 w 2840442"/>
              <a:gd name="csY15" fmla="*/ 256486 h 834091"/>
              <a:gd name="csX0" fmla="*/ 2597742 w 2800730"/>
              <a:gd name="csY0" fmla="*/ 256486 h 834091"/>
              <a:gd name="csX1" fmla="*/ 2454073 w 2800730"/>
              <a:gd name="csY1" fmla="*/ 292205 h 834091"/>
              <a:gd name="csX2" fmla="*/ 2541386 w 2800730"/>
              <a:gd name="csY2" fmla="*/ 169174 h 834091"/>
              <a:gd name="csX3" fmla="*/ 2220711 w 2800730"/>
              <a:gd name="csY3" fmla="*/ 60430 h 834091"/>
              <a:gd name="csX4" fmla="*/ 2138161 w 2800730"/>
              <a:gd name="csY4" fmla="*/ 25505 h 834091"/>
              <a:gd name="csX5" fmla="*/ 1896861 w 2800730"/>
              <a:gd name="csY5" fmla="*/ 105 h 834091"/>
              <a:gd name="csX6" fmla="*/ 1519036 w 2800730"/>
              <a:gd name="csY6" fmla="*/ 35030 h 834091"/>
              <a:gd name="csX7" fmla="*/ 957061 w 2800730"/>
              <a:gd name="csY7" fmla="*/ 152505 h 834091"/>
              <a:gd name="csX8" fmla="*/ 41867 w 2800730"/>
              <a:gd name="csY8" fmla="*/ 658124 h 834091"/>
              <a:gd name="csX9" fmla="*/ 44248 w 2800730"/>
              <a:gd name="csY9" fmla="*/ 736759 h 834091"/>
              <a:gd name="csX10" fmla="*/ 534786 w 2800730"/>
              <a:gd name="csY10" fmla="*/ 807349 h 834091"/>
              <a:gd name="csX11" fmla="*/ 1744460 w 2800730"/>
              <a:gd name="csY11" fmla="*/ 812905 h 834091"/>
              <a:gd name="csX12" fmla="*/ 2423911 w 2800730"/>
              <a:gd name="csY12" fmla="*/ 704955 h 834091"/>
              <a:gd name="csX13" fmla="*/ 2782686 w 2800730"/>
              <a:gd name="csY13" fmla="*/ 595417 h 834091"/>
              <a:gd name="csX14" fmla="*/ 2754111 w 2800730"/>
              <a:gd name="csY14" fmla="*/ 411267 h 834091"/>
              <a:gd name="csX15" fmla="*/ 2597742 w 2800730"/>
              <a:gd name="csY15" fmla="*/ 256486 h 834091"/>
              <a:gd name="csX0" fmla="*/ 2608779 w 2811767"/>
              <a:gd name="csY0" fmla="*/ 256486 h 834091"/>
              <a:gd name="csX1" fmla="*/ 2465110 w 2811767"/>
              <a:gd name="csY1" fmla="*/ 292205 h 834091"/>
              <a:gd name="csX2" fmla="*/ 2552423 w 2811767"/>
              <a:gd name="csY2" fmla="*/ 169174 h 834091"/>
              <a:gd name="csX3" fmla="*/ 2231748 w 2811767"/>
              <a:gd name="csY3" fmla="*/ 60430 h 834091"/>
              <a:gd name="csX4" fmla="*/ 2149198 w 2811767"/>
              <a:gd name="csY4" fmla="*/ 25505 h 834091"/>
              <a:gd name="csX5" fmla="*/ 1907898 w 2811767"/>
              <a:gd name="csY5" fmla="*/ 105 h 834091"/>
              <a:gd name="csX6" fmla="*/ 1530073 w 2811767"/>
              <a:gd name="csY6" fmla="*/ 35030 h 834091"/>
              <a:gd name="csX7" fmla="*/ 968098 w 2811767"/>
              <a:gd name="csY7" fmla="*/ 152505 h 834091"/>
              <a:gd name="csX8" fmla="*/ 52904 w 2811767"/>
              <a:gd name="csY8" fmla="*/ 658124 h 834091"/>
              <a:gd name="csX9" fmla="*/ 55285 w 2811767"/>
              <a:gd name="csY9" fmla="*/ 736759 h 834091"/>
              <a:gd name="csX10" fmla="*/ 545823 w 2811767"/>
              <a:gd name="csY10" fmla="*/ 807349 h 834091"/>
              <a:gd name="csX11" fmla="*/ 1755497 w 2811767"/>
              <a:gd name="csY11" fmla="*/ 812905 h 834091"/>
              <a:gd name="csX12" fmla="*/ 2434948 w 2811767"/>
              <a:gd name="csY12" fmla="*/ 704955 h 834091"/>
              <a:gd name="csX13" fmla="*/ 2793723 w 2811767"/>
              <a:gd name="csY13" fmla="*/ 595417 h 834091"/>
              <a:gd name="csX14" fmla="*/ 2765148 w 2811767"/>
              <a:gd name="csY14" fmla="*/ 411267 h 834091"/>
              <a:gd name="csX15" fmla="*/ 2608779 w 2811767"/>
              <a:gd name="csY15" fmla="*/ 256486 h 834091"/>
              <a:gd name="csX0" fmla="*/ 2633605 w 2836593"/>
              <a:gd name="csY0" fmla="*/ 256486 h 833712"/>
              <a:gd name="csX1" fmla="*/ 2489936 w 2836593"/>
              <a:gd name="csY1" fmla="*/ 292205 h 833712"/>
              <a:gd name="csX2" fmla="*/ 2577249 w 2836593"/>
              <a:gd name="csY2" fmla="*/ 169174 h 833712"/>
              <a:gd name="csX3" fmla="*/ 2256574 w 2836593"/>
              <a:gd name="csY3" fmla="*/ 60430 h 833712"/>
              <a:gd name="csX4" fmla="*/ 2174024 w 2836593"/>
              <a:gd name="csY4" fmla="*/ 25505 h 833712"/>
              <a:gd name="csX5" fmla="*/ 1932724 w 2836593"/>
              <a:gd name="csY5" fmla="*/ 105 h 833712"/>
              <a:gd name="csX6" fmla="*/ 1554899 w 2836593"/>
              <a:gd name="csY6" fmla="*/ 35030 h 833712"/>
              <a:gd name="csX7" fmla="*/ 992924 w 2836593"/>
              <a:gd name="csY7" fmla="*/ 152505 h 833712"/>
              <a:gd name="csX8" fmla="*/ 77730 w 2836593"/>
              <a:gd name="csY8" fmla="*/ 658124 h 833712"/>
              <a:gd name="csX9" fmla="*/ 80111 w 2836593"/>
              <a:gd name="csY9" fmla="*/ 746284 h 833712"/>
              <a:gd name="csX10" fmla="*/ 570649 w 2836593"/>
              <a:gd name="csY10" fmla="*/ 807349 h 833712"/>
              <a:gd name="csX11" fmla="*/ 1780323 w 2836593"/>
              <a:gd name="csY11" fmla="*/ 812905 h 833712"/>
              <a:gd name="csX12" fmla="*/ 2459774 w 2836593"/>
              <a:gd name="csY12" fmla="*/ 704955 h 833712"/>
              <a:gd name="csX13" fmla="*/ 2818549 w 2836593"/>
              <a:gd name="csY13" fmla="*/ 595417 h 833712"/>
              <a:gd name="csX14" fmla="*/ 2789974 w 2836593"/>
              <a:gd name="csY14" fmla="*/ 411267 h 833712"/>
              <a:gd name="csX15" fmla="*/ 2633605 w 2836593"/>
              <a:gd name="csY15" fmla="*/ 256486 h 833712"/>
              <a:gd name="csX0" fmla="*/ 2636218 w 2839206"/>
              <a:gd name="csY0" fmla="*/ 256486 h 833712"/>
              <a:gd name="csX1" fmla="*/ 2492549 w 2839206"/>
              <a:gd name="csY1" fmla="*/ 292205 h 833712"/>
              <a:gd name="csX2" fmla="*/ 2579862 w 2839206"/>
              <a:gd name="csY2" fmla="*/ 169174 h 833712"/>
              <a:gd name="csX3" fmla="*/ 2259187 w 2839206"/>
              <a:gd name="csY3" fmla="*/ 60430 h 833712"/>
              <a:gd name="csX4" fmla="*/ 2176637 w 2839206"/>
              <a:gd name="csY4" fmla="*/ 25505 h 833712"/>
              <a:gd name="csX5" fmla="*/ 1935337 w 2839206"/>
              <a:gd name="csY5" fmla="*/ 105 h 833712"/>
              <a:gd name="csX6" fmla="*/ 1557512 w 2839206"/>
              <a:gd name="csY6" fmla="*/ 35030 h 833712"/>
              <a:gd name="csX7" fmla="*/ 995537 w 2839206"/>
              <a:gd name="csY7" fmla="*/ 152505 h 833712"/>
              <a:gd name="csX8" fmla="*/ 80343 w 2839206"/>
              <a:gd name="csY8" fmla="*/ 658124 h 833712"/>
              <a:gd name="csX9" fmla="*/ 82724 w 2839206"/>
              <a:gd name="csY9" fmla="*/ 746284 h 833712"/>
              <a:gd name="csX10" fmla="*/ 573262 w 2839206"/>
              <a:gd name="csY10" fmla="*/ 807349 h 833712"/>
              <a:gd name="csX11" fmla="*/ 1782936 w 2839206"/>
              <a:gd name="csY11" fmla="*/ 812905 h 833712"/>
              <a:gd name="csX12" fmla="*/ 2462387 w 2839206"/>
              <a:gd name="csY12" fmla="*/ 704955 h 833712"/>
              <a:gd name="csX13" fmla="*/ 2821162 w 2839206"/>
              <a:gd name="csY13" fmla="*/ 595417 h 833712"/>
              <a:gd name="csX14" fmla="*/ 2792587 w 2839206"/>
              <a:gd name="csY14" fmla="*/ 411267 h 833712"/>
              <a:gd name="csX15" fmla="*/ 2636218 w 2839206"/>
              <a:gd name="csY15" fmla="*/ 256486 h 833712"/>
              <a:gd name="csX0" fmla="*/ 2592539 w 2795527"/>
              <a:gd name="csY0" fmla="*/ 256486 h 833712"/>
              <a:gd name="csX1" fmla="*/ 2448870 w 2795527"/>
              <a:gd name="csY1" fmla="*/ 292205 h 833712"/>
              <a:gd name="csX2" fmla="*/ 2536183 w 2795527"/>
              <a:gd name="csY2" fmla="*/ 169174 h 833712"/>
              <a:gd name="csX3" fmla="*/ 2215508 w 2795527"/>
              <a:gd name="csY3" fmla="*/ 60430 h 833712"/>
              <a:gd name="csX4" fmla="*/ 2132958 w 2795527"/>
              <a:gd name="csY4" fmla="*/ 25505 h 833712"/>
              <a:gd name="csX5" fmla="*/ 1891658 w 2795527"/>
              <a:gd name="csY5" fmla="*/ 105 h 833712"/>
              <a:gd name="csX6" fmla="*/ 1513833 w 2795527"/>
              <a:gd name="csY6" fmla="*/ 35030 h 833712"/>
              <a:gd name="csX7" fmla="*/ 951858 w 2795527"/>
              <a:gd name="csY7" fmla="*/ 152505 h 833712"/>
              <a:gd name="csX8" fmla="*/ 36664 w 2795527"/>
              <a:gd name="csY8" fmla="*/ 658124 h 833712"/>
              <a:gd name="csX9" fmla="*/ 39045 w 2795527"/>
              <a:gd name="csY9" fmla="*/ 746284 h 833712"/>
              <a:gd name="csX10" fmla="*/ 529583 w 2795527"/>
              <a:gd name="csY10" fmla="*/ 807349 h 833712"/>
              <a:gd name="csX11" fmla="*/ 1739257 w 2795527"/>
              <a:gd name="csY11" fmla="*/ 812905 h 833712"/>
              <a:gd name="csX12" fmla="*/ 2418708 w 2795527"/>
              <a:gd name="csY12" fmla="*/ 704955 h 833712"/>
              <a:gd name="csX13" fmla="*/ 2777483 w 2795527"/>
              <a:gd name="csY13" fmla="*/ 595417 h 833712"/>
              <a:gd name="csX14" fmla="*/ 2748908 w 2795527"/>
              <a:gd name="csY14" fmla="*/ 411267 h 833712"/>
              <a:gd name="csX15" fmla="*/ 2592539 w 2795527"/>
              <a:gd name="csY15" fmla="*/ 256486 h 833712"/>
              <a:gd name="csX0" fmla="*/ 2577666 w 2780654"/>
              <a:gd name="csY0" fmla="*/ 256486 h 833712"/>
              <a:gd name="csX1" fmla="*/ 2433997 w 2780654"/>
              <a:gd name="csY1" fmla="*/ 292205 h 833712"/>
              <a:gd name="csX2" fmla="*/ 2521310 w 2780654"/>
              <a:gd name="csY2" fmla="*/ 169174 h 833712"/>
              <a:gd name="csX3" fmla="*/ 2200635 w 2780654"/>
              <a:gd name="csY3" fmla="*/ 60430 h 833712"/>
              <a:gd name="csX4" fmla="*/ 2118085 w 2780654"/>
              <a:gd name="csY4" fmla="*/ 25505 h 833712"/>
              <a:gd name="csX5" fmla="*/ 1876785 w 2780654"/>
              <a:gd name="csY5" fmla="*/ 105 h 833712"/>
              <a:gd name="csX6" fmla="*/ 1498960 w 2780654"/>
              <a:gd name="csY6" fmla="*/ 35030 h 833712"/>
              <a:gd name="csX7" fmla="*/ 936985 w 2780654"/>
              <a:gd name="csY7" fmla="*/ 152505 h 833712"/>
              <a:gd name="csX8" fmla="*/ 21791 w 2780654"/>
              <a:gd name="csY8" fmla="*/ 658124 h 833712"/>
              <a:gd name="csX9" fmla="*/ 24172 w 2780654"/>
              <a:gd name="csY9" fmla="*/ 746284 h 833712"/>
              <a:gd name="csX10" fmla="*/ 514710 w 2780654"/>
              <a:gd name="csY10" fmla="*/ 807349 h 833712"/>
              <a:gd name="csX11" fmla="*/ 1724384 w 2780654"/>
              <a:gd name="csY11" fmla="*/ 812905 h 833712"/>
              <a:gd name="csX12" fmla="*/ 2403835 w 2780654"/>
              <a:gd name="csY12" fmla="*/ 704955 h 833712"/>
              <a:gd name="csX13" fmla="*/ 2762610 w 2780654"/>
              <a:gd name="csY13" fmla="*/ 595417 h 833712"/>
              <a:gd name="csX14" fmla="*/ 2734035 w 2780654"/>
              <a:gd name="csY14" fmla="*/ 411267 h 833712"/>
              <a:gd name="csX15" fmla="*/ 2577666 w 2780654"/>
              <a:gd name="csY15" fmla="*/ 256486 h 833712"/>
              <a:gd name="csX0" fmla="*/ 2590453 w 2793441"/>
              <a:gd name="csY0" fmla="*/ 256486 h 833712"/>
              <a:gd name="csX1" fmla="*/ 2446784 w 2793441"/>
              <a:gd name="csY1" fmla="*/ 292205 h 833712"/>
              <a:gd name="csX2" fmla="*/ 2534097 w 2793441"/>
              <a:gd name="csY2" fmla="*/ 169174 h 833712"/>
              <a:gd name="csX3" fmla="*/ 2213422 w 2793441"/>
              <a:gd name="csY3" fmla="*/ 60430 h 833712"/>
              <a:gd name="csX4" fmla="*/ 2130872 w 2793441"/>
              <a:gd name="csY4" fmla="*/ 25505 h 833712"/>
              <a:gd name="csX5" fmla="*/ 1889572 w 2793441"/>
              <a:gd name="csY5" fmla="*/ 105 h 833712"/>
              <a:gd name="csX6" fmla="*/ 1511747 w 2793441"/>
              <a:gd name="csY6" fmla="*/ 35030 h 833712"/>
              <a:gd name="csX7" fmla="*/ 949772 w 2793441"/>
              <a:gd name="csY7" fmla="*/ 152505 h 833712"/>
              <a:gd name="csX8" fmla="*/ 34578 w 2793441"/>
              <a:gd name="csY8" fmla="*/ 658124 h 833712"/>
              <a:gd name="csX9" fmla="*/ 36959 w 2793441"/>
              <a:gd name="csY9" fmla="*/ 746284 h 833712"/>
              <a:gd name="csX10" fmla="*/ 527497 w 2793441"/>
              <a:gd name="csY10" fmla="*/ 807349 h 833712"/>
              <a:gd name="csX11" fmla="*/ 1737171 w 2793441"/>
              <a:gd name="csY11" fmla="*/ 812905 h 833712"/>
              <a:gd name="csX12" fmla="*/ 2416622 w 2793441"/>
              <a:gd name="csY12" fmla="*/ 704955 h 833712"/>
              <a:gd name="csX13" fmla="*/ 2775397 w 2793441"/>
              <a:gd name="csY13" fmla="*/ 595417 h 833712"/>
              <a:gd name="csX14" fmla="*/ 2746822 w 2793441"/>
              <a:gd name="csY14" fmla="*/ 411267 h 833712"/>
              <a:gd name="csX15" fmla="*/ 2590453 w 2793441"/>
              <a:gd name="csY15" fmla="*/ 256486 h 833712"/>
              <a:gd name="csX0" fmla="*/ 2603042 w 2806030"/>
              <a:gd name="csY0" fmla="*/ 256486 h 833712"/>
              <a:gd name="csX1" fmla="*/ 2459373 w 2806030"/>
              <a:gd name="csY1" fmla="*/ 292205 h 833712"/>
              <a:gd name="csX2" fmla="*/ 2546686 w 2806030"/>
              <a:gd name="csY2" fmla="*/ 169174 h 833712"/>
              <a:gd name="csX3" fmla="*/ 2226011 w 2806030"/>
              <a:gd name="csY3" fmla="*/ 60430 h 833712"/>
              <a:gd name="csX4" fmla="*/ 2143461 w 2806030"/>
              <a:gd name="csY4" fmla="*/ 25505 h 833712"/>
              <a:gd name="csX5" fmla="*/ 1902161 w 2806030"/>
              <a:gd name="csY5" fmla="*/ 105 h 833712"/>
              <a:gd name="csX6" fmla="*/ 1524336 w 2806030"/>
              <a:gd name="csY6" fmla="*/ 35030 h 833712"/>
              <a:gd name="csX7" fmla="*/ 962361 w 2806030"/>
              <a:gd name="csY7" fmla="*/ 152505 h 833712"/>
              <a:gd name="csX8" fmla="*/ 47167 w 2806030"/>
              <a:gd name="csY8" fmla="*/ 658124 h 833712"/>
              <a:gd name="csX9" fmla="*/ 49548 w 2806030"/>
              <a:gd name="csY9" fmla="*/ 746284 h 833712"/>
              <a:gd name="csX10" fmla="*/ 540086 w 2806030"/>
              <a:gd name="csY10" fmla="*/ 807349 h 833712"/>
              <a:gd name="csX11" fmla="*/ 1749760 w 2806030"/>
              <a:gd name="csY11" fmla="*/ 812905 h 833712"/>
              <a:gd name="csX12" fmla="*/ 2429211 w 2806030"/>
              <a:gd name="csY12" fmla="*/ 704955 h 833712"/>
              <a:gd name="csX13" fmla="*/ 2787986 w 2806030"/>
              <a:gd name="csY13" fmla="*/ 595417 h 833712"/>
              <a:gd name="csX14" fmla="*/ 2759411 w 2806030"/>
              <a:gd name="csY14" fmla="*/ 411267 h 833712"/>
              <a:gd name="csX15" fmla="*/ 2603042 w 2806030"/>
              <a:gd name="csY15" fmla="*/ 256486 h 833712"/>
              <a:gd name="csX0" fmla="*/ 2589534 w 2792522"/>
              <a:gd name="csY0" fmla="*/ 256486 h 833712"/>
              <a:gd name="csX1" fmla="*/ 2445865 w 2792522"/>
              <a:gd name="csY1" fmla="*/ 292205 h 833712"/>
              <a:gd name="csX2" fmla="*/ 2533178 w 2792522"/>
              <a:gd name="csY2" fmla="*/ 169174 h 833712"/>
              <a:gd name="csX3" fmla="*/ 2212503 w 2792522"/>
              <a:gd name="csY3" fmla="*/ 60430 h 833712"/>
              <a:gd name="csX4" fmla="*/ 2129953 w 2792522"/>
              <a:gd name="csY4" fmla="*/ 25505 h 833712"/>
              <a:gd name="csX5" fmla="*/ 1888653 w 2792522"/>
              <a:gd name="csY5" fmla="*/ 105 h 833712"/>
              <a:gd name="csX6" fmla="*/ 1510828 w 2792522"/>
              <a:gd name="csY6" fmla="*/ 35030 h 833712"/>
              <a:gd name="csX7" fmla="*/ 948853 w 2792522"/>
              <a:gd name="csY7" fmla="*/ 152505 h 833712"/>
              <a:gd name="csX8" fmla="*/ 33659 w 2792522"/>
              <a:gd name="csY8" fmla="*/ 658124 h 833712"/>
              <a:gd name="csX9" fmla="*/ 36040 w 2792522"/>
              <a:gd name="csY9" fmla="*/ 746284 h 833712"/>
              <a:gd name="csX10" fmla="*/ 526578 w 2792522"/>
              <a:gd name="csY10" fmla="*/ 807349 h 833712"/>
              <a:gd name="csX11" fmla="*/ 1736252 w 2792522"/>
              <a:gd name="csY11" fmla="*/ 812905 h 833712"/>
              <a:gd name="csX12" fmla="*/ 2415703 w 2792522"/>
              <a:gd name="csY12" fmla="*/ 704955 h 833712"/>
              <a:gd name="csX13" fmla="*/ 2774478 w 2792522"/>
              <a:gd name="csY13" fmla="*/ 595417 h 833712"/>
              <a:gd name="csX14" fmla="*/ 2745903 w 2792522"/>
              <a:gd name="csY14" fmla="*/ 411267 h 833712"/>
              <a:gd name="csX15" fmla="*/ 2589534 w 2792522"/>
              <a:gd name="csY15" fmla="*/ 256486 h 833712"/>
              <a:gd name="csX0" fmla="*/ 2602605 w 2805593"/>
              <a:gd name="csY0" fmla="*/ 256486 h 833712"/>
              <a:gd name="csX1" fmla="*/ 2458936 w 2805593"/>
              <a:gd name="csY1" fmla="*/ 292205 h 833712"/>
              <a:gd name="csX2" fmla="*/ 2546249 w 2805593"/>
              <a:gd name="csY2" fmla="*/ 169174 h 833712"/>
              <a:gd name="csX3" fmla="*/ 2225574 w 2805593"/>
              <a:gd name="csY3" fmla="*/ 60430 h 833712"/>
              <a:gd name="csX4" fmla="*/ 2143024 w 2805593"/>
              <a:gd name="csY4" fmla="*/ 25505 h 833712"/>
              <a:gd name="csX5" fmla="*/ 1901724 w 2805593"/>
              <a:gd name="csY5" fmla="*/ 105 h 833712"/>
              <a:gd name="csX6" fmla="*/ 1523899 w 2805593"/>
              <a:gd name="csY6" fmla="*/ 35030 h 833712"/>
              <a:gd name="csX7" fmla="*/ 961924 w 2805593"/>
              <a:gd name="csY7" fmla="*/ 152505 h 833712"/>
              <a:gd name="csX8" fmla="*/ 46730 w 2805593"/>
              <a:gd name="csY8" fmla="*/ 658124 h 833712"/>
              <a:gd name="csX9" fmla="*/ 49111 w 2805593"/>
              <a:gd name="csY9" fmla="*/ 746284 h 833712"/>
              <a:gd name="csX10" fmla="*/ 539649 w 2805593"/>
              <a:gd name="csY10" fmla="*/ 807349 h 833712"/>
              <a:gd name="csX11" fmla="*/ 1749323 w 2805593"/>
              <a:gd name="csY11" fmla="*/ 812905 h 833712"/>
              <a:gd name="csX12" fmla="*/ 2428774 w 2805593"/>
              <a:gd name="csY12" fmla="*/ 704955 h 833712"/>
              <a:gd name="csX13" fmla="*/ 2787549 w 2805593"/>
              <a:gd name="csY13" fmla="*/ 595417 h 833712"/>
              <a:gd name="csX14" fmla="*/ 2758974 w 2805593"/>
              <a:gd name="csY14" fmla="*/ 411267 h 833712"/>
              <a:gd name="csX15" fmla="*/ 2602605 w 2805593"/>
              <a:gd name="csY15" fmla="*/ 256486 h 833712"/>
              <a:gd name="csX0" fmla="*/ 2611837 w 2814825"/>
              <a:gd name="csY0" fmla="*/ 256486 h 833712"/>
              <a:gd name="csX1" fmla="*/ 2468168 w 2814825"/>
              <a:gd name="csY1" fmla="*/ 292205 h 833712"/>
              <a:gd name="csX2" fmla="*/ 2555481 w 2814825"/>
              <a:gd name="csY2" fmla="*/ 169174 h 833712"/>
              <a:gd name="csX3" fmla="*/ 2234806 w 2814825"/>
              <a:gd name="csY3" fmla="*/ 60430 h 833712"/>
              <a:gd name="csX4" fmla="*/ 2152256 w 2814825"/>
              <a:gd name="csY4" fmla="*/ 25505 h 833712"/>
              <a:gd name="csX5" fmla="*/ 1910956 w 2814825"/>
              <a:gd name="csY5" fmla="*/ 105 h 833712"/>
              <a:gd name="csX6" fmla="*/ 1533131 w 2814825"/>
              <a:gd name="csY6" fmla="*/ 35030 h 833712"/>
              <a:gd name="csX7" fmla="*/ 971156 w 2814825"/>
              <a:gd name="csY7" fmla="*/ 152505 h 833712"/>
              <a:gd name="csX8" fmla="*/ 55962 w 2814825"/>
              <a:gd name="csY8" fmla="*/ 658124 h 833712"/>
              <a:gd name="csX9" fmla="*/ 58343 w 2814825"/>
              <a:gd name="csY9" fmla="*/ 746284 h 833712"/>
              <a:gd name="csX10" fmla="*/ 548881 w 2814825"/>
              <a:gd name="csY10" fmla="*/ 807349 h 833712"/>
              <a:gd name="csX11" fmla="*/ 1758555 w 2814825"/>
              <a:gd name="csY11" fmla="*/ 812905 h 833712"/>
              <a:gd name="csX12" fmla="*/ 2438006 w 2814825"/>
              <a:gd name="csY12" fmla="*/ 704955 h 833712"/>
              <a:gd name="csX13" fmla="*/ 2796781 w 2814825"/>
              <a:gd name="csY13" fmla="*/ 595417 h 833712"/>
              <a:gd name="csX14" fmla="*/ 2768206 w 2814825"/>
              <a:gd name="csY14" fmla="*/ 411267 h 833712"/>
              <a:gd name="csX15" fmla="*/ 2611837 w 2814825"/>
              <a:gd name="csY15" fmla="*/ 256486 h 833712"/>
              <a:gd name="csX0" fmla="*/ 2611837 w 2814825"/>
              <a:gd name="csY0" fmla="*/ 256486 h 833712"/>
              <a:gd name="csX1" fmla="*/ 2468168 w 2814825"/>
              <a:gd name="csY1" fmla="*/ 292205 h 833712"/>
              <a:gd name="csX2" fmla="*/ 2555481 w 2814825"/>
              <a:gd name="csY2" fmla="*/ 169174 h 833712"/>
              <a:gd name="csX3" fmla="*/ 2234806 w 2814825"/>
              <a:gd name="csY3" fmla="*/ 60430 h 833712"/>
              <a:gd name="csX4" fmla="*/ 2152256 w 2814825"/>
              <a:gd name="csY4" fmla="*/ 25505 h 833712"/>
              <a:gd name="csX5" fmla="*/ 1910956 w 2814825"/>
              <a:gd name="csY5" fmla="*/ 105 h 833712"/>
              <a:gd name="csX6" fmla="*/ 1533131 w 2814825"/>
              <a:gd name="csY6" fmla="*/ 35030 h 833712"/>
              <a:gd name="csX7" fmla="*/ 971156 w 2814825"/>
              <a:gd name="csY7" fmla="*/ 152505 h 833712"/>
              <a:gd name="csX8" fmla="*/ 55962 w 2814825"/>
              <a:gd name="csY8" fmla="*/ 658124 h 833712"/>
              <a:gd name="csX9" fmla="*/ 58343 w 2814825"/>
              <a:gd name="csY9" fmla="*/ 746284 h 833712"/>
              <a:gd name="csX10" fmla="*/ 548881 w 2814825"/>
              <a:gd name="csY10" fmla="*/ 807349 h 833712"/>
              <a:gd name="csX11" fmla="*/ 1758555 w 2814825"/>
              <a:gd name="csY11" fmla="*/ 812905 h 833712"/>
              <a:gd name="csX12" fmla="*/ 2438006 w 2814825"/>
              <a:gd name="csY12" fmla="*/ 704955 h 833712"/>
              <a:gd name="csX13" fmla="*/ 2796781 w 2814825"/>
              <a:gd name="csY13" fmla="*/ 595417 h 833712"/>
              <a:gd name="csX14" fmla="*/ 2768206 w 2814825"/>
              <a:gd name="csY14" fmla="*/ 411267 h 833712"/>
              <a:gd name="csX15" fmla="*/ 2611837 w 2814825"/>
              <a:gd name="csY15" fmla="*/ 256486 h 833712"/>
              <a:gd name="csX0" fmla="*/ 2611837 w 2814825"/>
              <a:gd name="csY0" fmla="*/ 256486 h 833712"/>
              <a:gd name="csX1" fmla="*/ 2468168 w 2814825"/>
              <a:gd name="csY1" fmla="*/ 292205 h 833712"/>
              <a:gd name="csX2" fmla="*/ 2555481 w 2814825"/>
              <a:gd name="csY2" fmla="*/ 169174 h 833712"/>
              <a:gd name="csX3" fmla="*/ 2234806 w 2814825"/>
              <a:gd name="csY3" fmla="*/ 60430 h 833712"/>
              <a:gd name="csX4" fmla="*/ 2152256 w 2814825"/>
              <a:gd name="csY4" fmla="*/ 25505 h 833712"/>
              <a:gd name="csX5" fmla="*/ 1910956 w 2814825"/>
              <a:gd name="csY5" fmla="*/ 105 h 833712"/>
              <a:gd name="csX6" fmla="*/ 1533131 w 2814825"/>
              <a:gd name="csY6" fmla="*/ 35030 h 833712"/>
              <a:gd name="csX7" fmla="*/ 971156 w 2814825"/>
              <a:gd name="csY7" fmla="*/ 152505 h 833712"/>
              <a:gd name="csX8" fmla="*/ 55962 w 2814825"/>
              <a:gd name="csY8" fmla="*/ 658124 h 833712"/>
              <a:gd name="csX9" fmla="*/ 58343 w 2814825"/>
              <a:gd name="csY9" fmla="*/ 746284 h 833712"/>
              <a:gd name="csX10" fmla="*/ 548881 w 2814825"/>
              <a:gd name="csY10" fmla="*/ 807349 h 833712"/>
              <a:gd name="csX11" fmla="*/ 1758555 w 2814825"/>
              <a:gd name="csY11" fmla="*/ 812905 h 833712"/>
              <a:gd name="csX12" fmla="*/ 2438006 w 2814825"/>
              <a:gd name="csY12" fmla="*/ 704955 h 833712"/>
              <a:gd name="csX13" fmla="*/ 2796781 w 2814825"/>
              <a:gd name="csY13" fmla="*/ 595417 h 833712"/>
              <a:gd name="csX14" fmla="*/ 2768206 w 2814825"/>
              <a:gd name="csY14" fmla="*/ 411267 h 833712"/>
              <a:gd name="csX15" fmla="*/ 2611837 w 2814825"/>
              <a:gd name="csY15" fmla="*/ 256486 h 833712"/>
              <a:gd name="csX0" fmla="*/ 2611837 w 2814825"/>
              <a:gd name="csY0" fmla="*/ 256486 h 833712"/>
              <a:gd name="csX1" fmla="*/ 2468168 w 2814825"/>
              <a:gd name="csY1" fmla="*/ 292205 h 833712"/>
              <a:gd name="csX2" fmla="*/ 2555481 w 2814825"/>
              <a:gd name="csY2" fmla="*/ 169174 h 833712"/>
              <a:gd name="csX3" fmla="*/ 2234806 w 2814825"/>
              <a:gd name="csY3" fmla="*/ 60430 h 833712"/>
              <a:gd name="csX4" fmla="*/ 2152256 w 2814825"/>
              <a:gd name="csY4" fmla="*/ 25505 h 833712"/>
              <a:gd name="csX5" fmla="*/ 1910956 w 2814825"/>
              <a:gd name="csY5" fmla="*/ 105 h 833712"/>
              <a:gd name="csX6" fmla="*/ 1533131 w 2814825"/>
              <a:gd name="csY6" fmla="*/ 35030 h 833712"/>
              <a:gd name="csX7" fmla="*/ 494906 w 2814825"/>
              <a:gd name="csY7" fmla="*/ 602561 h 833712"/>
              <a:gd name="csX8" fmla="*/ 55962 w 2814825"/>
              <a:gd name="csY8" fmla="*/ 658124 h 833712"/>
              <a:gd name="csX9" fmla="*/ 58343 w 2814825"/>
              <a:gd name="csY9" fmla="*/ 746284 h 833712"/>
              <a:gd name="csX10" fmla="*/ 548881 w 2814825"/>
              <a:gd name="csY10" fmla="*/ 807349 h 833712"/>
              <a:gd name="csX11" fmla="*/ 1758555 w 2814825"/>
              <a:gd name="csY11" fmla="*/ 812905 h 833712"/>
              <a:gd name="csX12" fmla="*/ 2438006 w 2814825"/>
              <a:gd name="csY12" fmla="*/ 704955 h 833712"/>
              <a:gd name="csX13" fmla="*/ 2796781 w 2814825"/>
              <a:gd name="csY13" fmla="*/ 595417 h 833712"/>
              <a:gd name="csX14" fmla="*/ 2768206 w 2814825"/>
              <a:gd name="csY14" fmla="*/ 411267 h 833712"/>
              <a:gd name="csX15" fmla="*/ 2611837 w 2814825"/>
              <a:gd name="csY15" fmla="*/ 256486 h 833712"/>
              <a:gd name="csX0" fmla="*/ 2611837 w 2814825"/>
              <a:gd name="csY0" fmla="*/ 256486 h 833712"/>
              <a:gd name="csX1" fmla="*/ 2468168 w 2814825"/>
              <a:gd name="csY1" fmla="*/ 292205 h 833712"/>
              <a:gd name="csX2" fmla="*/ 2555481 w 2814825"/>
              <a:gd name="csY2" fmla="*/ 169174 h 833712"/>
              <a:gd name="csX3" fmla="*/ 2234806 w 2814825"/>
              <a:gd name="csY3" fmla="*/ 60430 h 833712"/>
              <a:gd name="csX4" fmla="*/ 2152256 w 2814825"/>
              <a:gd name="csY4" fmla="*/ 25505 h 833712"/>
              <a:gd name="csX5" fmla="*/ 1910956 w 2814825"/>
              <a:gd name="csY5" fmla="*/ 105 h 833712"/>
              <a:gd name="csX6" fmla="*/ 1533131 w 2814825"/>
              <a:gd name="csY6" fmla="*/ 35030 h 833712"/>
              <a:gd name="csX7" fmla="*/ 494906 w 2814825"/>
              <a:gd name="csY7" fmla="*/ 602561 h 833712"/>
              <a:gd name="csX8" fmla="*/ 167882 w 2814825"/>
              <a:gd name="csY8" fmla="*/ 643891 h 833712"/>
              <a:gd name="csX9" fmla="*/ 55962 w 2814825"/>
              <a:gd name="csY9" fmla="*/ 658124 h 833712"/>
              <a:gd name="csX10" fmla="*/ 58343 w 2814825"/>
              <a:gd name="csY10" fmla="*/ 746284 h 833712"/>
              <a:gd name="csX11" fmla="*/ 548881 w 2814825"/>
              <a:gd name="csY11" fmla="*/ 807349 h 833712"/>
              <a:gd name="csX12" fmla="*/ 1758555 w 2814825"/>
              <a:gd name="csY12" fmla="*/ 812905 h 833712"/>
              <a:gd name="csX13" fmla="*/ 2438006 w 2814825"/>
              <a:gd name="csY13" fmla="*/ 704955 h 833712"/>
              <a:gd name="csX14" fmla="*/ 2796781 w 2814825"/>
              <a:gd name="csY14" fmla="*/ 595417 h 833712"/>
              <a:gd name="csX15" fmla="*/ 2768206 w 2814825"/>
              <a:gd name="csY15" fmla="*/ 411267 h 833712"/>
              <a:gd name="csX16" fmla="*/ 2611837 w 2814825"/>
              <a:gd name="csY16" fmla="*/ 256486 h 833712"/>
              <a:gd name="csX0" fmla="*/ 2611837 w 2814825"/>
              <a:gd name="csY0" fmla="*/ 256486 h 833712"/>
              <a:gd name="csX1" fmla="*/ 2468168 w 2814825"/>
              <a:gd name="csY1" fmla="*/ 292205 h 833712"/>
              <a:gd name="csX2" fmla="*/ 2555481 w 2814825"/>
              <a:gd name="csY2" fmla="*/ 169174 h 833712"/>
              <a:gd name="csX3" fmla="*/ 2234806 w 2814825"/>
              <a:gd name="csY3" fmla="*/ 60430 h 833712"/>
              <a:gd name="csX4" fmla="*/ 2152256 w 2814825"/>
              <a:gd name="csY4" fmla="*/ 25505 h 833712"/>
              <a:gd name="csX5" fmla="*/ 1910956 w 2814825"/>
              <a:gd name="csY5" fmla="*/ 105 h 833712"/>
              <a:gd name="csX6" fmla="*/ 1533131 w 2814825"/>
              <a:gd name="csY6" fmla="*/ 35030 h 833712"/>
              <a:gd name="csX7" fmla="*/ 494906 w 2814825"/>
              <a:gd name="csY7" fmla="*/ 602561 h 833712"/>
              <a:gd name="csX8" fmla="*/ 158357 w 2814825"/>
              <a:gd name="csY8" fmla="*/ 608172 h 833712"/>
              <a:gd name="csX9" fmla="*/ 55962 w 2814825"/>
              <a:gd name="csY9" fmla="*/ 658124 h 833712"/>
              <a:gd name="csX10" fmla="*/ 58343 w 2814825"/>
              <a:gd name="csY10" fmla="*/ 746284 h 833712"/>
              <a:gd name="csX11" fmla="*/ 548881 w 2814825"/>
              <a:gd name="csY11" fmla="*/ 807349 h 833712"/>
              <a:gd name="csX12" fmla="*/ 1758555 w 2814825"/>
              <a:gd name="csY12" fmla="*/ 812905 h 833712"/>
              <a:gd name="csX13" fmla="*/ 2438006 w 2814825"/>
              <a:gd name="csY13" fmla="*/ 704955 h 833712"/>
              <a:gd name="csX14" fmla="*/ 2796781 w 2814825"/>
              <a:gd name="csY14" fmla="*/ 595417 h 833712"/>
              <a:gd name="csX15" fmla="*/ 2768206 w 2814825"/>
              <a:gd name="csY15" fmla="*/ 411267 h 833712"/>
              <a:gd name="csX16" fmla="*/ 2611837 w 2814825"/>
              <a:gd name="csY16" fmla="*/ 256486 h 833712"/>
              <a:gd name="csX0" fmla="*/ 2611837 w 2814825"/>
              <a:gd name="csY0" fmla="*/ 256486 h 833712"/>
              <a:gd name="csX1" fmla="*/ 2468168 w 2814825"/>
              <a:gd name="csY1" fmla="*/ 292205 h 833712"/>
              <a:gd name="csX2" fmla="*/ 2555481 w 2814825"/>
              <a:gd name="csY2" fmla="*/ 169174 h 833712"/>
              <a:gd name="csX3" fmla="*/ 2234806 w 2814825"/>
              <a:gd name="csY3" fmla="*/ 60430 h 833712"/>
              <a:gd name="csX4" fmla="*/ 2152256 w 2814825"/>
              <a:gd name="csY4" fmla="*/ 25505 h 833712"/>
              <a:gd name="csX5" fmla="*/ 1910956 w 2814825"/>
              <a:gd name="csY5" fmla="*/ 105 h 833712"/>
              <a:gd name="csX6" fmla="*/ 1533131 w 2814825"/>
              <a:gd name="csY6" fmla="*/ 35030 h 833712"/>
              <a:gd name="csX7" fmla="*/ 337744 w 2814825"/>
              <a:gd name="csY7" fmla="*/ 683523 h 833712"/>
              <a:gd name="csX8" fmla="*/ 158357 w 2814825"/>
              <a:gd name="csY8" fmla="*/ 608172 h 833712"/>
              <a:gd name="csX9" fmla="*/ 55962 w 2814825"/>
              <a:gd name="csY9" fmla="*/ 658124 h 833712"/>
              <a:gd name="csX10" fmla="*/ 58343 w 2814825"/>
              <a:gd name="csY10" fmla="*/ 746284 h 833712"/>
              <a:gd name="csX11" fmla="*/ 548881 w 2814825"/>
              <a:gd name="csY11" fmla="*/ 807349 h 833712"/>
              <a:gd name="csX12" fmla="*/ 1758555 w 2814825"/>
              <a:gd name="csY12" fmla="*/ 812905 h 833712"/>
              <a:gd name="csX13" fmla="*/ 2438006 w 2814825"/>
              <a:gd name="csY13" fmla="*/ 704955 h 833712"/>
              <a:gd name="csX14" fmla="*/ 2796781 w 2814825"/>
              <a:gd name="csY14" fmla="*/ 595417 h 833712"/>
              <a:gd name="csX15" fmla="*/ 2768206 w 2814825"/>
              <a:gd name="csY15" fmla="*/ 411267 h 833712"/>
              <a:gd name="csX16" fmla="*/ 2611837 w 2814825"/>
              <a:gd name="csY16" fmla="*/ 256486 h 833712"/>
              <a:gd name="csX0" fmla="*/ 2611837 w 2814825"/>
              <a:gd name="csY0" fmla="*/ 256486 h 833712"/>
              <a:gd name="csX1" fmla="*/ 2468168 w 2814825"/>
              <a:gd name="csY1" fmla="*/ 292205 h 833712"/>
              <a:gd name="csX2" fmla="*/ 2555481 w 2814825"/>
              <a:gd name="csY2" fmla="*/ 169174 h 833712"/>
              <a:gd name="csX3" fmla="*/ 2234806 w 2814825"/>
              <a:gd name="csY3" fmla="*/ 60430 h 833712"/>
              <a:gd name="csX4" fmla="*/ 2152256 w 2814825"/>
              <a:gd name="csY4" fmla="*/ 25505 h 833712"/>
              <a:gd name="csX5" fmla="*/ 1910956 w 2814825"/>
              <a:gd name="csY5" fmla="*/ 105 h 833712"/>
              <a:gd name="csX6" fmla="*/ 1533131 w 2814825"/>
              <a:gd name="csY6" fmla="*/ 35030 h 833712"/>
              <a:gd name="csX7" fmla="*/ 347269 w 2814825"/>
              <a:gd name="csY7" fmla="*/ 616848 h 833712"/>
              <a:gd name="csX8" fmla="*/ 158357 w 2814825"/>
              <a:gd name="csY8" fmla="*/ 608172 h 833712"/>
              <a:gd name="csX9" fmla="*/ 55962 w 2814825"/>
              <a:gd name="csY9" fmla="*/ 658124 h 833712"/>
              <a:gd name="csX10" fmla="*/ 58343 w 2814825"/>
              <a:gd name="csY10" fmla="*/ 746284 h 833712"/>
              <a:gd name="csX11" fmla="*/ 548881 w 2814825"/>
              <a:gd name="csY11" fmla="*/ 807349 h 833712"/>
              <a:gd name="csX12" fmla="*/ 1758555 w 2814825"/>
              <a:gd name="csY12" fmla="*/ 812905 h 833712"/>
              <a:gd name="csX13" fmla="*/ 2438006 w 2814825"/>
              <a:gd name="csY13" fmla="*/ 704955 h 833712"/>
              <a:gd name="csX14" fmla="*/ 2796781 w 2814825"/>
              <a:gd name="csY14" fmla="*/ 595417 h 833712"/>
              <a:gd name="csX15" fmla="*/ 2768206 w 2814825"/>
              <a:gd name="csY15" fmla="*/ 411267 h 833712"/>
              <a:gd name="csX16" fmla="*/ 2611837 w 2814825"/>
              <a:gd name="csY16" fmla="*/ 256486 h 833712"/>
              <a:gd name="csX0" fmla="*/ 2611837 w 2814825"/>
              <a:gd name="csY0" fmla="*/ 256486 h 833712"/>
              <a:gd name="csX1" fmla="*/ 2468168 w 2814825"/>
              <a:gd name="csY1" fmla="*/ 292205 h 833712"/>
              <a:gd name="csX2" fmla="*/ 2555481 w 2814825"/>
              <a:gd name="csY2" fmla="*/ 169174 h 833712"/>
              <a:gd name="csX3" fmla="*/ 2234806 w 2814825"/>
              <a:gd name="csY3" fmla="*/ 60430 h 833712"/>
              <a:gd name="csX4" fmla="*/ 2152256 w 2814825"/>
              <a:gd name="csY4" fmla="*/ 25505 h 833712"/>
              <a:gd name="csX5" fmla="*/ 1910956 w 2814825"/>
              <a:gd name="csY5" fmla="*/ 105 h 833712"/>
              <a:gd name="csX6" fmla="*/ 1533131 w 2814825"/>
              <a:gd name="csY6" fmla="*/ 35030 h 833712"/>
              <a:gd name="csX7" fmla="*/ 347269 w 2814825"/>
              <a:gd name="csY7" fmla="*/ 616848 h 833712"/>
              <a:gd name="csX8" fmla="*/ 158357 w 2814825"/>
              <a:gd name="csY8" fmla="*/ 608172 h 833712"/>
              <a:gd name="csX9" fmla="*/ 55962 w 2814825"/>
              <a:gd name="csY9" fmla="*/ 658124 h 833712"/>
              <a:gd name="csX10" fmla="*/ 58343 w 2814825"/>
              <a:gd name="csY10" fmla="*/ 746284 h 833712"/>
              <a:gd name="csX11" fmla="*/ 548881 w 2814825"/>
              <a:gd name="csY11" fmla="*/ 807349 h 833712"/>
              <a:gd name="csX12" fmla="*/ 1758555 w 2814825"/>
              <a:gd name="csY12" fmla="*/ 812905 h 833712"/>
              <a:gd name="csX13" fmla="*/ 2438006 w 2814825"/>
              <a:gd name="csY13" fmla="*/ 704955 h 833712"/>
              <a:gd name="csX14" fmla="*/ 2796781 w 2814825"/>
              <a:gd name="csY14" fmla="*/ 595417 h 833712"/>
              <a:gd name="csX15" fmla="*/ 2768206 w 2814825"/>
              <a:gd name="csY15" fmla="*/ 411267 h 833712"/>
              <a:gd name="csX16" fmla="*/ 2611837 w 2814825"/>
              <a:gd name="csY16" fmla="*/ 256486 h 833712"/>
              <a:gd name="csX0" fmla="*/ 2611837 w 2814825"/>
              <a:gd name="csY0" fmla="*/ 256486 h 833712"/>
              <a:gd name="csX1" fmla="*/ 2468168 w 2814825"/>
              <a:gd name="csY1" fmla="*/ 292205 h 833712"/>
              <a:gd name="csX2" fmla="*/ 2555481 w 2814825"/>
              <a:gd name="csY2" fmla="*/ 169174 h 833712"/>
              <a:gd name="csX3" fmla="*/ 2234806 w 2814825"/>
              <a:gd name="csY3" fmla="*/ 60430 h 833712"/>
              <a:gd name="csX4" fmla="*/ 2152256 w 2814825"/>
              <a:gd name="csY4" fmla="*/ 25505 h 833712"/>
              <a:gd name="csX5" fmla="*/ 1910956 w 2814825"/>
              <a:gd name="csY5" fmla="*/ 105 h 833712"/>
              <a:gd name="csX6" fmla="*/ 1533131 w 2814825"/>
              <a:gd name="csY6" fmla="*/ 35030 h 833712"/>
              <a:gd name="csX7" fmla="*/ 347269 w 2814825"/>
              <a:gd name="csY7" fmla="*/ 616848 h 833712"/>
              <a:gd name="csX8" fmla="*/ 158357 w 2814825"/>
              <a:gd name="csY8" fmla="*/ 608172 h 833712"/>
              <a:gd name="csX9" fmla="*/ 55962 w 2814825"/>
              <a:gd name="csY9" fmla="*/ 658124 h 833712"/>
              <a:gd name="csX10" fmla="*/ 58343 w 2814825"/>
              <a:gd name="csY10" fmla="*/ 746284 h 833712"/>
              <a:gd name="csX11" fmla="*/ 548881 w 2814825"/>
              <a:gd name="csY11" fmla="*/ 807349 h 833712"/>
              <a:gd name="csX12" fmla="*/ 1758555 w 2814825"/>
              <a:gd name="csY12" fmla="*/ 812905 h 833712"/>
              <a:gd name="csX13" fmla="*/ 2438006 w 2814825"/>
              <a:gd name="csY13" fmla="*/ 704955 h 833712"/>
              <a:gd name="csX14" fmla="*/ 2796781 w 2814825"/>
              <a:gd name="csY14" fmla="*/ 595417 h 833712"/>
              <a:gd name="csX15" fmla="*/ 2768206 w 2814825"/>
              <a:gd name="csY15" fmla="*/ 411267 h 833712"/>
              <a:gd name="csX16" fmla="*/ 2611837 w 2814825"/>
              <a:gd name="csY16" fmla="*/ 256486 h 833712"/>
              <a:gd name="csX0" fmla="*/ 2611837 w 2814825"/>
              <a:gd name="csY0" fmla="*/ 273284 h 850510"/>
              <a:gd name="csX1" fmla="*/ 2468168 w 2814825"/>
              <a:gd name="csY1" fmla="*/ 309003 h 850510"/>
              <a:gd name="csX2" fmla="*/ 2555481 w 2814825"/>
              <a:gd name="csY2" fmla="*/ 185972 h 850510"/>
              <a:gd name="csX3" fmla="*/ 2234806 w 2814825"/>
              <a:gd name="csY3" fmla="*/ 77228 h 850510"/>
              <a:gd name="csX4" fmla="*/ 2152256 w 2814825"/>
              <a:gd name="csY4" fmla="*/ 42303 h 850510"/>
              <a:gd name="csX5" fmla="*/ 1910956 w 2814825"/>
              <a:gd name="csY5" fmla="*/ 16903 h 850510"/>
              <a:gd name="csX6" fmla="*/ 1533131 w 2814825"/>
              <a:gd name="csY6" fmla="*/ 51828 h 850510"/>
              <a:gd name="csX7" fmla="*/ 506019 w 2814825"/>
              <a:gd name="csY7" fmla="*/ 567821 h 850510"/>
              <a:gd name="csX8" fmla="*/ 347269 w 2814825"/>
              <a:gd name="csY8" fmla="*/ 633646 h 850510"/>
              <a:gd name="csX9" fmla="*/ 158357 w 2814825"/>
              <a:gd name="csY9" fmla="*/ 624970 h 850510"/>
              <a:gd name="csX10" fmla="*/ 55962 w 2814825"/>
              <a:gd name="csY10" fmla="*/ 674922 h 850510"/>
              <a:gd name="csX11" fmla="*/ 58343 w 2814825"/>
              <a:gd name="csY11" fmla="*/ 763082 h 850510"/>
              <a:gd name="csX12" fmla="*/ 548881 w 2814825"/>
              <a:gd name="csY12" fmla="*/ 824147 h 850510"/>
              <a:gd name="csX13" fmla="*/ 1758555 w 2814825"/>
              <a:gd name="csY13" fmla="*/ 829703 h 850510"/>
              <a:gd name="csX14" fmla="*/ 2438006 w 2814825"/>
              <a:gd name="csY14" fmla="*/ 721753 h 850510"/>
              <a:gd name="csX15" fmla="*/ 2796781 w 2814825"/>
              <a:gd name="csY15" fmla="*/ 612215 h 850510"/>
              <a:gd name="csX16" fmla="*/ 2768206 w 2814825"/>
              <a:gd name="csY16" fmla="*/ 428065 h 850510"/>
              <a:gd name="csX17" fmla="*/ 2611837 w 2814825"/>
              <a:gd name="csY17" fmla="*/ 273284 h 850510"/>
              <a:gd name="csX0" fmla="*/ 2611837 w 2814825"/>
              <a:gd name="csY0" fmla="*/ 273284 h 850510"/>
              <a:gd name="csX1" fmla="*/ 2468168 w 2814825"/>
              <a:gd name="csY1" fmla="*/ 309003 h 850510"/>
              <a:gd name="csX2" fmla="*/ 2555481 w 2814825"/>
              <a:gd name="csY2" fmla="*/ 185972 h 850510"/>
              <a:gd name="csX3" fmla="*/ 2234806 w 2814825"/>
              <a:gd name="csY3" fmla="*/ 77228 h 850510"/>
              <a:gd name="csX4" fmla="*/ 2152256 w 2814825"/>
              <a:gd name="csY4" fmla="*/ 42303 h 850510"/>
              <a:gd name="csX5" fmla="*/ 1910956 w 2814825"/>
              <a:gd name="csY5" fmla="*/ 16903 h 850510"/>
              <a:gd name="csX6" fmla="*/ 1533131 w 2814825"/>
              <a:gd name="csY6" fmla="*/ 51828 h 850510"/>
              <a:gd name="csX7" fmla="*/ 527451 w 2814825"/>
              <a:gd name="csY7" fmla="*/ 605921 h 850510"/>
              <a:gd name="csX8" fmla="*/ 347269 w 2814825"/>
              <a:gd name="csY8" fmla="*/ 633646 h 850510"/>
              <a:gd name="csX9" fmla="*/ 158357 w 2814825"/>
              <a:gd name="csY9" fmla="*/ 624970 h 850510"/>
              <a:gd name="csX10" fmla="*/ 55962 w 2814825"/>
              <a:gd name="csY10" fmla="*/ 674922 h 850510"/>
              <a:gd name="csX11" fmla="*/ 58343 w 2814825"/>
              <a:gd name="csY11" fmla="*/ 763082 h 850510"/>
              <a:gd name="csX12" fmla="*/ 548881 w 2814825"/>
              <a:gd name="csY12" fmla="*/ 824147 h 850510"/>
              <a:gd name="csX13" fmla="*/ 1758555 w 2814825"/>
              <a:gd name="csY13" fmla="*/ 829703 h 850510"/>
              <a:gd name="csX14" fmla="*/ 2438006 w 2814825"/>
              <a:gd name="csY14" fmla="*/ 721753 h 850510"/>
              <a:gd name="csX15" fmla="*/ 2796781 w 2814825"/>
              <a:gd name="csY15" fmla="*/ 612215 h 850510"/>
              <a:gd name="csX16" fmla="*/ 2768206 w 2814825"/>
              <a:gd name="csY16" fmla="*/ 428065 h 850510"/>
              <a:gd name="csX17" fmla="*/ 2611837 w 2814825"/>
              <a:gd name="csY17" fmla="*/ 273284 h 850510"/>
              <a:gd name="csX0" fmla="*/ 2611837 w 2814825"/>
              <a:gd name="csY0" fmla="*/ 266254 h 843480"/>
              <a:gd name="csX1" fmla="*/ 2468168 w 2814825"/>
              <a:gd name="csY1" fmla="*/ 301973 h 843480"/>
              <a:gd name="csX2" fmla="*/ 2555481 w 2814825"/>
              <a:gd name="csY2" fmla="*/ 178942 h 843480"/>
              <a:gd name="csX3" fmla="*/ 2234806 w 2814825"/>
              <a:gd name="csY3" fmla="*/ 70198 h 843480"/>
              <a:gd name="csX4" fmla="*/ 2152256 w 2814825"/>
              <a:gd name="csY4" fmla="*/ 35273 h 843480"/>
              <a:gd name="csX5" fmla="*/ 1910956 w 2814825"/>
              <a:gd name="csY5" fmla="*/ 9873 h 843480"/>
              <a:gd name="csX6" fmla="*/ 1533131 w 2814825"/>
              <a:gd name="csY6" fmla="*/ 44798 h 843480"/>
              <a:gd name="csX7" fmla="*/ 787007 w 2814825"/>
              <a:gd name="csY7" fmla="*/ 456016 h 843480"/>
              <a:gd name="csX8" fmla="*/ 527451 w 2814825"/>
              <a:gd name="csY8" fmla="*/ 598891 h 843480"/>
              <a:gd name="csX9" fmla="*/ 347269 w 2814825"/>
              <a:gd name="csY9" fmla="*/ 626616 h 843480"/>
              <a:gd name="csX10" fmla="*/ 158357 w 2814825"/>
              <a:gd name="csY10" fmla="*/ 617940 h 843480"/>
              <a:gd name="csX11" fmla="*/ 55962 w 2814825"/>
              <a:gd name="csY11" fmla="*/ 667892 h 843480"/>
              <a:gd name="csX12" fmla="*/ 58343 w 2814825"/>
              <a:gd name="csY12" fmla="*/ 756052 h 843480"/>
              <a:gd name="csX13" fmla="*/ 548881 w 2814825"/>
              <a:gd name="csY13" fmla="*/ 817117 h 843480"/>
              <a:gd name="csX14" fmla="*/ 1758555 w 2814825"/>
              <a:gd name="csY14" fmla="*/ 822673 h 843480"/>
              <a:gd name="csX15" fmla="*/ 2438006 w 2814825"/>
              <a:gd name="csY15" fmla="*/ 714723 h 843480"/>
              <a:gd name="csX16" fmla="*/ 2796781 w 2814825"/>
              <a:gd name="csY16" fmla="*/ 605185 h 843480"/>
              <a:gd name="csX17" fmla="*/ 2768206 w 2814825"/>
              <a:gd name="csY17" fmla="*/ 421035 h 843480"/>
              <a:gd name="csX18" fmla="*/ 2611837 w 2814825"/>
              <a:gd name="csY18" fmla="*/ 266254 h 843480"/>
              <a:gd name="csX0" fmla="*/ 2611837 w 2814825"/>
              <a:gd name="csY0" fmla="*/ 266254 h 843480"/>
              <a:gd name="csX1" fmla="*/ 2468168 w 2814825"/>
              <a:gd name="csY1" fmla="*/ 301973 h 843480"/>
              <a:gd name="csX2" fmla="*/ 2555481 w 2814825"/>
              <a:gd name="csY2" fmla="*/ 178942 h 843480"/>
              <a:gd name="csX3" fmla="*/ 2234806 w 2814825"/>
              <a:gd name="csY3" fmla="*/ 70198 h 843480"/>
              <a:gd name="csX4" fmla="*/ 2152256 w 2814825"/>
              <a:gd name="csY4" fmla="*/ 35273 h 843480"/>
              <a:gd name="csX5" fmla="*/ 1910956 w 2814825"/>
              <a:gd name="csY5" fmla="*/ 9873 h 843480"/>
              <a:gd name="csX6" fmla="*/ 1533131 w 2814825"/>
              <a:gd name="csY6" fmla="*/ 44798 h 843480"/>
              <a:gd name="csX7" fmla="*/ 789388 w 2814825"/>
              <a:gd name="csY7" fmla="*/ 448873 h 843480"/>
              <a:gd name="csX8" fmla="*/ 527451 w 2814825"/>
              <a:gd name="csY8" fmla="*/ 598891 h 843480"/>
              <a:gd name="csX9" fmla="*/ 347269 w 2814825"/>
              <a:gd name="csY9" fmla="*/ 626616 h 843480"/>
              <a:gd name="csX10" fmla="*/ 158357 w 2814825"/>
              <a:gd name="csY10" fmla="*/ 617940 h 843480"/>
              <a:gd name="csX11" fmla="*/ 55962 w 2814825"/>
              <a:gd name="csY11" fmla="*/ 667892 h 843480"/>
              <a:gd name="csX12" fmla="*/ 58343 w 2814825"/>
              <a:gd name="csY12" fmla="*/ 756052 h 843480"/>
              <a:gd name="csX13" fmla="*/ 548881 w 2814825"/>
              <a:gd name="csY13" fmla="*/ 817117 h 843480"/>
              <a:gd name="csX14" fmla="*/ 1758555 w 2814825"/>
              <a:gd name="csY14" fmla="*/ 822673 h 843480"/>
              <a:gd name="csX15" fmla="*/ 2438006 w 2814825"/>
              <a:gd name="csY15" fmla="*/ 714723 h 843480"/>
              <a:gd name="csX16" fmla="*/ 2796781 w 2814825"/>
              <a:gd name="csY16" fmla="*/ 605185 h 843480"/>
              <a:gd name="csX17" fmla="*/ 2768206 w 2814825"/>
              <a:gd name="csY17" fmla="*/ 421035 h 843480"/>
              <a:gd name="csX18" fmla="*/ 2611837 w 2814825"/>
              <a:gd name="csY18" fmla="*/ 266254 h 843480"/>
              <a:gd name="csX0" fmla="*/ 2611837 w 2814825"/>
              <a:gd name="csY0" fmla="*/ 271261 h 848487"/>
              <a:gd name="csX1" fmla="*/ 2468168 w 2814825"/>
              <a:gd name="csY1" fmla="*/ 306980 h 848487"/>
              <a:gd name="csX2" fmla="*/ 2555481 w 2814825"/>
              <a:gd name="csY2" fmla="*/ 183949 h 848487"/>
              <a:gd name="csX3" fmla="*/ 2234806 w 2814825"/>
              <a:gd name="csY3" fmla="*/ 75205 h 848487"/>
              <a:gd name="csX4" fmla="*/ 2152256 w 2814825"/>
              <a:gd name="csY4" fmla="*/ 40280 h 848487"/>
              <a:gd name="csX5" fmla="*/ 1910956 w 2814825"/>
              <a:gd name="csY5" fmla="*/ 14880 h 848487"/>
              <a:gd name="csX6" fmla="*/ 1023544 w 2814825"/>
              <a:gd name="csY6" fmla="*/ 287930 h 848487"/>
              <a:gd name="csX7" fmla="*/ 789388 w 2814825"/>
              <a:gd name="csY7" fmla="*/ 453880 h 848487"/>
              <a:gd name="csX8" fmla="*/ 527451 w 2814825"/>
              <a:gd name="csY8" fmla="*/ 603898 h 848487"/>
              <a:gd name="csX9" fmla="*/ 347269 w 2814825"/>
              <a:gd name="csY9" fmla="*/ 631623 h 848487"/>
              <a:gd name="csX10" fmla="*/ 158357 w 2814825"/>
              <a:gd name="csY10" fmla="*/ 622947 h 848487"/>
              <a:gd name="csX11" fmla="*/ 55962 w 2814825"/>
              <a:gd name="csY11" fmla="*/ 672899 h 848487"/>
              <a:gd name="csX12" fmla="*/ 58343 w 2814825"/>
              <a:gd name="csY12" fmla="*/ 761059 h 848487"/>
              <a:gd name="csX13" fmla="*/ 548881 w 2814825"/>
              <a:gd name="csY13" fmla="*/ 822124 h 848487"/>
              <a:gd name="csX14" fmla="*/ 1758555 w 2814825"/>
              <a:gd name="csY14" fmla="*/ 827680 h 848487"/>
              <a:gd name="csX15" fmla="*/ 2438006 w 2814825"/>
              <a:gd name="csY15" fmla="*/ 719730 h 848487"/>
              <a:gd name="csX16" fmla="*/ 2796781 w 2814825"/>
              <a:gd name="csY16" fmla="*/ 610192 h 848487"/>
              <a:gd name="csX17" fmla="*/ 2768206 w 2814825"/>
              <a:gd name="csY17" fmla="*/ 426042 h 848487"/>
              <a:gd name="csX18" fmla="*/ 2611837 w 2814825"/>
              <a:gd name="csY18" fmla="*/ 271261 h 848487"/>
              <a:gd name="csX0" fmla="*/ 2611837 w 2814825"/>
              <a:gd name="csY0" fmla="*/ 281967 h 859193"/>
              <a:gd name="csX1" fmla="*/ 2468168 w 2814825"/>
              <a:gd name="csY1" fmla="*/ 317686 h 859193"/>
              <a:gd name="csX2" fmla="*/ 2555481 w 2814825"/>
              <a:gd name="csY2" fmla="*/ 194655 h 859193"/>
              <a:gd name="csX3" fmla="*/ 2234806 w 2814825"/>
              <a:gd name="csY3" fmla="*/ 85911 h 859193"/>
              <a:gd name="csX4" fmla="*/ 2152256 w 2814825"/>
              <a:gd name="csY4" fmla="*/ 50986 h 859193"/>
              <a:gd name="csX5" fmla="*/ 1999063 w 2814825"/>
              <a:gd name="csY5" fmla="*/ 14530 h 859193"/>
              <a:gd name="csX6" fmla="*/ 1910956 w 2814825"/>
              <a:gd name="csY6" fmla="*/ 25586 h 859193"/>
              <a:gd name="csX7" fmla="*/ 1023544 w 2814825"/>
              <a:gd name="csY7" fmla="*/ 298636 h 859193"/>
              <a:gd name="csX8" fmla="*/ 789388 w 2814825"/>
              <a:gd name="csY8" fmla="*/ 464586 h 859193"/>
              <a:gd name="csX9" fmla="*/ 527451 w 2814825"/>
              <a:gd name="csY9" fmla="*/ 614604 h 859193"/>
              <a:gd name="csX10" fmla="*/ 347269 w 2814825"/>
              <a:gd name="csY10" fmla="*/ 642329 h 859193"/>
              <a:gd name="csX11" fmla="*/ 158357 w 2814825"/>
              <a:gd name="csY11" fmla="*/ 633653 h 859193"/>
              <a:gd name="csX12" fmla="*/ 55962 w 2814825"/>
              <a:gd name="csY12" fmla="*/ 683605 h 859193"/>
              <a:gd name="csX13" fmla="*/ 58343 w 2814825"/>
              <a:gd name="csY13" fmla="*/ 771765 h 859193"/>
              <a:gd name="csX14" fmla="*/ 548881 w 2814825"/>
              <a:gd name="csY14" fmla="*/ 832830 h 859193"/>
              <a:gd name="csX15" fmla="*/ 1758555 w 2814825"/>
              <a:gd name="csY15" fmla="*/ 838386 h 859193"/>
              <a:gd name="csX16" fmla="*/ 2438006 w 2814825"/>
              <a:gd name="csY16" fmla="*/ 730436 h 859193"/>
              <a:gd name="csX17" fmla="*/ 2796781 w 2814825"/>
              <a:gd name="csY17" fmla="*/ 620898 h 859193"/>
              <a:gd name="csX18" fmla="*/ 2768206 w 2814825"/>
              <a:gd name="csY18" fmla="*/ 436748 h 859193"/>
              <a:gd name="csX19" fmla="*/ 2611837 w 2814825"/>
              <a:gd name="csY19" fmla="*/ 281967 h 859193"/>
              <a:gd name="csX0" fmla="*/ 2611837 w 2814825"/>
              <a:gd name="csY0" fmla="*/ 290794 h 868020"/>
              <a:gd name="csX1" fmla="*/ 2468168 w 2814825"/>
              <a:gd name="csY1" fmla="*/ 326513 h 868020"/>
              <a:gd name="csX2" fmla="*/ 2555481 w 2814825"/>
              <a:gd name="csY2" fmla="*/ 203482 h 868020"/>
              <a:gd name="csX3" fmla="*/ 2234806 w 2814825"/>
              <a:gd name="csY3" fmla="*/ 94738 h 868020"/>
              <a:gd name="csX4" fmla="*/ 2152256 w 2814825"/>
              <a:gd name="csY4" fmla="*/ 59813 h 868020"/>
              <a:gd name="csX5" fmla="*/ 1984775 w 2814825"/>
              <a:gd name="csY5" fmla="*/ 6688 h 868020"/>
              <a:gd name="csX6" fmla="*/ 1910956 w 2814825"/>
              <a:gd name="csY6" fmla="*/ 34413 h 868020"/>
              <a:gd name="csX7" fmla="*/ 1023544 w 2814825"/>
              <a:gd name="csY7" fmla="*/ 307463 h 868020"/>
              <a:gd name="csX8" fmla="*/ 789388 w 2814825"/>
              <a:gd name="csY8" fmla="*/ 473413 h 868020"/>
              <a:gd name="csX9" fmla="*/ 527451 w 2814825"/>
              <a:gd name="csY9" fmla="*/ 623431 h 868020"/>
              <a:gd name="csX10" fmla="*/ 347269 w 2814825"/>
              <a:gd name="csY10" fmla="*/ 651156 h 868020"/>
              <a:gd name="csX11" fmla="*/ 158357 w 2814825"/>
              <a:gd name="csY11" fmla="*/ 642480 h 868020"/>
              <a:gd name="csX12" fmla="*/ 55962 w 2814825"/>
              <a:gd name="csY12" fmla="*/ 692432 h 868020"/>
              <a:gd name="csX13" fmla="*/ 58343 w 2814825"/>
              <a:gd name="csY13" fmla="*/ 780592 h 868020"/>
              <a:gd name="csX14" fmla="*/ 548881 w 2814825"/>
              <a:gd name="csY14" fmla="*/ 841657 h 868020"/>
              <a:gd name="csX15" fmla="*/ 1758555 w 2814825"/>
              <a:gd name="csY15" fmla="*/ 847213 h 868020"/>
              <a:gd name="csX16" fmla="*/ 2438006 w 2814825"/>
              <a:gd name="csY16" fmla="*/ 739263 h 868020"/>
              <a:gd name="csX17" fmla="*/ 2796781 w 2814825"/>
              <a:gd name="csY17" fmla="*/ 629725 h 868020"/>
              <a:gd name="csX18" fmla="*/ 2768206 w 2814825"/>
              <a:gd name="csY18" fmla="*/ 445575 h 868020"/>
              <a:gd name="csX19" fmla="*/ 2611837 w 2814825"/>
              <a:gd name="csY19" fmla="*/ 290794 h 868020"/>
              <a:gd name="csX0" fmla="*/ 2611837 w 2814825"/>
              <a:gd name="csY0" fmla="*/ 295840 h 873066"/>
              <a:gd name="csX1" fmla="*/ 2468168 w 2814825"/>
              <a:gd name="csY1" fmla="*/ 331559 h 873066"/>
              <a:gd name="csX2" fmla="*/ 2555481 w 2814825"/>
              <a:gd name="csY2" fmla="*/ 208528 h 873066"/>
              <a:gd name="csX3" fmla="*/ 2234806 w 2814825"/>
              <a:gd name="csY3" fmla="*/ 99784 h 873066"/>
              <a:gd name="csX4" fmla="*/ 2152256 w 2814825"/>
              <a:gd name="csY4" fmla="*/ 64859 h 873066"/>
              <a:gd name="csX5" fmla="*/ 1984775 w 2814825"/>
              <a:gd name="csY5" fmla="*/ 11734 h 873066"/>
              <a:gd name="csX6" fmla="*/ 1023544 w 2814825"/>
              <a:gd name="csY6" fmla="*/ 312509 h 873066"/>
              <a:gd name="csX7" fmla="*/ 789388 w 2814825"/>
              <a:gd name="csY7" fmla="*/ 478459 h 873066"/>
              <a:gd name="csX8" fmla="*/ 527451 w 2814825"/>
              <a:gd name="csY8" fmla="*/ 628477 h 873066"/>
              <a:gd name="csX9" fmla="*/ 347269 w 2814825"/>
              <a:gd name="csY9" fmla="*/ 656202 h 873066"/>
              <a:gd name="csX10" fmla="*/ 158357 w 2814825"/>
              <a:gd name="csY10" fmla="*/ 647526 h 873066"/>
              <a:gd name="csX11" fmla="*/ 55962 w 2814825"/>
              <a:gd name="csY11" fmla="*/ 697478 h 873066"/>
              <a:gd name="csX12" fmla="*/ 58343 w 2814825"/>
              <a:gd name="csY12" fmla="*/ 785638 h 873066"/>
              <a:gd name="csX13" fmla="*/ 548881 w 2814825"/>
              <a:gd name="csY13" fmla="*/ 846703 h 873066"/>
              <a:gd name="csX14" fmla="*/ 1758555 w 2814825"/>
              <a:gd name="csY14" fmla="*/ 852259 h 873066"/>
              <a:gd name="csX15" fmla="*/ 2438006 w 2814825"/>
              <a:gd name="csY15" fmla="*/ 744309 h 873066"/>
              <a:gd name="csX16" fmla="*/ 2796781 w 2814825"/>
              <a:gd name="csY16" fmla="*/ 634771 h 873066"/>
              <a:gd name="csX17" fmla="*/ 2768206 w 2814825"/>
              <a:gd name="csY17" fmla="*/ 450621 h 873066"/>
              <a:gd name="csX18" fmla="*/ 2611837 w 2814825"/>
              <a:gd name="csY18" fmla="*/ 295840 h 873066"/>
              <a:gd name="csX0" fmla="*/ 2611837 w 2814825"/>
              <a:gd name="csY0" fmla="*/ 302377 h 879603"/>
              <a:gd name="csX1" fmla="*/ 2468168 w 2814825"/>
              <a:gd name="csY1" fmla="*/ 338096 h 879603"/>
              <a:gd name="csX2" fmla="*/ 2555481 w 2814825"/>
              <a:gd name="csY2" fmla="*/ 215065 h 879603"/>
              <a:gd name="csX3" fmla="*/ 2234806 w 2814825"/>
              <a:gd name="csY3" fmla="*/ 106321 h 879603"/>
              <a:gd name="csX4" fmla="*/ 2152256 w 2814825"/>
              <a:gd name="csY4" fmla="*/ 71396 h 879603"/>
              <a:gd name="csX5" fmla="*/ 1970487 w 2814825"/>
              <a:gd name="csY5" fmla="*/ 11127 h 879603"/>
              <a:gd name="csX6" fmla="*/ 1023544 w 2814825"/>
              <a:gd name="csY6" fmla="*/ 319046 h 879603"/>
              <a:gd name="csX7" fmla="*/ 789388 w 2814825"/>
              <a:gd name="csY7" fmla="*/ 484996 h 879603"/>
              <a:gd name="csX8" fmla="*/ 527451 w 2814825"/>
              <a:gd name="csY8" fmla="*/ 635014 h 879603"/>
              <a:gd name="csX9" fmla="*/ 347269 w 2814825"/>
              <a:gd name="csY9" fmla="*/ 662739 h 879603"/>
              <a:gd name="csX10" fmla="*/ 158357 w 2814825"/>
              <a:gd name="csY10" fmla="*/ 654063 h 879603"/>
              <a:gd name="csX11" fmla="*/ 55962 w 2814825"/>
              <a:gd name="csY11" fmla="*/ 704015 h 879603"/>
              <a:gd name="csX12" fmla="*/ 58343 w 2814825"/>
              <a:gd name="csY12" fmla="*/ 792175 h 879603"/>
              <a:gd name="csX13" fmla="*/ 548881 w 2814825"/>
              <a:gd name="csY13" fmla="*/ 853240 h 879603"/>
              <a:gd name="csX14" fmla="*/ 1758555 w 2814825"/>
              <a:gd name="csY14" fmla="*/ 858796 h 879603"/>
              <a:gd name="csX15" fmla="*/ 2438006 w 2814825"/>
              <a:gd name="csY15" fmla="*/ 750846 h 879603"/>
              <a:gd name="csX16" fmla="*/ 2796781 w 2814825"/>
              <a:gd name="csY16" fmla="*/ 641308 h 879603"/>
              <a:gd name="csX17" fmla="*/ 2768206 w 2814825"/>
              <a:gd name="csY17" fmla="*/ 457158 h 879603"/>
              <a:gd name="csX18" fmla="*/ 2611837 w 2814825"/>
              <a:gd name="csY18" fmla="*/ 302377 h 879603"/>
              <a:gd name="csX0" fmla="*/ 2611837 w 2814825"/>
              <a:gd name="csY0" fmla="*/ 302377 h 879603"/>
              <a:gd name="csX1" fmla="*/ 2468168 w 2814825"/>
              <a:gd name="csY1" fmla="*/ 338096 h 879603"/>
              <a:gd name="csX2" fmla="*/ 2555481 w 2814825"/>
              <a:gd name="csY2" fmla="*/ 215065 h 879603"/>
              <a:gd name="csX3" fmla="*/ 2234806 w 2814825"/>
              <a:gd name="csY3" fmla="*/ 106321 h 879603"/>
              <a:gd name="csX4" fmla="*/ 2152256 w 2814825"/>
              <a:gd name="csY4" fmla="*/ 71396 h 879603"/>
              <a:gd name="csX5" fmla="*/ 1970487 w 2814825"/>
              <a:gd name="csY5" fmla="*/ 11127 h 879603"/>
              <a:gd name="csX6" fmla="*/ 1023544 w 2814825"/>
              <a:gd name="csY6" fmla="*/ 319046 h 879603"/>
              <a:gd name="csX7" fmla="*/ 789388 w 2814825"/>
              <a:gd name="csY7" fmla="*/ 484996 h 879603"/>
              <a:gd name="csX8" fmla="*/ 527451 w 2814825"/>
              <a:gd name="csY8" fmla="*/ 635014 h 879603"/>
              <a:gd name="csX9" fmla="*/ 347269 w 2814825"/>
              <a:gd name="csY9" fmla="*/ 662739 h 879603"/>
              <a:gd name="csX10" fmla="*/ 158357 w 2814825"/>
              <a:gd name="csY10" fmla="*/ 654063 h 879603"/>
              <a:gd name="csX11" fmla="*/ 55962 w 2814825"/>
              <a:gd name="csY11" fmla="*/ 704015 h 879603"/>
              <a:gd name="csX12" fmla="*/ 58343 w 2814825"/>
              <a:gd name="csY12" fmla="*/ 792175 h 879603"/>
              <a:gd name="csX13" fmla="*/ 548881 w 2814825"/>
              <a:gd name="csY13" fmla="*/ 853240 h 879603"/>
              <a:gd name="csX14" fmla="*/ 1758555 w 2814825"/>
              <a:gd name="csY14" fmla="*/ 858796 h 879603"/>
              <a:gd name="csX15" fmla="*/ 2438006 w 2814825"/>
              <a:gd name="csY15" fmla="*/ 750846 h 879603"/>
              <a:gd name="csX16" fmla="*/ 2796781 w 2814825"/>
              <a:gd name="csY16" fmla="*/ 641308 h 879603"/>
              <a:gd name="csX17" fmla="*/ 2768206 w 2814825"/>
              <a:gd name="csY17" fmla="*/ 457158 h 879603"/>
              <a:gd name="csX18" fmla="*/ 2611837 w 2814825"/>
              <a:gd name="csY18" fmla="*/ 302377 h 879603"/>
              <a:gd name="csX0" fmla="*/ 2611837 w 2814825"/>
              <a:gd name="csY0" fmla="*/ 291250 h 868476"/>
              <a:gd name="csX1" fmla="*/ 2468168 w 2814825"/>
              <a:gd name="csY1" fmla="*/ 326969 h 868476"/>
              <a:gd name="csX2" fmla="*/ 2555481 w 2814825"/>
              <a:gd name="csY2" fmla="*/ 203938 h 868476"/>
              <a:gd name="csX3" fmla="*/ 2234806 w 2814825"/>
              <a:gd name="csY3" fmla="*/ 95194 h 868476"/>
              <a:gd name="csX4" fmla="*/ 2152256 w 2814825"/>
              <a:gd name="csY4" fmla="*/ 60269 h 868476"/>
              <a:gd name="csX5" fmla="*/ 1970487 w 2814825"/>
              <a:gd name="csY5" fmla="*/ 0 h 868476"/>
              <a:gd name="csX6" fmla="*/ 1023544 w 2814825"/>
              <a:gd name="csY6" fmla="*/ 307919 h 868476"/>
              <a:gd name="csX7" fmla="*/ 789388 w 2814825"/>
              <a:gd name="csY7" fmla="*/ 473869 h 868476"/>
              <a:gd name="csX8" fmla="*/ 527451 w 2814825"/>
              <a:gd name="csY8" fmla="*/ 623887 h 868476"/>
              <a:gd name="csX9" fmla="*/ 347269 w 2814825"/>
              <a:gd name="csY9" fmla="*/ 651612 h 868476"/>
              <a:gd name="csX10" fmla="*/ 158357 w 2814825"/>
              <a:gd name="csY10" fmla="*/ 642936 h 868476"/>
              <a:gd name="csX11" fmla="*/ 55962 w 2814825"/>
              <a:gd name="csY11" fmla="*/ 692888 h 868476"/>
              <a:gd name="csX12" fmla="*/ 58343 w 2814825"/>
              <a:gd name="csY12" fmla="*/ 781048 h 868476"/>
              <a:gd name="csX13" fmla="*/ 548881 w 2814825"/>
              <a:gd name="csY13" fmla="*/ 842113 h 868476"/>
              <a:gd name="csX14" fmla="*/ 1758555 w 2814825"/>
              <a:gd name="csY14" fmla="*/ 847669 h 868476"/>
              <a:gd name="csX15" fmla="*/ 2438006 w 2814825"/>
              <a:gd name="csY15" fmla="*/ 739719 h 868476"/>
              <a:gd name="csX16" fmla="*/ 2796781 w 2814825"/>
              <a:gd name="csY16" fmla="*/ 630181 h 868476"/>
              <a:gd name="csX17" fmla="*/ 2768206 w 2814825"/>
              <a:gd name="csY17" fmla="*/ 446031 h 868476"/>
              <a:gd name="csX18" fmla="*/ 2611837 w 2814825"/>
              <a:gd name="csY18" fmla="*/ 291250 h 86847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2814825" h="868476">
                <a:moveTo>
                  <a:pt x="2611837" y="291250"/>
                </a:moveTo>
                <a:cubicBezTo>
                  <a:pt x="2588554" y="258442"/>
                  <a:pt x="2522672" y="345490"/>
                  <a:pt x="2468168" y="326969"/>
                </a:cubicBezTo>
                <a:cubicBezTo>
                  <a:pt x="2413664" y="308448"/>
                  <a:pt x="2594375" y="242567"/>
                  <a:pt x="2555481" y="203938"/>
                </a:cubicBezTo>
                <a:cubicBezTo>
                  <a:pt x="2516587" y="165309"/>
                  <a:pt x="2260735" y="108423"/>
                  <a:pt x="2234806" y="95194"/>
                </a:cubicBezTo>
                <a:cubicBezTo>
                  <a:pt x="2208877" y="81965"/>
                  <a:pt x="2196309" y="76135"/>
                  <a:pt x="2152256" y="60269"/>
                </a:cubicBezTo>
                <a:cubicBezTo>
                  <a:pt x="2108203" y="44403"/>
                  <a:pt x="2122888" y="37306"/>
                  <a:pt x="1970487" y="0"/>
                </a:cubicBezTo>
                <a:cubicBezTo>
                  <a:pt x="1782368" y="55562"/>
                  <a:pt x="1222775" y="230131"/>
                  <a:pt x="1023544" y="307919"/>
                </a:cubicBezTo>
                <a:cubicBezTo>
                  <a:pt x="824313" y="385707"/>
                  <a:pt x="957001" y="381520"/>
                  <a:pt x="789388" y="473869"/>
                </a:cubicBezTo>
                <a:cubicBezTo>
                  <a:pt x="621775" y="566218"/>
                  <a:pt x="600741" y="595454"/>
                  <a:pt x="527451" y="623887"/>
                </a:cubicBezTo>
                <a:cubicBezTo>
                  <a:pt x="454161" y="652320"/>
                  <a:pt x="405213" y="642087"/>
                  <a:pt x="347269" y="651612"/>
                </a:cubicBezTo>
                <a:lnTo>
                  <a:pt x="158357" y="642936"/>
                </a:lnTo>
                <a:lnTo>
                  <a:pt x="55962" y="692888"/>
                </a:lnTo>
                <a:cubicBezTo>
                  <a:pt x="-19048" y="739349"/>
                  <a:pt x="-19047" y="717917"/>
                  <a:pt x="58343" y="781048"/>
                </a:cubicBezTo>
                <a:cubicBezTo>
                  <a:pt x="264320" y="822588"/>
                  <a:pt x="265512" y="831010"/>
                  <a:pt x="548881" y="842113"/>
                </a:cubicBezTo>
                <a:cubicBezTo>
                  <a:pt x="832250" y="853216"/>
                  <a:pt x="1397663" y="892119"/>
                  <a:pt x="1758555" y="847669"/>
                </a:cubicBezTo>
                <a:cubicBezTo>
                  <a:pt x="2126591" y="812744"/>
                  <a:pt x="2264968" y="775967"/>
                  <a:pt x="2438006" y="739719"/>
                </a:cubicBezTo>
                <a:cubicBezTo>
                  <a:pt x="2611044" y="703471"/>
                  <a:pt x="2741748" y="679129"/>
                  <a:pt x="2796781" y="630181"/>
                </a:cubicBezTo>
                <a:cubicBezTo>
                  <a:pt x="2851814" y="581233"/>
                  <a:pt x="2762914" y="460848"/>
                  <a:pt x="2768206" y="446031"/>
                </a:cubicBezTo>
                <a:cubicBezTo>
                  <a:pt x="2773498" y="431214"/>
                  <a:pt x="2643587" y="316650"/>
                  <a:pt x="2611837" y="291250"/>
                </a:cubicBezTo>
                <a:close/>
              </a:path>
            </a:pathLst>
          </a:custGeom>
          <a:solidFill>
            <a:srgbClr val="FFFF00">
              <a:alpha val="25000"/>
            </a:srgbClr>
          </a:solidFill>
          <a:ln w="12700">
            <a:solidFill>
              <a:srgbClr val="FFC00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224893C-9584-327B-C1B2-C24315B8887E}"/>
              </a:ext>
            </a:extLst>
          </p:cNvPr>
          <p:cNvSpPr/>
          <p:nvPr/>
        </p:nvSpPr>
        <p:spPr>
          <a:xfrm>
            <a:off x="3441742" y="2914492"/>
            <a:ext cx="2959098" cy="1531937"/>
          </a:xfrm>
          <a:custGeom>
            <a:avLst/>
            <a:gdLst>
              <a:gd name="csX0" fmla="*/ 1933575 w 2479675"/>
              <a:gd name="csY0" fmla="*/ 1082675 h 1082675"/>
              <a:gd name="csX1" fmla="*/ 1765300 w 2479675"/>
              <a:gd name="csY1" fmla="*/ 911225 h 1082675"/>
              <a:gd name="csX2" fmla="*/ 1622425 w 2479675"/>
              <a:gd name="csY2" fmla="*/ 958850 h 1082675"/>
              <a:gd name="csX3" fmla="*/ 1727200 w 2479675"/>
              <a:gd name="csY3" fmla="*/ 850900 h 1082675"/>
              <a:gd name="csX4" fmla="*/ 1714500 w 2479675"/>
              <a:gd name="csY4" fmla="*/ 828675 h 1082675"/>
              <a:gd name="csX5" fmla="*/ 1466850 w 2479675"/>
              <a:gd name="csY5" fmla="*/ 742950 h 1082675"/>
              <a:gd name="csX6" fmla="*/ 1130300 w 2479675"/>
              <a:gd name="csY6" fmla="*/ 619125 h 1082675"/>
              <a:gd name="csX7" fmla="*/ 898525 w 2479675"/>
              <a:gd name="csY7" fmla="*/ 679450 h 1082675"/>
              <a:gd name="csX8" fmla="*/ 1003300 w 2479675"/>
              <a:gd name="csY8" fmla="*/ 574675 h 1082675"/>
              <a:gd name="csX9" fmla="*/ 841375 w 2479675"/>
              <a:gd name="csY9" fmla="*/ 498475 h 1082675"/>
              <a:gd name="csX10" fmla="*/ 800100 w 2479675"/>
              <a:gd name="csY10" fmla="*/ 400050 h 1082675"/>
              <a:gd name="csX11" fmla="*/ 0 w 2479675"/>
              <a:gd name="csY11" fmla="*/ 127000 h 1082675"/>
              <a:gd name="csX12" fmla="*/ 31750 w 2479675"/>
              <a:gd name="csY12" fmla="*/ 34925 h 1082675"/>
              <a:gd name="csX13" fmla="*/ 111125 w 2479675"/>
              <a:gd name="csY13" fmla="*/ 0 h 1082675"/>
              <a:gd name="csX14" fmla="*/ 2479675 w 2479675"/>
              <a:gd name="csY14" fmla="*/ 527050 h 1082675"/>
              <a:gd name="csX15" fmla="*/ 2397125 w 2479675"/>
              <a:gd name="csY15" fmla="*/ 615950 h 1082675"/>
              <a:gd name="csX16" fmla="*/ 2178050 w 2479675"/>
              <a:gd name="csY16" fmla="*/ 723900 h 1082675"/>
              <a:gd name="csX17" fmla="*/ 2260600 w 2479675"/>
              <a:gd name="csY17" fmla="*/ 822325 h 1082675"/>
              <a:gd name="csX18" fmla="*/ 2168525 w 2479675"/>
              <a:gd name="csY18" fmla="*/ 936625 h 1082675"/>
              <a:gd name="csX19" fmla="*/ 1933575 w 2479675"/>
              <a:gd name="csY19" fmla="*/ 1082675 h 1082675"/>
              <a:gd name="csX0" fmla="*/ 1933575 w 2479675"/>
              <a:gd name="csY0" fmla="*/ 1082675 h 1082675"/>
              <a:gd name="csX1" fmla="*/ 1851819 w 2479675"/>
              <a:gd name="csY1" fmla="*/ 1005681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466850 w 2479675"/>
              <a:gd name="csY6" fmla="*/ 742950 h 1082675"/>
              <a:gd name="csX7" fmla="*/ 1130300 w 2479675"/>
              <a:gd name="csY7" fmla="*/ 619125 h 1082675"/>
              <a:gd name="csX8" fmla="*/ 898525 w 2479675"/>
              <a:gd name="csY8" fmla="*/ 679450 h 1082675"/>
              <a:gd name="csX9" fmla="*/ 1003300 w 2479675"/>
              <a:gd name="csY9" fmla="*/ 574675 h 1082675"/>
              <a:gd name="csX10" fmla="*/ 841375 w 2479675"/>
              <a:gd name="csY10" fmla="*/ 498475 h 1082675"/>
              <a:gd name="csX11" fmla="*/ 800100 w 2479675"/>
              <a:gd name="csY11" fmla="*/ 400050 h 1082675"/>
              <a:gd name="csX12" fmla="*/ 0 w 2479675"/>
              <a:gd name="csY12" fmla="*/ 127000 h 1082675"/>
              <a:gd name="csX13" fmla="*/ 31750 w 2479675"/>
              <a:gd name="csY13" fmla="*/ 34925 h 1082675"/>
              <a:gd name="csX14" fmla="*/ 111125 w 2479675"/>
              <a:gd name="csY14" fmla="*/ 0 h 1082675"/>
              <a:gd name="csX15" fmla="*/ 2479675 w 2479675"/>
              <a:gd name="csY15" fmla="*/ 527050 h 1082675"/>
              <a:gd name="csX16" fmla="*/ 2397125 w 2479675"/>
              <a:gd name="csY16" fmla="*/ 615950 h 1082675"/>
              <a:gd name="csX17" fmla="*/ 2178050 w 2479675"/>
              <a:gd name="csY17" fmla="*/ 723900 h 1082675"/>
              <a:gd name="csX18" fmla="*/ 2260600 w 2479675"/>
              <a:gd name="csY18" fmla="*/ 822325 h 1082675"/>
              <a:gd name="csX19" fmla="*/ 2168525 w 2479675"/>
              <a:gd name="csY19" fmla="*/ 936625 h 1082675"/>
              <a:gd name="csX20" fmla="*/ 1933575 w 2479675"/>
              <a:gd name="csY20" fmla="*/ 1082675 h 1082675"/>
              <a:gd name="csX0" fmla="*/ 1933575 w 2479675"/>
              <a:gd name="csY0" fmla="*/ 1082675 h 1082675"/>
              <a:gd name="csX1" fmla="*/ 1849438 w 2479675"/>
              <a:gd name="csY1" fmla="*/ 996156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466850 w 2479675"/>
              <a:gd name="csY6" fmla="*/ 742950 h 1082675"/>
              <a:gd name="csX7" fmla="*/ 1130300 w 2479675"/>
              <a:gd name="csY7" fmla="*/ 619125 h 1082675"/>
              <a:gd name="csX8" fmla="*/ 898525 w 2479675"/>
              <a:gd name="csY8" fmla="*/ 679450 h 1082675"/>
              <a:gd name="csX9" fmla="*/ 1003300 w 2479675"/>
              <a:gd name="csY9" fmla="*/ 574675 h 1082675"/>
              <a:gd name="csX10" fmla="*/ 841375 w 2479675"/>
              <a:gd name="csY10" fmla="*/ 498475 h 1082675"/>
              <a:gd name="csX11" fmla="*/ 800100 w 2479675"/>
              <a:gd name="csY11" fmla="*/ 400050 h 1082675"/>
              <a:gd name="csX12" fmla="*/ 0 w 2479675"/>
              <a:gd name="csY12" fmla="*/ 127000 h 1082675"/>
              <a:gd name="csX13" fmla="*/ 31750 w 2479675"/>
              <a:gd name="csY13" fmla="*/ 34925 h 1082675"/>
              <a:gd name="csX14" fmla="*/ 111125 w 2479675"/>
              <a:gd name="csY14" fmla="*/ 0 h 1082675"/>
              <a:gd name="csX15" fmla="*/ 2479675 w 2479675"/>
              <a:gd name="csY15" fmla="*/ 527050 h 1082675"/>
              <a:gd name="csX16" fmla="*/ 2397125 w 2479675"/>
              <a:gd name="csY16" fmla="*/ 615950 h 1082675"/>
              <a:gd name="csX17" fmla="*/ 2178050 w 2479675"/>
              <a:gd name="csY17" fmla="*/ 723900 h 1082675"/>
              <a:gd name="csX18" fmla="*/ 2260600 w 2479675"/>
              <a:gd name="csY18" fmla="*/ 822325 h 1082675"/>
              <a:gd name="csX19" fmla="*/ 2168525 w 2479675"/>
              <a:gd name="csY19" fmla="*/ 936625 h 1082675"/>
              <a:gd name="csX20" fmla="*/ 1933575 w 2479675"/>
              <a:gd name="csY20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466850 w 2479675"/>
              <a:gd name="csY6" fmla="*/ 742950 h 1082675"/>
              <a:gd name="csX7" fmla="*/ 1130300 w 2479675"/>
              <a:gd name="csY7" fmla="*/ 619125 h 1082675"/>
              <a:gd name="csX8" fmla="*/ 898525 w 2479675"/>
              <a:gd name="csY8" fmla="*/ 679450 h 1082675"/>
              <a:gd name="csX9" fmla="*/ 1003300 w 2479675"/>
              <a:gd name="csY9" fmla="*/ 574675 h 1082675"/>
              <a:gd name="csX10" fmla="*/ 841375 w 2479675"/>
              <a:gd name="csY10" fmla="*/ 498475 h 1082675"/>
              <a:gd name="csX11" fmla="*/ 800100 w 2479675"/>
              <a:gd name="csY11" fmla="*/ 400050 h 1082675"/>
              <a:gd name="csX12" fmla="*/ 0 w 2479675"/>
              <a:gd name="csY12" fmla="*/ 127000 h 1082675"/>
              <a:gd name="csX13" fmla="*/ 31750 w 2479675"/>
              <a:gd name="csY13" fmla="*/ 34925 h 1082675"/>
              <a:gd name="csX14" fmla="*/ 111125 w 2479675"/>
              <a:gd name="csY14" fmla="*/ 0 h 1082675"/>
              <a:gd name="csX15" fmla="*/ 2479675 w 2479675"/>
              <a:gd name="csY15" fmla="*/ 527050 h 1082675"/>
              <a:gd name="csX16" fmla="*/ 2397125 w 2479675"/>
              <a:gd name="csY16" fmla="*/ 615950 h 1082675"/>
              <a:gd name="csX17" fmla="*/ 2178050 w 2479675"/>
              <a:gd name="csY17" fmla="*/ 723900 h 1082675"/>
              <a:gd name="csX18" fmla="*/ 2260600 w 2479675"/>
              <a:gd name="csY18" fmla="*/ 822325 h 1082675"/>
              <a:gd name="csX19" fmla="*/ 2168525 w 2479675"/>
              <a:gd name="csY19" fmla="*/ 936625 h 1082675"/>
              <a:gd name="csX20" fmla="*/ 1933575 w 2479675"/>
              <a:gd name="csY20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466850 w 2479675"/>
              <a:gd name="csY6" fmla="*/ 742950 h 1082675"/>
              <a:gd name="csX7" fmla="*/ 1130300 w 2479675"/>
              <a:gd name="csY7" fmla="*/ 619125 h 1082675"/>
              <a:gd name="csX8" fmla="*/ 898525 w 2479675"/>
              <a:gd name="csY8" fmla="*/ 679450 h 1082675"/>
              <a:gd name="csX9" fmla="*/ 1003300 w 2479675"/>
              <a:gd name="csY9" fmla="*/ 574675 h 1082675"/>
              <a:gd name="csX10" fmla="*/ 841375 w 2479675"/>
              <a:gd name="csY10" fmla="*/ 498475 h 1082675"/>
              <a:gd name="csX11" fmla="*/ 800100 w 2479675"/>
              <a:gd name="csY11" fmla="*/ 400050 h 1082675"/>
              <a:gd name="csX12" fmla="*/ 0 w 2479675"/>
              <a:gd name="csY12" fmla="*/ 127000 h 1082675"/>
              <a:gd name="csX13" fmla="*/ 31750 w 2479675"/>
              <a:gd name="csY13" fmla="*/ 34925 h 1082675"/>
              <a:gd name="csX14" fmla="*/ 111125 w 2479675"/>
              <a:gd name="csY14" fmla="*/ 0 h 1082675"/>
              <a:gd name="csX15" fmla="*/ 2479675 w 2479675"/>
              <a:gd name="csY15" fmla="*/ 527050 h 1082675"/>
              <a:gd name="csX16" fmla="*/ 2397125 w 2479675"/>
              <a:gd name="csY16" fmla="*/ 615950 h 1082675"/>
              <a:gd name="csX17" fmla="*/ 2178050 w 2479675"/>
              <a:gd name="csY17" fmla="*/ 723900 h 1082675"/>
              <a:gd name="csX18" fmla="*/ 2260600 w 2479675"/>
              <a:gd name="csY18" fmla="*/ 822325 h 1082675"/>
              <a:gd name="csX19" fmla="*/ 2168525 w 2479675"/>
              <a:gd name="csY19" fmla="*/ 936625 h 1082675"/>
              <a:gd name="csX20" fmla="*/ 1933575 w 2479675"/>
              <a:gd name="csY20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466850 w 2479675"/>
              <a:gd name="csY6" fmla="*/ 742950 h 1082675"/>
              <a:gd name="csX7" fmla="*/ 1130300 w 2479675"/>
              <a:gd name="csY7" fmla="*/ 619125 h 1082675"/>
              <a:gd name="csX8" fmla="*/ 898525 w 2479675"/>
              <a:gd name="csY8" fmla="*/ 679450 h 1082675"/>
              <a:gd name="csX9" fmla="*/ 1003300 w 2479675"/>
              <a:gd name="csY9" fmla="*/ 574675 h 1082675"/>
              <a:gd name="csX10" fmla="*/ 841375 w 2479675"/>
              <a:gd name="csY10" fmla="*/ 498475 h 1082675"/>
              <a:gd name="csX11" fmla="*/ 800100 w 2479675"/>
              <a:gd name="csY11" fmla="*/ 400050 h 1082675"/>
              <a:gd name="csX12" fmla="*/ 0 w 2479675"/>
              <a:gd name="csY12" fmla="*/ 127000 h 1082675"/>
              <a:gd name="csX13" fmla="*/ 31750 w 2479675"/>
              <a:gd name="csY13" fmla="*/ 34925 h 1082675"/>
              <a:gd name="csX14" fmla="*/ 111125 w 2479675"/>
              <a:gd name="csY14" fmla="*/ 0 h 1082675"/>
              <a:gd name="csX15" fmla="*/ 2479675 w 2479675"/>
              <a:gd name="csY15" fmla="*/ 527050 h 1082675"/>
              <a:gd name="csX16" fmla="*/ 2397125 w 2479675"/>
              <a:gd name="csY16" fmla="*/ 615950 h 1082675"/>
              <a:gd name="csX17" fmla="*/ 2178050 w 2479675"/>
              <a:gd name="csY17" fmla="*/ 723900 h 1082675"/>
              <a:gd name="csX18" fmla="*/ 2260600 w 2479675"/>
              <a:gd name="csY18" fmla="*/ 822325 h 1082675"/>
              <a:gd name="csX19" fmla="*/ 2168525 w 2479675"/>
              <a:gd name="csY19" fmla="*/ 936625 h 1082675"/>
              <a:gd name="csX20" fmla="*/ 1933575 w 2479675"/>
              <a:gd name="csY20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466850 w 2479675"/>
              <a:gd name="csY6" fmla="*/ 742950 h 1082675"/>
              <a:gd name="csX7" fmla="*/ 1130300 w 2479675"/>
              <a:gd name="csY7" fmla="*/ 619125 h 1082675"/>
              <a:gd name="csX8" fmla="*/ 898525 w 2479675"/>
              <a:gd name="csY8" fmla="*/ 679450 h 1082675"/>
              <a:gd name="csX9" fmla="*/ 1003300 w 2479675"/>
              <a:gd name="csY9" fmla="*/ 574675 h 1082675"/>
              <a:gd name="csX10" fmla="*/ 841375 w 2479675"/>
              <a:gd name="csY10" fmla="*/ 498475 h 1082675"/>
              <a:gd name="csX11" fmla="*/ 800100 w 2479675"/>
              <a:gd name="csY11" fmla="*/ 400050 h 1082675"/>
              <a:gd name="csX12" fmla="*/ 0 w 2479675"/>
              <a:gd name="csY12" fmla="*/ 127000 h 1082675"/>
              <a:gd name="csX13" fmla="*/ 31750 w 2479675"/>
              <a:gd name="csY13" fmla="*/ 34925 h 1082675"/>
              <a:gd name="csX14" fmla="*/ 111125 w 2479675"/>
              <a:gd name="csY14" fmla="*/ 0 h 1082675"/>
              <a:gd name="csX15" fmla="*/ 2479675 w 2479675"/>
              <a:gd name="csY15" fmla="*/ 527050 h 1082675"/>
              <a:gd name="csX16" fmla="*/ 2397125 w 2479675"/>
              <a:gd name="csY16" fmla="*/ 615950 h 1082675"/>
              <a:gd name="csX17" fmla="*/ 2178050 w 2479675"/>
              <a:gd name="csY17" fmla="*/ 723900 h 1082675"/>
              <a:gd name="csX18" fmla="*/ 2260600 w 2479675"/>
              <a:gd name="csY18" fmla="*/ 822325 h 1082675"/>
              <a:gd name="csX19" fmla="*/ 2168525 w 2479675"/>
              <a:gd name="csY19" fmla="*/ 936625 h 1082675"/>
              <a:gd name="csX20" fmla="*/ 1933575 w 2479675"/>
              <a:gd name="csY20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466850 w 2479675"/>
              <a:gd name="csY6" fmla="*/ 742950 h 1082675"/>
              <a:gd name="csX7" fmla="*/ 1130300 w 2479675"/>
              <a:gd name="csY7" fmla="*/ 619125 h 1082675"/>
              <a:gd name="csX8" fmla="*/ 898525 w 2479675"/>
              <a:gd name="csY8" fmla="*/ 679450 h 1082675"/>
              <a:gd name="csX9" fmla="*/ 1003300 w 2479675"/>
              <a:gd name="csY9" fmla="*/ 574675 h 1082675"/>
              <a:gd name="csX10" fmla="*/ 841375 w 2479675"/>
              <a:gd name="csY10" fmla="*/ 498475 h 1082675"/>
              <a:gd name="csX11" fmla="*/ 800100 w 2479675"/>
              <a:gd name="csY11" fmla="*/ 400050 h 1082675"/>
              <a:gd name="csX12" fmla="*/ 0 w 2479675"/>
              <a:gd name="csY12" fmla="*/ 127000 h 1082675"/>
              <a:gd name="csX13" fmla="*/ 31750 w 2479675"/>
              <a:gd name="csY13" fmla="*/ 34925 h 1082675"/>
              <a:gd name="csX14" fmla="*/ 111125 w 2479675"/>
              <a:gd name="csY14" fmla="*/ 0 h 1082675"/>
              <a:gd name="csX15" fmla="*/ 2479675 w 2479675"/>
              <a:gd name="csY15" fmla="*/ 527050 h 1082675"/>
              <a:gd name="csX16" fmla="*/ 2397125 w 2479675"/>
              <a:gd name="csY16" fmla="*/ 615950 h 1082675"/>
              <a:gd name="csX17" fmla="*/ 2178050 w 2479675"/>
              <a:gd name="csY17" fmla="*/ 723900 h 1082675"/>
              <a:gd name="csX18" fmla="*/ 2260600 w 2479675"/>
              <a:gd name="csY18" fmla="*/ 822325 h 1082675"/>
              <a:gd name="csX19" fmla="*/ 2168525 w 2479675"/>
              <a:gd name="csY19" fmla="*/ 936625 h 1082675"/>
              <a:gd name="csX20" fmla="*/ 1933575 w 2479675"/>
              <a:gd name="csY20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466850 w 2479675"/>
              <a:gd name="csY6" fmla="*/ 742950 h 1082675"/>
              <a:gd name="csX7" fmla="*/ 1130300 w 2479675"/>
              <a:gd name="csY7" fmla="*/ 619125 h 1082675"/>
              <a:gd name="csX8" fmla="*/ 898525 w 2479675"/>
              <a:gd name="csY8" fmla="*/ 679450 h 1082675"/>
              <a:gd name="csX9" fmla="*/ 1003300 w 2479675"/>
              <a:gd name="csY9" fmla="*/ 574675 h 1082675"/>
              <a:gd name="csX10" fmla="*/ 841375 w 2479675"/>
              <a:gd name="csY10" fmla="*/ 498475 h 1082675"/>
              <a:gd name="csX11" fmla="*/ 800100 w 2479675"/>
              <a:gd name="csY11" fmla="*/ 400050 h 1082675"/>
              <a:gd name="csX12" fmla="*/ 0 w 2479675"/>
              <a:gd name="csY12" fmla="*/ 127000 h 1082675"/>
              <a:gd name="csX13" fmla="*/ 31750 w 2479675"/>
              <a:gd name="csY13" fmla="*/ 34925 h 1082675"/>
              <a:gd name="csX14" fmla="*/ 111125 w 2479675"/>
              <a:gd name="csY14" fmla="*/ 0 h 1082675"/>
              <a:gd name="csX15" fmla="*/ 2479675 w 2479675"/>
              <a:gd name="csY15" fmla="*/ 527050 h 1082675"/>
              <a:gd name="csX16" fmla="*/ 2397125 w 2479675"/>
              <a:gd name="csY16" fmla="*/ 615950 h 1082675"/>
              <a:gd name="csX17" fmla="*/ 2178050 w 2479675"/>
              <a:gd name="csY17" fmla="*/ 723900 h 1082675"/>
              <a:gd name="csX18" fmla="*/ 2260600 w 2479675"/>
              <a:gd name="csY18" fmla="*/ 822325 h 1082675"/>
              <a:gd name="csX19" fmla="*/ 2168525 w 2479675"/>
              <a:gd name="csY19" fmla="*/ 936625 h 1082675"/>
              <a:gd name="csX20" fmla="*/ 1933575 w 2479675"/>
              <a:gd name="csY20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464468 w 2479675"/>
              <a:gd name="csY6" fmla="*/ 752475 h 1082675"/>
              <a:gd name="csX7" fmla="*/ 1130300 w 2479675"/>
              <a:gd name="csY7" fmla="*/ 619125 h 1082675"/>
              <a:gd name="csX8" fmla="*/ 898525 w 2479675"/>
              <a:gd name="csY8" fmla="*/ 679450 h 1082675"/>
              <a:gd name="csX9" fmla="*/ 1003300 w 2479675"/>
              <a:gd name="csY9" fmla="*/ 574675 h 1082675"/>
              <a:gd name="csX10" fmla="*/ 841375 w 2479675"/>
              <a:gd name="csY10" fmla="*/ 498475 h 1082675"/>
              <a:gd name="csX11" fmla="*/ 800100 w 2479675"/>
              <a:gd name="csY11" fmla="*/ 400050 h 1082675"/>
              <a:gd name="csX12" fmla="*/ 0 w 2479675"/>
              <a:gd name="csY12" fmla="*/ 127000 h 1082675"/>
              <a:gd name="csX13" fmla="*/ 31750 w 2479675"/>
              <a:gd name="csY13" fmla="*/ 34925 h 1082675"/>
              <a:gd name="csX14" fmla="*/ 111125 w 2479675"/>
              <a:gd name="csY14" fmla="*/ 0 h 1082675"/>
              <a:gd name="csX15" fmla="*/ 2479675 w 2479675"/>
              <a:gd name="csY15" fmla="*/ 527050 h 1082675"/>
              <a:gd name="csX16" fmla="*/ 2397125 w 2479675"/>
              <a:gd name="csY16" fmla="*/ 615950 h 1082675"/>
              <a:gd name="csX17" fmla="*/ 2178050 w 2479675"/>
              <a:gd name="csY17" fmla="*/ 723900 h 1082675"/>
              <a:gd name="csX18" fmla="*/ 2260600 w 2479675"/>
              <a:gd name="csY18" fmla="*/ 822325 h 1082675"/>
              <a:gd name="csX19" fmla="*/ 2168525 w 2479675"/>
              <a:gd name="csY19" fmla="*/ 936625 h 1082675"/>
              <a:gd name="csX20" fmla="*/ 1933575 w 2479675"/>
              <a:gd name="csY20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464468 w 2479675"/>
              <a:gd name="csY6" fmla="*/ 752475 h 1082675"/>
              <a:gd name="csX7" fmla="*/ 1130300 w 2479675"/>
              <a:gd name="csY7" fmla="*/ 619125 h 1082675"/>
              <a:gd name="csX8" fmla="*/ 898525 w 2479675"/>
              <a:gd name="csY8" fmla="*/ 679450 h 1082675"/>
              <a:gd name="csX9" fmla="*/ 1003300 w 2479675"/>
              <a:gd name="csY9" fmla="*/ 574675 h 1082675"/>
              <a:gd name="csX10" fmla="*/ 841375 w 2479675"/>
              <a:gd name="csY10" fmla="*/ 498475 h 1082675"/>
              <a:gd name="csX11" fmla="*/ 800100 w 2479675"/>
              <a:gd name="csY11" fmla="*/ 400050 h 1082675"/>
              <a:gd name="csX12" fmla="*/ 0 w 2479675"/>
              <a:gd name="csY12" fmla="*/ 127000 h 1082675"/>
              <a:gd name="csX13" fmla="*/ 31750 w 2479675"/>
              <a:gd name="csY13" fmla="*/ 34925 h 1082675"/>
              <a:gd name="csX14" fmla="*/ 111125 w 2479675"/>
              <a:gd name="csY14" fmla="*/ 0 h 1082675"/>
              <a:gd name="csX15" fmla="*/ 2479675 w 2479675"/>
              <a:gd name="csY15" fmla="*/ 527050 h 1082675"/>
              <a:gd name="csX16" fmla="*/ 2397125 w 2479675"/>
              <a:gd name="csY16" fmla="*/ 615950 h 1082675"/>
              <a:gd name="csX17" fmla="*/ 2178050 w 2479675"/>
              <a:gd name="csY17" fmla="*/ 723900 h 1082675"/>
              <a:gd name="csX18" fmla="*/ 2260600 w 2479675"/>
              <a:gd name="csY18" fmla="*/ 822325 h 1082675"/>
              <a:gd name="csX19" fmla="*/ 2168525 w 2479675"/>
              <a:gd name="csY19" fmla="*/ 936625 h 1082675"/>
              <a:gd name="csX20" fmla="*/ 1933575 w 2479675"/>
              <a:gd name="csY20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130300 w 2479675"/>
              <a:gd name="csY7" fmla="*/ 619125 h 1082675"/>
              <a:gd name="csX8" fmla="*/ 898525 w 2479675"/>
              <a:gd name="csY8" fmla="*/ 679450 h 1082675"/>
              <a:gd name="csX9" fmla="*/ 1003300 w 2479675"/>
              <a:gd name="csY9" fmla="*/ 574675 h 1082675"/>
              <a:gd name="csX10" fmla="*/ 841375 w 2479675"/>
              <a:gd name="csY10" fmla="*/ 498475 h 1082675"/>
              <a:gd name="csX11" fmla="*/ 800100 w 2479675"/>
              <a:gd name="csY11" fmla="*/ 400050 h 1082675"/>
              <a:gd name="csX12" fmla="*/ 0 w 2479675"/>
              <a:gd name="csY12" fmla="*/ 127000 h 1082675"/>
              <a:gd name="csX13" fmla="*/ 31750 w 2479675"/>
              <a:gd name="csY13" fmla="*/ 34925 h 1082675"/>
              <a:gd name="csX14" fmla="*/ 111125 w 2479675"/>
              <a:gd name="csY14" fmla="*/ 0 h 1082675"/>
              <a:gd name="csX15" fmla="*/ 2479675 w 2479675"/>
              <a:gd name="csY15" fmla="*/ 527050 h 1082675"/>
              <a:gd name="csX16" fmla="*/ 2397125 w 2479675"/>
              <a:gd name="csY16" fmla="*/ 615950 h 1082675"/>
              <a:gd name="csX17" fmla="*/ 2178050 w 2479675"/>
              <a:gd name="csY17" fmla="*/ 723900 h 1082675"/>
              <a:gd name="csX18" fmla="*/ 2260600 w 2479675"/>
              <a:gd name="csY18" fmla="*/ 822325 h 1082675"/>
              <a:gd name="csX19" fmla="*/ 2168525 w 2479675"/>
              <a:gd name="csY19" fmla="*/ 936625 h 1082675"/>
              <a:gd name="csX20" fmla="*/ 1933575 w 2479675"/>
              <a:gd name="csY20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468438 w 2479675"/>
              <a:gd name="csY7" fmla="*/ 738981 h 1082675"/>
              <a:gd name="csX8" fmla="*/ 1130300 w 2479675"/>
              <a:gd name="csY8" fmla="*/ 619125 h 1082675"/>
              <a:gd name="csX9" fmla="*/ 898525 w 2479675"/>
              <a:gd name="csY9" fmla="*/ 679450 h 1082675"/>
              <a:gd name="csX10" fmla="*/ 1003300 w 2479675"/>
              <a:gd name="csY10" fmla="*/ 574675 h 1082675"/>
              <a:gd name="csX11" fmla="*/ 841375 w 2479675"/>
              <a:gd name="csY11" fmla="*/ 498475 h 1082675"/>
              <a:gd name="csX12" fmla="*/ 800100 w 2479675"/>
              <a:gd name="csY12" fmla="*/ 400050 h 1082675"/>
              <a:gd name="csX13" fmla="*/ 0 w 2479675"/>
              <a:gd name="csY13" fmla="*/ 127000 h 1082675"/>
              <a:gd name="csX14" fmla="*/ 31750 w 2479675"/>
              <a:gd name="csY14" fmla="*/ 34925 h 1082675"/>
              <a:gd name="csX15" fmla="*/ 111125 w 2479675"/>
              <a:gd name="csY15" fmla="*/ 0 h 1082675"/>
              <a:gd name="csX16" fmla="*/ 2479675 w 2479675"/>
              <a:gd name="csY16" fmla="*/ 527050 h 1082675"/>
              <a:gd name="csX17" fmla="*/ 2397125 w 2479675"/>
              <a:gd name="csY17" fmla="*/ 615950 h 1082675"/>
              <a:gd name="csX18" fmla="*/ 2178050 w 2479675"/>
              <a:gd name="csY18" fmla="*/ 723900 h 1082675"/>
              <a:gd name="csX19" fmla="*/ 2260600 w 2479675"/>
              <a:gd name="csY19" fmla="*/ 822325 h 1082675"/>
              <a:gd name="csX20" fmla="*/ 2168525 w 2479675"/>
              <a:gd name="csY20" fmla="*/ 936625 h 1082675"/>
              <a:gd name="csX21" fmla="*/ 1933575 w 2479675"/>
              <a:gd name="csY21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332707 w 2479675"/>
              <a:gd name="csY7" fmla="*/ 848518 h 1082675"/>
              <a:gd name="csX8" fmla="*/ 1130300 w 2479675"/>
              <a:gd name="csY8" fmla="*/ 619125 h 1082675"/>
              <a:gd name="csX9" fmla="*/ 898525 w 2479675"/>
              <a:gd name="csY9" fmla="*/ 679450 h 1082675"/>
              <a:gd name="csX10" fmla="*/ 1003300 w 2479675"/>
              <a:gd name="csY10" fmla="*/ 574675 h 1082675"/>
              <a:gd name="csX11" fmla="*/ 841375 w 2479675"/>
              <a:gd name="csY11" fmla="*/ 498475 h 1082675"/>
              <a:gd name="csX12" fmla="*/ 800100 w 2479675"/>
              <a:gd name="csY12" fmla="*/ 400050 h 1082675"/>
              <a:gd name="csX13" fmla="*/ 0 w 2479675"/>
              <a:gd name="csY13" fmla="*/ 127000 h 1082675"/>
              <a:gd name="csX14" fmla="*/ 31750 w 2479675"/>
              <a:gd name="csY14" fmla="*/ 34925 h 1082675"/>
              <a:gd name="csX15" fmla="*/ 111125 w 2479675"/>
              <a:gd name="csY15" fmla="*/ 0 h 1082675"/>
              <a:gd name="csX16" fmla="*/ 2479675 w 2479675"/>
              <a:gd name="csY16" fmla="*/ 527050 h 1082675"/>
              <a:gd name="csX17" fmla="*/ 2397125 w 2479675"/>
              <a:gd name="csY17" fmla="*/ 615950 h 1082675"/>
              <a:gd name="csX18" fmla="*/ 2178050 w 2479675"/>
              <a:gd name="csY18" fmla="*/ 723900 h 1082675"/>
              <a:gd name="csX19" fmla="*/ 2260600 w 2479675"/>
              <a:gd name="csY19" fmla="*/ 822325 h 1082675"/>
              <a:gd name="csX20" fmla="*/ 2168525 w 2479675"/>
              <a:gd name="csY20" fmla="*/ 936625 h 1082675"/>
              <a:gd name="csX21" fmla="*/ 1933575 w 2479675"/>
              <a:gd name="csY21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332707 w 2479675"/>
              <a:gd name="csY7" fmla="*/ 848518 h 1082675"/>
              <a:gd name="csX8" fmla="*/ 1130300 w 2479675"/>
              <a:gd name="csY8" fmla="*/ 619125 h 1082675"/>
              <a:gd name="csX9" fmla="*/ 898525 w 2479675"/>
              <a:gd name="csY9" fmla="*/ 679450 h 1082675"/>
              <a:gd name="csX10" fmla="*/ 1003300 w 2479675"/>
              <a:gd name="csY10" fmla="*/ 574675 h 1082675"/>
              <a:gd name="csX11" fmla="*/ 841375 w 2479675"/>
              <a:gd name="csY11" fmla="*/ 498475 h 1082675"/>
              <a:gd name="csX12" fmla="*/ 800100 w 2479675"/>
              <a:gd name="csY12" fmla="*/ 400050 h 1082675"/>
              <a:gd name="csX13" fmla="*/ 0 w 2479675"/>
              <a:gd name="csY13" fmla="*/ 127000 h 1082675"/>
              <a:gd name="csX14" fmla="*/ 31750 w 2479675"/>
              <a:gd name="csY14" fmla="*/ 34925 h 1082675"/>
              <a:gd name="csX15" fmla="*/ 111125 w 2479675"/>
              <a:gd name="csY15" fmla="*/ 0 h 1082675"/>
              <a:gd name="csX16" fmla="*/ 2479675 w 2479675"/>
              <a:gd name="csY16" fmla="*/ 527050 h 1082675"/>
              <a:gd name="csX17" fmla="*/ 2397125 w 2479675"/>
              <a:gd name="csY17" fmla="*/ 615950 h 1082675"/>
              <a:gd name="csX18" fmla="*/ 2178050 w 2479675"/>
              <a:gd name="csY18" fmla="*/ 723900 h 1082675"/>
              <a:gd name="csX19" fmla="*/ 2260600 w 2479675"/>
              <a:gd name="csY19" fmla="*/ 822325 h 1082675"/>
              <a:gd name="csX20" fmla="*/ 2168525 w 2479675"/>
              <a:gd name="csY20" fmla="*/ 936625 h 1082675"/>
              <a:gd name="csX21" fmla="*/ 1933575 w 2479675"/>
              <a:gd name="csY21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332707 w 2479675"/>
              <a:gd name="csY7" fmla="*/ 848518 h 1082675"/>
              <a:gd name="csX8" fmla="*/ 1332706 w 2479675"/>
              <a:gd name="csY8" fmla="*/ 758031 h 1082675"/>
              <a:gd name="csX9" fmla="*/ 1130300 w 2479675"/>
              <a:gd name="csY9" fmla="*/ 619125 h 1082675"/>
              <a:gd name="csX10" fmla="*/ 898525 w 2479675"/>
              <a:gd name="csY10" fmla="*/ 679450 h 1082675"/>
              <a:gd name="csX11" fmla="*/ 1003300 w 2479675"/>
              <a:gd name="csY11" fmla="*/ 574675 h 1082675"/>
              <a:gd name="csX12" fmla="*/ 841375 w 2479675"/>
              <a:gd name="csY12" fmla="*/ 498475 h 1082675"/>
              <a:gd name="csX13" fmla="*/ 800100 w 2479675"/>
              <a:gd name="csY13" fmla="*/ 400050 h 1082675"/>
              <a:gd name="csX14" fmla="*/ 0 w 2479675"/>
              <a:gd name="csY14" fmla="*/ 127000 h 1082675"/>
              <a:gd name="csX15" fmla="*/ 31750 w 2479675"/>
              <a:gd name="csY15" fmla="*/ 34925 h 1082675"/>
              <a:gd name="csX16" fmla="*/ 111125 w 2479675"/>
              <a:gd name="csY16" fmla="*/ 0 h 1082675"/>
              <a:gd name="csX17" fmla="*/ 2479675 w 2479675"/>
              <a:gd name="csY17" fmla="*/ 527050 h 1082675"/>
              <a:gd name="csX18" fmla="*/ 2397125 w 2479675"/>
              <a:gd name="csY18" fmla="*/ 615950 h 1082675"/>
              <a:gd name="csX19" fmla="*/ 2178050 w 2479675"/>
              <a:gd name="csY19" fmla="*/ 723900 h 1082675"/>
              <a:gd name="csX20" fmla="*/ 2260600 w 2479675"/>
              <a:gd name="csY20" fmla="*/ 822325 h 1082675"/>
              <a:gd name="csX21" fmla="*/ 2168525 w 2479675"/>
              <a:gd name="csY21" fmla="*/ 936625 h 1082675"/>
              <a:gd name="csX22" fmla="*/ 1933575 w 2479675"/>
              <a:gd name="csY22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332707 w 2479675"/>
              <a:gd name="csY7" fmla="*/ 848518 h 1082675"/>
              <a:gd name="csX8" fmla="*/ 1399381 w 2479675"/>
              <a:gd name="csY8" fmla="*/ 731837 h 1082675"/>
              <a:gd name="csX9" fmla="*/ 1130300 w 2479675"/>
              <a:gd name="csY9" fmla="*/ 619125 h 1082675"/>
              <a:gd name="csX10" fmla="*/ 898525 w 2479675"/>
              <a:gd name="csY10" fmla="*/ 679450 h 1082675"/>
              <a:gd name="csX11" fmla="*/ 1003300 w 2479675"/>
              <a:gd name="csY11" fmla="*/ 574675 h 1082675"/>
              <a:gd name="csX12" fmla="*/ 841375 w 2479675"/>
              <a:gd name="csY12" fmla="*/ 498475 h 1082675"/>
              <a:gd name="csX13" fmla="*/ 800100 w 2479675"/>
              <a:gd name="csY13" fmla="*/ 400050 h 1082675"/>
              <a:gd name="csX14" fmla="*/ 0 w 2479675"/>
              <a:gd name="csY14" fmla="*/ 127000 h 1082675"/>
              <a:gd name="csX15" fmla="*/ 31750 w 2479675"/>
              <a:gd name="csY15" fmla="*/ 34925 h 1082675"/>
              <a:gd name="csX16" fmla="*/ 111125 w 2479675"/>
              <a:gd name="csY16" fmla="*/ 0 h 1082675"/>
              <a:gd name="csX17" fmla="*/ 2479675 w 2479675"/>
              <a:gd name="csY17" fmla="*/ 527050 h 1082675"/>
              <a:gd name="csX18" fmla="*/ 2397125 w 2479675"/>
              <a:gd name="csY18" fmla="*/ 615950 h 1082675"/>
              <a:gd name="csX19" fmla="*/ 2178050 w 2479675"/>
              <a:gd name="csY19" fmla="*/ 723900 h 1082675"/>
              <a:gd name="csX20" fmla="*/ 2260600 w 2479675"/>
              <a:gd name="csY20" fmla="*/ 822325 h 1082675"/>
              <a:gd name="csX21" fmla="*/ 2168525 w 2479675"/>
              <a:gd name="csY21" fmla="*/ 936625 h 1082675"/>
              <a:gd name="csX22" fmla="*/ 1933575 w 2479675"/>
              <a:gd name="csY22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332707 w 2479675"/>
              <a:gd name="csY7" fmla="*/ 848518 h 1082675"/>
              <a:gd name="csX8" fmla="*/ 1399381 w 2479675"/>
              <a:gd name="csY8" fmla="*/ 731837 h 1082675"/>
              <a:gd name="csX9" fmla="*/ 1130300 w 2479675"/>
              <a:gd name="csY9" fmla="*/ 619125 h 1082675"/>
              <a:gd name="csX10" fmla="*/ 898525 w 2479675"/>
              <a:gd name="csY10" fmla="*/ 679450 h 1082675"/>
              <a:gd name="csX11" fmla="*/ 1003300 w 2479675"/>
              <a:gd name="csY11" fmla="*/ 574675 h 1082675"/>
              <a:gd name="csX12" fmla="*/ 841375 w 2479675"/>
              <a:gd name="csY12" fmla="*/ 498475 h 1082675"/>
              <a:gd name="csX13" fmla="*/ 800100 w 2479675"/>
              <a:gd name="csY13" fmla="*/ 400050 h 1082675"/>
              <a:gd name="csX14" fmla="*/ 0 w 2479675"/>
              <a:gd name="csY14" fmla="*/ 127000 h 1082675"/>
              <a:gd name="csX15" fmla="*/ 31750 w 2479675"/>
              <a:gd name="csY15" fmla="*/ 34925 h 1082675"/>
              <a:gd name="csX16" fmla="*/ 111125 w 2479675"/>
              <a:gd name="csY16" fmla="*/ 0 h 1082675"/>
              <a:gd name="csX17" fmla="*/ 2479675 w 2479675"/>
              <a:gd name="csY17" fmla="*/ 527050 h 1082675"/>
              <a:gd name="csX18" fmla="*/ 2397125 w 2479675"/>
              <a:gd name="csY18" fmla="*/ 615950 h 1082675"/>
              <a:gd name="csX19" fmla="*/ 2178050 w 2479675"/>
              <a:gd name="csY19" fmla="*/ 723900 h 1082675"/>
              <a:gd name="csX20" fmla="*/ 2260600 w 2479675"/>
              <a:gd name="csY20" fmla="*/ 822325 h 1082675"/>
              <a:gd name="csX21" fmla="*/ 2168525 w 2479675"/>
              <a:gd name="csY21" fmla="*/ 936625 h 1082675"/>
              <a:gd name="csX22" fmla="*/ 1933575 w 2479675"/>
              <a:gd name="csY22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332707 w 2479675"/>
              <a:gd name="csY7" fmla="*/ 848518 h 1082675"/>
              <a:gd name="csX8" fmla="*/ 1399381 w 2479675"/>
              <a:gd name="csY8" fmla="*/ 731837 h 1082675"/>
              <a:gd name="csX9" fmla="*/ 1130300 w 2479675"/>
              <a:gd name="csY9" fmla="*/ 619125 h 1082675"/>
              <a:gd name="csX10" fmla="*/ 898525 w 2479675"/>
              <a:gd name="csY10" fmla="*/ 679450 h 1082675"/>
              <a:gd name="csX11" fmla="*/ 1003300 w 2479675"/>
              <a:gd name="csY11" fmla="*/ 574675 h 1082675"/>
              <a:gd name="csX12" fmla="*/ 841375 w 2479675"/>
              <a:gd name="csY12" fmla="*/ 498475 h 1082675"/>
              <a:gd name="csX13" fmla="*/ 800100 w 2479675"/>
              <a:gd name="csY13" fmla="*/ 400050 h 1082675"/>
              <a:gd name="csX14" fmla="*/ 0 w 2479675"/>
              <a:gd name="csY14" fmla="*/ 127000 h 1082675"/>
              <a:gd name="csX15" fmla="*/ 31750 w 2479675"/>
              <a:gd name="csY15" fmla="*/ 34925 h 1082675"/>
              <a:gd name="csX16" fmla="*/ 111125 w 2479675"/>
              <a:gd name="csY16" fmla="*/ 0 h 1082675"/>
              <a:gd name="csX17" fmla="*/ 2479675 w 2479675"/>
              <a:gd name="csY17" fmla="*/ 527050 h 1082675"/>
              <a:gd name="csX18" fmla="*/ 2397125 w 2479675"/>
              <a:gd name="csY18" fmla="*/ 615950 h 1082675"/>
              <a:gd name="csX19" fmla="*/ 2178050 w 2479675"/>
              <a:gd name="csY19" fmla="*/ 723900 h 1082675"/>
              <a:gd name="csX20" fmla="*/ 2260600 w 2479675"/>
              <a:gd name="csY20" fmla="*/ 822325 h 1082675"/>
              <a:gd name="csX21" fmla="*/ 2168525 w 2479675"/>
              <a:gd name="csY21" fmla="*/ 936625 h 1082675"/>
              <a:gd name="csX22" fmla="*/ 1933575 w 2479675"/>
              <a:gd name="csY22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332707 w 2479675"/>
              <a:gd name="csY7" fmla="*/ 848518 h 1082675"/>
              <a:gd name="csX8" fmla="*/ 1399381 w 2479675"/>
              <a:gd name="csY8" fmla="*/ 731837 h 1082675"/>
              <a:gd name="csX9" fmla="*/ 1130300 w 2479675"/>
              <a:gd name="csY9" fmla="*/ 619125 h 1082675"/>
              <a:gd name="csX10" fmla="*/ 898525 w 2479675"/>
              <a:gd name="csY10" fmla="*/ 679450 h 1082675"/>
              <a:gd name="csX11" fmla="*/ 1003300 w 2479675"/>
              <a:gd name="csY11" fmla="*/ 574675 h 1082675"/>
              <a:gd name="csX12" fmla="*/ 841375 w 2479675"/>
              <a:gd name="csY12" fmla="*/ 498475 h 1082675"/>
              <a:gd name="csX13" fmla="*/ 800100 w 2479675"/>
              <a:gd name="csY13" fmla="*/ 400050 h 1082675"/>
              <a:gd name="csX14" fmla="*/ 0 w 2479675"/>
              <a:gd name="csY14" fmla="*/ 127000 h 1082675"/>
              <a:gd name="csX15" fmla="*/ 31750 w 2479675"/>
              <a:gd name="csY15" fmla="*/ 34925 h 1082675"/>
              <a:gd name="csX16" fmla="*/ 111125 w 2479675"/>
              <a:gd name="csY16" fmla="*/ 0 h 1082675"/>
              <a:gd name="csX17" fmla="*/ 2479675 w 2479675"/>
              <a:gd name="csY17" fmla="*/ 527050 h 1082675"/>
              <a:gd name="csX18" fmla="*/ 2397125 w 2479675"/>
              <a:gd name="csY18" fmla="*/ 615950 h 1082675"/>
              <a:gd name="csX19" fmla="*/ 2178050 w 2479675"/>
              <a:gd name="csY19" fmla="*/ 723900 h 1082675"/>
              <a:gd name="csX20" fmla="*/ 2260600 w 2479675"/>
              <a:gd name="csY20" fmla="*/ 822325 h 1082675"/>
              <a:gd name="csX21" fmla="*/ 2168525 w 2479675"/>
              <a:gd name="csY21" fmla="*/ 936625 h 1082675"/>
              <a:gd name="csX22" fmla="*/ 1933575 w 2479675"/>
              <a:gd name="csY22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332707 w 2479675"/>
              <a:gd name="csY7" fmla="*/ 848518 h 1082675"/>
              <a:gd name="csX8" fmla="*/ 1413669 w 2479675"/>
              <a:gd name="csY8" fmla="*/ 734218 h 1082675"/>
              <a:gd name="csX9" fmla="*/ 1130300 w 2479675"/>
              <a:gd name="csY9" fmla="*/ 619125 h 1082675"/>
              <a:gd name="csX10" fmla="*/ 898525 w 2479675"/>
              <a:gd name="csY10" fmla="*/ 679450 h 1082675"/>
              <a:gd name="csX11" fmla="*/ 1003300 w 2479675"/>
              <a:gd name="csY11" fmla="*/ 574675 h 1082675"/>
              <a:gd name="csX12" fmla="*/ 841375 w 2479675"/>
              <a:gd name="csY12" fmla="*/ 498475 h 1082675"/>
              <a:gd name="csX13" fmla="*/ 800100 w 2479675"/>
              <a:gd name="csY13" fmla="*/ 400050 h 1082675"/>
              <a:gd name="csX14" fmla="*/ 0 w 2479675"/>
              <a:gd name="csY14" fmla="*/ 127000 h 1082675"/>
              <a:gd name="csX15" fmla="*/ 31750 w 2479675"/>
              <a:gd name="csY15" fmla="*/ 34925 h 1082675"/>
              <a:gd name="csX16" fmla="*/ 111125 w 2479675"/>
              <a:gd name="csY16" fmla="*/ 0 h 1082675"/>
              <a:gd name="csX17" fmla="*/ 2479675 w 2479675"/>
              <a:gd name="csY17" fmla="*/ 527050 h 1082675"/>
              <a:gd name="csX18" fmla="*/ 2397125 w 2479675"/>
              <a:gd name="csY18" fmla="*/ 615950 h 1082675"/>
              <a:gd name="csX19" fmla="*/ 2178050 w 2479675"/>
              <a:gd name="csY19" fmla="*/ 723900 h 1082675"/>
              <a:gd name="csX20" fmla="*/ 2260600 w 2479675"/>
              <a:gd name="csY20" fmla="*/ 822325 h 1082675"/>
              <a:gd name="csX21" fmla="*/ 2168525 w 2479675"/>
              <a:gd name="csY21" fmla="*/ 936625 h 1082675"/>
              <a:gd name="csX22" fmla="*/ 1933575 w 2479675"/>
              <a:gd name="csY22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332707 w 2479675"/>
              <a:gd name="csY7" fmla="*/ 848518 h 1082675"/>
              <a:gd name="csX8" fmla="*/ 1413669 w 2479675"/>
              <a:gd name="csY8" fmla="*/ 734218 h 1082675"/>
              <a:gd name="csX9" fmla="*/ 1130300 w 2479675"/>
              <a:gd name="csY9" fmla="*/ 619125 h 1082675"/>
              <a:gd name="csX10" fmla="*/ 903287 w 2479675"/>
              <a:gd name="csY10" fmla="*/ 688975 h 1082675"/>
              <a:gd name="csX11" fmla="*/ 1003300 w 2479675"/>
              <a:gd name="csY11" fmla="*/ 574675 h 1082675"/>
              <a:gd name="csX12" fmla="*/ 841375 w 2479675"/>
              <a:gd name="csY12" fmla="*/ 498475 h 1082675"/>
              <a:gd name="csX13" fmla="*/ 800100 w 2479675"/>
              <a:gd name="csY13" fmla="*/ 400050 h 1082675"/>
              <a:gd name="csX14" fmla="*/ 0 w 2479675"/>
              <a:gd name="csY14" fmla="*/ 127000 h 1082675"/>
              <a:gd name="csX15" fmla="*/ 31750 w 2479675"/>
              <a:gd name="csY15" fmla="*/ 34925 h 1082675"/>
              <a:gd name="csX16" fmla="*/ 111125 w 2479675"/>
              <a:gd name="csY16" fmla="*/ 0 h 1082675"/>
              <a:gd name="csX17" fmla="*/ 2479675 w 2479675"/>
              <a:gd name="csY17" fmla="*/ 527050 h 1082675"/>
              <a:gd name="csX18" fmla="*/ 2397125 w 2479675"/>
              <a:gd name="csY18" fmla="*/ 615950 h 1082675"/>
              <a:gd name="csX19" fmla="*/ 2178050 w 2479675"/>
              <a:gd name="csY19" fmla="*/ 723900 h 1082675"/>
              <a:gd name="csX20" fmla="*/ 2260600 w 2479675"/>
              <a:gd name="csY20" fmla="*/ 822325 h 1082675"/>
              <a:gd name="csX21" fmla="*/ 2168525 w 2479675"/>
              <a:gd name="csY21" fmla="*/ 936625 h 1082675"/>
              <a:gd name="csX22" fmla="*/ 1933575 w 2479675"/>
              <a:gd name="csY22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332707 w 2479675"/>
              <a:gd name="csY7" fmla="*/ 848518 h 1082675"/>
              <a:gd name="csX8" fmla="*/ 1413669 w 2479675"/>
              <a:gd name="csY8" fmla="*/ 734218 h 1082675"/>
              <a:gd name="csX9" fmla="*/ 1130300 w 2479675"/>
              <a:gd name="csY9" fmla="*/ 619125 h 1082675"/>
              <a:gd name="csX10" fmla="*/ 903287 w 2479675"/>
              <a:gd name="csY10" fmla="*/ 688975 h 1082675"/>
              <a:gd name="csX11" fmla="*/ 1003300 w 2479675"/>
              <a:gd name="csY11" fmla="*/ 574675 h 1082675"/>
              <a:gd name="csX12" fmla="*/ 841375 w 2479675"/>
              <a:gd name="csY12" fmla="*/ 498475 h 1082675"/>
              <a:gd name="csX13" fmla="*/ 800100 w 2479675"/>
              <a:gd name="csY13" fmla="*/ 400050 h 1082675"/>
              <a:gd name="csX14" fmla="*/ 0 w 2479675"/>
              <a:gd name="csY14" fmla="*/ 127000 h 1082675"/>
              <a:gd name="csX15" fmla="*/ 31750 w 2479675"/>
              <a:gd name="csY15" fmla="*/ 34925 h 1082675"/>
              <a:gd name="csX16" fmla="*/ 111125 w 2479675"/>
              <a:gd name="csY16" fmla="*/ 0 h 1082675"/>
              <a:gd name="csX17" fmla="*/ 2479675 w 2479675"/>
              <a:gd name="csY17" fmla="*/ 527050 h 1082675"/>
              <a:gd name="csX18" fmla="*/ 2397125 w 2479675"/>
              <a:gd name="csY18" fmla="*/ 615950 h 1082675"/>
              <a:gd name="csX19" fmla="*/ 2178050 w 2479675"/>
              <a:gd name="csY19" fmla="*/ 723900 h 1082675"/>
              <a:gd name="csX20" fmla="*/ 2260600 w 2479675"/>
              <a:gd name="csY20" fmla="*/ 822325 h 1082675"/>
              <a:gd name="csX21" fmla="*/ 2168525 w 2479675"/>
              <a:gd name="csY21" fmla="*/ 936625 h 1082675"/>
              <a:gd name="csX22" fmla="*/ 1933575 w 2479675"/>
              <a:gd name="csY22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332707 w 2479675"/>
              <a:gd name="csY7" fmla="*/ 848518 h 1082675"/>
              <a:gd name="csX8" fmla="*/ 1413669 w 2479675"/>
              <a:gd name="csY8" fmla="*/ 734218 h 1082675"/>
              <a:gd name="csX9" fmla="*/ 1130300 w 2479675"/>
              <a:gd name="csY9" fmla="*/ 619125 h 1082675"/>
              <a:gd name="csX10" fmla="*/ 903287 w 2479675"/>
              <a:gd name="csY10" fmla="*/ 688975 h 1082675"/>
              <a:gd name="csX11" fmla="*/ 1003300 w 2479675"/>
              <a:gd name="csY11" fmla="*/ 574675 h 1082675"/>
              <a:gd name="csX12" fmla="*/ 841375 w 2479675"/>
              <a:gd name="csY12" fmla="*/ 498475 h 1082675"/>
              <a:gd name="csX13" fmla="*/ 800100 w 2479675"/>
              <a:gd name="csY13" fmla="*/ 400050 h 1082675"/>
              <a:gd name="csX14" fmla="*/ 0 w 2479675"/>
              <a:gd name="csY14" fmla="*/ 127000 h 1082675"/>
              <a:gd name="csX15" fmla="*/ 31750 w 2479675"/>
              <a:gd name="csY15" fmla="*/ 34925 h 1082675"/>
              <a:gd name="csX16" fmla="*/ 111125 w 2479675"/>
              <a:gd name="csY16" fmla="*/ 0 h 1082675"/>
              <a:gd name="csX17" fmla="*/ 2479675 w 2479675"/>
              <a:gd name="csY17" fmla="*/ 527050 h 1082675"/>
              <a:gd name="csX18" fmla="*/ 2397125 w 2479675"/>
              <a:gd name="csY18" fmla="*/ 615950 h 1082675"/>
              <a:gd name="csX19" fmla="*/ 2178050 w 2479675"/>
              <a:gd name="csY19" fmla="*/ 723900 h 1082675"/>
              <a:gd name="csX20" fmla="*/ 2260600 w 2479675"/>
              <a:gd name="csY20" fmla="*/ 822325 h 1082675"/>
              <a:gd name="csX21" fmla="*/ 2168525 w 2479675"/>
              <a:gd name="csY21" fmla="*/ 936625 h 1082675"/>
              <a:gd name="csX22" fmla="*/ 1933575 w 2479675"/>
              <a:gd name="csY22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332707 w 2479675"/>
              <a:gd name="csY7" fmla="*/ 848518 h 1082675"/>
              <a:gd name="csX8" fmla="*/ 1413669 w 2479675"/>
              <a:gd name="csY8" fmla="*/ 734218 h 1082675"/>
              <a:gd name="csX9" fmla="*/ 1130300 w 2479675"/>
              <a:gd name="csY9" fmla="*/ 619125 h 1082675"/>
              <a:gd name="csX10" fmla="*/ 903287 w 2479675"/>
              <a:gd name="csY10" fmla="*/ 688975 h 1082675"/>
              <a:gd name="csX11" fmla="*/ 1003300 w 2479675"/>
              <a:gd name="csY11" fmla="*/ 574675 h 1082675"/>
              <a:gd name="csX12" fmla="*/ 841375 w 2479675"/>
              <a:gd name="csY12" fmla="*/ 498475 h 1082675"/>
              <a:gd name="csX13" fmla="*/ 800100 w 2479675"/>
              <a:gd name="csY13" fmla="*/ 400050 h 1082675"/>
              <a:gd name="csX14" fmla="*/ 0 w 2479675"/>
              <a:gd name="csY14" fmla="*/ 127000 h 1082675"/>
              <a:gd name="csX15" fmla="*/ 31750 w 2479675"/>
              <a:gd name="csY15" fmla="*/ 34925 h 1082675"/>
              <a:gd name="csX16" fmla="*/ 111125 w 2479675"/>
              <a:gd name="csY16" fmla="*/ 0 h 1082675"/>
              <a:gd name="csX17" fmla="*/ 2479675 w 2479675"/>
              <a:gd name="csY17" fmla="*/ 527050 h 1082675"/>
              <a:gd name="csX18" fmla="*/ 2397125 w 2479675"/>
              <a:gd name="csY18" fmla="*/ 615950 h 1082675"/>
              <a:gd name="csX19" fmla="*/ 2178050 w 2479675"/>
              <a:gd name="csY19" fmla="*/ 723900 h 1082675"/>
              <a:gd name="csX20" fmla="*/ 2260600 w 2479675"/>
              <a:gd name="csY20" fmla="*/ 822325 h 1082675"/>
              <a:gd name="csX21" fmla="*/ 2168525 w 2479675"/>
              <a:gd name="csY21" fmla="*/ 936625 h 1082675"/>
              <a:gd name="csX22" fmla="*/ 1933575 w 2479675"/>
              <a:gd name="csY22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332707 w 2479675"/>
              <a:gd name="csY7" fmla="*/ 848518 h 1082675"/>
              <a:gd name="csX8" fmla="*/ 1413669 w 2479675"/>
              <a:gd name="csY8" fmla="*/ 734218 h 1082675"/>
              <a:gd name="csX9" fmla="*/ 1130300 w 2479675"/>
              <a:gd name="csY9" fmla="*/ 619125 h 1082675"/>
              <a:gd name="csX10" fmla="*/ 903287 w 2479675"/>
              <a:gd name="csY10" fmla="*/ 688975 h 1082675"/>
              <a:gd name="csX11" fmla="*/ 1003300 w 2479675"/>
              <a:gd name="csY11" fmla="*/ 574675 h 1082675"/>
              <a:gd name="csX12" fmla="*/ 841375 w 2479675"/>
              <a:gd name="csY12" fmla="*/ 498475 h 1082675"/>
              <a:gd name="csX13" fmla="*/ 800100 w 2479675"/>
              <a:gd name="csY13" fmla="*/ 400050 h 1082675"/>
              <a:gd name="csX14" fmla="*/ 0 w 2479675"/>
              <a:gd name="csY14" fmla="*/ 127000 h 1082675"/>
              <a:gd name="csX15" fmla="*/ 31750 w 2479675"/>
              <a:gd name="csY15" fmla="*/ 34925 h 1082675"/>
              <a:gd name="csX16" fmla="*/ 111125 w 2479675"/>
              <a:gd name="csY16" fmla="*/ 0 h 1082675"/>
              <a:gd name="csX17" fmla="*/ 2479675 w 2479675"/>
              <a:gd name="csY17" fmla="*/ 527050 h 1082675"/>
              <a:gd name="csX18" fmla="*/ 2397125 w 2479675"/>
              <a:gd name="csY18" fmla="*/ 615950 h 1082675"/>
              <a:gd name="csX19" fmla="*/ 2178050 w 2479675"/>
              <a:gd name="csY19" fmla="*/ 723900 h 1082675"/>
              <a:gd name="csX20" fmla="*/ 2260600 w 2479675"/>
              <a:gd name="csY20" fmla="*/ 822325 h 1082675"/>
              <a:gd name="csX21" fmla="*/ 2168525 w 2479675"/>
              <a:gd name="csY21" fmla="*/ 936625 h 1082675"/>
              <a:gd name="csX22" fmla="*/ 1933575 w 2479675"/>
              <a:gd name="csY22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332707 w 2479675"/>
              <a:gd name="csY7" fmla="*/ 848518 h 1082675"/>
              <a:gd name="csX8" fmla="*/ 1413669 w 2479675"/>
              <a:gd name="csY8" fmla="*/ 734218 h 1082675"/>
              <a:gd name="csX9" fmla="*/ 1130300 w 2479675"/>
              <a:gd name="csY9" fmla="*/ 619125 h 1082675"/>
              <a:gd name="csX10" fmla="*/ 903287 w 2479675"/>
              <a:gd name="csY10" fmla="*/ 688975 h 1082675"/>
              <a:gd name="csX11" fmla="*/ 1003300 w 2479675"/>
              <a:gd name="csY11" fmla="*/ 574675 h 1082675"/>
              <a:gd name="csX12" fmla="*/ 841375 w 2479675"/>
              <a:gd name="csY12" fmla="*/ 498475 h 1082675"/>
              <a:gd name="csX13" fmla="*/ 800100 w 2479675"/>
              <a:gd name="csY13" fmla="*/ 400050 h 1082675"/>
              <a:gd name="csX14" fmla="*/ 0 w 2479675"/>
              <a:gd name="csY14" fmla="*/ 127000 h 1082675"/>
              <a:gd name="csX15" fmla="*/ 31750 w 2479675"/>
              <a:gd name="csY15" fmla="*/ 34925 h 1082675"/>
              <a:gd name="csX16" fmla="*/ 111125 w 2479675"/>
              <a:gd name="csY16" fmla="*/ 0 h 1082675"/>
              <a:gd name="csX17" fmla="*/ 2479675 w 2479675"/>
              <a:gd name="csY17" fmla="*/ 527050 h 1082675"/>
              <a:gd name="csX18" fmla="*/ 2397125 w 2479675"/>
              <a:gd name="csY18" fmla="*/ 615950 h 1082675"/>
              <a:gd name="csX19" fmla="*/ 2178050 w 2479675"/>
              <a:gd name="csY19" fmla="*/ 723900 h 1082675"/>
              <a:gd name="csX20" fmla="*/ 2260600 w 2479675"/>
              <a:gd name="csY20" fmla="*/ 822325 h 1082675"/>
              <a:gd name="csX21" fmla="*/ 2168525 w 2479675"/>
              <a:gd name="csY21" fmla="*/ 936625 h 1082675"/>
              <a:gd name="csX22" fmla="*/ 1933575 w 2479675"/>
              <a:gd name="csY22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332707 w 2479675"/>
              <a:gd name="csY7" fmla="*/ 848518 h 1082675"/>
              <a:gd name="csX8" fmla="*/ 1413669 w 2479675"/>
              <a:gd name="csY8" fmla="*/ 734218 h 1082675"/>
              <a:gd name="csX9" fmla="*/ 1130300 w 2479675"/>
              <a:gd name="csY9" fmla="*/ 619125 h 1082675"/>
              <a:gd name="csX10" fmla="*/ 903287 w 2479675"/>
              <a:gd name="csY10" fmla="*/ 688975 h 1082675"/>
              <a:gd name="csX11" fmla="*/ 1003300 w 2479675"/>
              <a:gd name="csY11" fmla="*/ 574675 h 1082675"/>
              <a:gd name="csX12" fmla="*/ 841375 w 2479675"/>
              <a:gd name="csY12" fmla="*/ 498475 h 1082675"/>
              <a:gd name="csX13" fmla="*/ 792957 w 2479675"/>
              <a:gd name="csY13" fmla="*/ 450056 h 1082675"/>
              <a:gd name="csX14" fmla="*/ 0 w 2479675"/>
              <a:gd name="csY14" fmla="*/ 127000 h 1082675"/>
              <a:gd name="csX15" fmla="*/ 31750 w 2479675"/>
              <a:gd name="csY15" fmla="*/ 34925 h 1082675"/>
              <a:gd name="csX16" fmla="*/ 111125 w 2479675"/>
              <a:gd name="csY16" fmla="*/ 0 h 1082675"/>
              <a:gd name="csX17" fmla="*/ 2479675 w 2479675"/>
              <a:gd name="csY17" fmla="*/ 527050 h 1082675"/>
              <a:gd name="csX18" fmla="*/ 2397125 w 2479675"/>
              <a:gd name="csY18" fmla="*/ 615950 h 1082675"/>
              <a:gd name="csX19" fmla="*/ 2178050 w 2479675"/>
              <a:gd name="csY19" fmla="*/ 723900 h 1082675"/>
              <a:gd name="csX20" fmla="*/ 2260600 w 2479675"/>
              <a:gd name="csY20" fmla="*/ 822325 h 1082675"/>
              <a:gd name="csX21" fmla="*/ 2168525 w 2479675"/>
              <a:gd name="csY21" fmla="*/ 936625 h 1082675"/>
              <a:gd name="csX22" fmla="*/ 1933575 w 2479675"/>
              <a:gd name="csY22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332707 w 2479675"/>
              <a:gd name="csY7" fmla="*/ 848518 h 1082675"/>
              <a:gd name="csX8" fmla="*/ 1413669 w 2479675"/>
              <a:gd name="csY8" fmla="*/ 734218 h 1082675"/>
              <a:gd name="csX9" fmla="*/ 1130300 w 2479675"/>
              <a:gd name="csY9" fmla="*/ 619125 h 1082675"/>
              <a:gd name="csX10" fmla="*/ 903287 w 2479675"/>
              <a:gd name="csY10" fmla="*/ 688975 h 1082675"/>
              <a:gd name="csX11" fmla="*/ 1003300 w 2479675"/>
              <a:gd name="csY11" fmla="*/ 574675 h 1082675"/>
              <a:gd name="csX12" fmla="*/ 841375 w 2479675"/>
              <a:gd name="csY12" fmla="*/ 498475 h 1082675"/>
              <a:gd name="csX13" fmla="*/ 792957 w 2479675"/>
              <a:gd name="csY13" fmla="*/ 450056 h 1082675"/>
              <a:gd name="csX14" fmla="*/ 735013 w 2479675"/>
              <a:gd name="csY14" fmla="*/ 427038 h 1082675"/>
              <a:gd name="csX15" fmla="*/ 0 w 2479675"/>
              <a:gd name="csY15" fmla="*/ 127000 h 1082675"/>
              <a:gd name="csX16" fmla="*/ 31750 w 2479675"/>
              <a:gd name="csY16" fmla="*/ 34925 h 1082675"/>
              <a:gd name="csX17" fmla="*/ 111125 w 2479675"/>
              <a:gd name="csY17" fmla="*/ 0 h 1082675"/>
              <a:gd name="csX18" fmla="*/ 2479675 w 2479675"/>
              <a:gd name="csY18" fmla="*/ 527050 h 1082675"/>
              <a:gd name="csX19" fmla="*/ 2397125 w 2479675"/>
              <a:gd name="csY19" fmla="*/ 615950 h 1082675"/>
              <a:gd name="csX20" fmla="*/ 2178050 w 2479675"/>
              <a:gd name="csY20" fmla="*/ 723900 h 1082675"/>
              <a:gd name="csX21" fmla="*/ 2260600 w 2479675"/>
              <a:gd name="csY21" fmla="*/ 822325 h 1082675"/>
              <a:gd name="csX22" fmla="*/ 2168525 w 2479675"/>
              <a:gd name="csY22" fmla="*/ 936625 h 1082675"/>
              <a:gd name="csX23" fmla="*/ 1933575 w 2479675"/>
              <a:gd name="csY23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332707 w 2479675"/>
              <a:gd name="csY7" fmla="*/ 848518 h 1082675"/>
              <a:gd name="csX8" fmla="*/ 1413669 w 2479675"/>
              <a:gd name="csY8" fmla="*/ 734218 h 1082675"/>
              <a:gd name="csX9" fmla="*/ 1130300 w 2479675"/>
              <a:gd name="csY9" fmla="*/ 619125 h 1082675"/>
              <a:gd name="csX10" fmla="*/ 903287 w 2479675"/>
              <a:gd name="csY10" fmla="*/ 688975 h 1082675"/>
              <a:gd name="csX11" fmla="*/ 1003300 w 2479675"/>
              <a:gd name="csY11" fmla="*/ 574675 h 1082675"/>
              <a:gd name="csX12" fmla="*/ 841375 w 2479675"/>
              <a:gd name="csY12" fmla="*/ 498475 h 1082675"/>
              <a:gd name="csX13" fmla="*/ 792957 w 2479675"/>
              <a:gd name="csY13" fmla="*/ 450056 h 1082675"/>
              <a:gd name="csX14" fmla="*/ 794544 w 2479675"/>
              <a:gd name="csY14" fmla="*/ 410369 h 1082675"/>
              <a:gd name="csX15" fmla="*/ 0 w 2479675"/>
              <a:gd name="csY15" fmla="*/ 127000 h 1082675"/>
              <a:gd name="csX16" fmla="*/ 31750 w 2479675"/>
              <a:gd name="csY16" fmla="*/ 34925 h 1082675"/>
              <a:gd name="csX17" fmla="*/ 111125 w 2479675"/>
              <a:gd name="csY17" fmla="*/ 0 h 1082675"/>
              <a:gd name="csX18" fmla="*/ 2479675 w 2479675"/>
              <a:gd name="csY18" fmla="*/ 527050 h 1082675"/>
              <a:gd name="csX19" fmla="*/ 2397125 w 2479675"/>
              <a:gd name="csY19" fmla="*/ 615950 h 1082675"/>
              <a:gd name="csX20" fmla="*/ 2178050 w 2479675"/>
              <a:gd name="csY20" fmla="*/ 723900 h 1082675"/>
              <a:gd name="csX21" fmla="*/ 2260600 w 2479675"/>
              <a:gd name="csY21" fmla="*/ 822325 h 1082675"/>
              <a:gd name="csX22" fmla="*/ 2168525 w 2479675"/>
              <a:gd name="csY22" fmla="*/ 936625 h 1082675"/>
              <a:gd name="csX23" fmla="*/ 1933575 w 2479675"/>
              <a:gd name="csY23" fmla="*/ 1082675 h 1082675"/>
              <a:gd name="csX0" fmla="*/ 1933575 w 2479675"/>
              <a:gd name="csY0" fmla="*/ 1082675 h 1082675"/>
              <a:gd name="csX1" fmla="*/ 1856582 w 2479675"/>
              <a:gd name="csY1" fmla="*/ 991394 h 1082675"/>
              <a:gd name="csX2" fmla="*/ 1765300 w 2479675"/>
              <a:gd name="csY2" fmla="*/ 911225 h 1082675"/>
              <a:gd name="csX3" fmla="*/ 1622425 w 2479675"/>
              <a:gd name="csY3" fmla="*/ 958850 h 1082675"/>
              <a:gd name="csX4" fmla="*/ 1727200 w 2479675"/>
              <a:gd name="csY4" fmla="*/ 850900 h 1082675"/>
              <a:gd name="csX5" fmla="*/ 1714500 w 2479675"/>
              <a:gd name="csY5" fmla="*/ 828675 h 1082675"/>
              <a:gd name="csX6" fmla="*/ 1583530 w 2479675"/>
              <a:gd name="csY6" fmla="*/ 778668 h 1082675"/>
              <a:gd name="csX7" fmla="*/ 1332707 w 2479675"/>
              <a:gd name="csY7" fmla="*/ 848518 h 1082675"/>
              <a:gd name="csX8" fmla="*/ 1413669 w 2479675"/>
              <a:gd name="csY8" fmla="*/ 734218 h 1082675"/>
              <a:gd name="csX9" fmla="*/ 1130300 w 2479675"/>
              <a:gd name="csY9" fmla="*/ 619125 h 1082675"/>
              <a:gd name="csX10" fmla="*/ 903287 w 2479675"/>
              <a:gd name="csY10" fmla="*/ 688975 h 1082675"/>
              <a:gd name="csX11" fmla="*/ 1003300 w 2479675"/>
              <a:gd name="csY11" fmla="*/ 574675 h 1082675"/>
              <a:gd name="csX12" fmla="*/ 841375 w 2479675"/>
              <a:gd name="csY12" fmla="*/ 498475 h 1082675"/>
              <a:gd name="csX13" fmla="*/ 792957 w 2479675"/>
              <a:gd name="csY13" fmla="*/ 450056 h 1082675"/>
              <a:gd name="csX14" fmla="*/ 782638 w 2479675"/>
              <a:gd name="csY14" fmla="*/ 415132 h 1082675"/>
              <a:gd name="csX15" fmla="*/ 0 w 2479675"/>
              <a:gd name="csY15" fmla="*/ 127000 h 1082675"/>
              <a:gd name="csX16" fmla="*/ 31750 w 2479675"/>
              <a:gd name="csY16" fmla="*/ 34925 h 1082675"/>
              <a:gd name="csX17" fmla="*/ 111125 w 2479675"/>
              <a:gd name="csY17" fmla="*/ 0 h 1082675"/>
              <a:gd name="csX18" fmla="*/ 2479675 w 2479675"/>
              <a:gd name="csY18" fmla="*/ 527050 h 1082675"/>
              <a:gd name="csX19" fmla="*/ 2397125 w 2479675"/>
              <a:gd name="csY19" fmla="*/ 615950 h 1082675"/>
              <a:gd name="csX20" fmla="*/ 2178050 w 2479675"/>
              <a:gd name="csY20" fmla="*/ 723900 h 1082675"/>
              <a:gd name="csX21" fmla="*/ 2260600 w 2479675"/>
              <a:gd name="csY21" fmla="*/ 822325 h 1082675"/>
              <a:gd name="csX22" fmla="*/ 2168525 w 2479675"/>
              <a:gd name="csY22" fmla="*/ 936625 h 1082675"/>
              <a:gd name="csX23" fmla="*/ 1933575 w 2479675"/>
              <a:gd name="csY23" fmla="*/ 1082675 h 1082675"/>
              <a:gd name="csX0" fmla="*/ 2107406 w 2653506"/>
              <a:gd name="csY0" fmla="*/ 1082675 h 1082675"/>
              <a:gd name="csX1" fmla="*/ 2030413 w 2653506"/>
              <a:gd name="csY1" fmla="*/ 991394 h 1082675"/>
              <a:gd name="csX2" fmla="*/ 1939131 w 2653506"/>
              <a:gd name="csY2" fmla="*/ 911225 h 1082675"/>
              <a:gd name="csX3" fmla="*/ 1796256 w 2653506"/>
              <a:gd name="csY3" fmla="*/ 958850 h 1082675"/>
              <a:gd name="csX4" fmla="*/ 1901031 w 2653506"/>
              <a:gd name="csY4" fmla="*/ 850900 h 1082675"/>
              <a:gd name="csX5" fmla="*/ 1888331 w 2653506"/>
              <a:gd name="csY5" fmla="*/ 828675 h 1082675"/>
              <a:gd name="csX6" fmla="*/ 1757361 w 2653506"/>
              <a:gd name="csY6" fmla="*/ 778668 h 1082675"/>
              <a:gd name="csX7" fmla="*/ 1506538 w 2653506"/>
              <a:gd name="csY7" fmla="*/ 848518 h 1082675"/>
              <a:gd name="csX8" fmla="*/ 1587500 w 2653506"/>
              <a:gd name="csY8" fmla="*/ 734218 h 1082675"/>
              <a:gd name="csX9" fmla="*/ 1304131 w 2653506"/>
              <a:gd name="csY9" fmla="*/ 619125 h 1082675"/>
              <a:gd name="csX10" fmla="*/ 1077118 w 2653506"/>
              <a:gd name="csY10" fmla="*/ 688975 h 1082675"/>
              <a:gd name="csX11" fmla="*/ 1177131 w 2653506"/>
              <a:gd name="csY11" fmla="*/ 574675 h 1082675"/>
              <a:gd name="csX12" fmla="*/ 1015206 w 2653506"/>
              <a:gd name="csY12" fmla="*/ 498475 h 1082675"/>
              <a:gd name="csX13" fmla="*/ 966788 w 2653506"/>
              <a:gd name="csY13" fmla="*/ 450056 h 1082675"/>
              <a:gd name="csX14" fmla="*/ 956469 w 2653506"/>
              <a:gd name="csY14" fmla="*/ 415132 h 1082675"/>
              <a:gd name="csX15" fmla="*/ 0 w 2653506"/>
              <a:gd name="csY15" fmla="*/ 72232 h 1082675"/>
              <a:gd name="csX16" fmla="*/ 205581 w 2653506"/>
              <a:gd name="csY16" fmla="*/ 34925 h 1082675"/>
              <a:gd name="csX17" fmla="*/ 284956 w 2653506"/>
              <a:gd name="csY17" fmla="*/ 0 h 1082675"/>
              <a:gd name="csX18" fmla="*/ 2653506 w 2653506"/>
              <a:gd name="csY18" fmla="*/ 527050 h 1082675"/>
              <a:gd name="csX19" fmla="*/ 2570956 w 2653506"/>
              <a:gd name="csY19" fmla="*/ 615950 h 1082675"/>
              <a:gd name="csX20" fmla="*/ 2351881 w 2653506"/>
              <a:gd name="csY20" fmla="*/ 723900 h 1082675"/>
              <a:gd name="csX21" fmla="*/ 2434431 w 2653506"/>
              <a:gd name="csY21" fmla="*/ 822325 h 1082675"/>
              <a:gd name="csX22" fmla="*/ 2342356 w 2653506"/>
              <a:gd name="csY22" fmla="*/ 936625 h 1082675"/>
              <a:gd name="csX23" fmla="*/ 2107406 w 2653506"/>
              <a:gd name="csY23" fmla="*/ 1082675 h 1082675"/>
              <a:gd name="csX0" fmla="*/ 2278063 w 2824163"/>
              <a:gd name="csY0" fmla="*/ 1082675 h 1082675"/>
              <a:gd name="csX1" fmla="*/ 2201070 w 2824163"/>
              <a:gd name="csY1" fmla="*/ 991394 h 1082675"/>
              <a:gd name="csX2" fmla="*/ 2109788 w 2824163"/>
              <a:gd name="csY2" fmla="*/ 911225 h 1082675"/>
              <a:gd name="csX3" fmla="*/ 1966913 w 2824163"/>
              <a:gd name="csY3" fmla="*/ 958850 h 1082675"/>
              <a:gd name="csX4" fmla="*/ 2071688 w 2824163"/>
              <a:gd name="csY4" fmla="*/ 850900 h 1082675"/>
              <a:gd name="csX5" fmla="*/ 2058988 w 2824163"/>
              <a:gd name="csY5" fmla="*/ 828675 h 1082675"/>
              <a:gd name="csX6" fmla="*/ 1928018 w 2824163"/>
              <a:gd name="csY6" fmla="*/ 778668 h 1082675"/>
              <a:gd name="csX7" fmla="*/ 1677195 w 2824163"/>
              <a:gd name="csY7" fmla="*/ 848518 h 1082675"/>
              <a:gd name="csX8" fmla="*/ 1758157 w 2824163"/>
              <a:gd name="csY8" fmla="*/ 734218 h 1082675"/>
              <a:gd name="csX9" fmla="*/ 1474788 w 2824163"/>
              <a:gd name="csY9" fmla="*/ 619125 h 1082675"/>
              <a:gd name="csX10" fmla="*/ 1247775 w 2824163"/>
              <a:gd name="csY10" fmla="*/ 688975 h 1082675"/>
              <a:gd name="csX11" fmla="*/ 1347788 w 2824163"/>
              <a:gd name="csY11" fmla="*/ 574675 h 1082675"/>
              <a:gd name="csX12" fmla="*/ 1185863 w 2824163"/>
              <a:gd name="csY12" fmla="*/ 498475 h 1082675"/>
              <a:gd name="csX13" fmla="*/ 1137445 w 2824163"/>
              <a:gd name="csY13" fmla="*/ 450056 h 1082675"/>
              <a:gd name="csX14" fmla="*/ 1127126 w 2824163"/>
              <a:gd name="csY14" fmla="*/ 415132 h 1082675"/>
              <a:gd name="csX15" fmla="*/ 170657 w 2824163"/>
              <a:gd name="csY15" fmla="*/ 72232 h 1082675"/>
              <a:gd name="csX16" fmla="*/ 0 w 2824163"/>
              <a:gd name="csY16" fmla="*/ 106363 h 1082675"/>
              <a:gd name="csX17" fmla="*/ 455613 w 2824163"/>
              <a:gd name="csY17" fmla="*/ 0 h 1082675"/>
              <a:gd name="csX18" fmla="*/ 2824163 w 2824163"/>
              <a:gd name="csY18" fmla="*/ 527050 h 1082675"/>
              <a:gd name="csX19" fmla="*/ 2741613 w 2824163"/>
              <a:gd name="csY19" fmla="*/ 615950 h 1082675"/>
              <a:gd name="csX20" fmla="*/ 2522538 w 2824163"/>
              <a:gd name="csY20" fmla="*/ 723900 h 1082675"/>
              <a:gd name="csX21" fmla="*/ 2605088 w 2824163"/>
              <a:gd name="csY21" fmla="*/ 822325 h 1082675"/>
              <a:gd name="csX22" fmla="*/ 2513013 w 2824163"/>
              <a:gd name="csY22" fmla="*/ 936625 h 1082675"/>
              <a:gd name="csX23" fmla="*/ 2278063 w 2824163"/>
              <a:gd name="csY23" fmla="*/ 1082675 h 1082675"/>
              <a:gd name="csX0" fmla="*/ 2278063 w 2824163"/>
              <a:gd name="csY0" fmla="*/ 1108869 h 1108869"/>
              <a:gd name="csX1" fmla="*/ 2201070 w 2824163"/>
              <a:gd name="csY1" fmla="*/ 1017588 h 1108869"/>
              <a:gd name="csX2" fmla="*/ 2109788 w 2824163"/>
              <a:gd name="csY2" fmla="*/ 937419 h 1108869"/>
              <a:gd name="csX3" fmla="*/ 1966913 w 2824163"/>
              <a:gd name="csY3" fmla="*/ 985044 h 1108869"/>
              <a:gd name="csX4" fmla="*/ 2071688 w 2824163"/>
              <a:gd name="csY4" fmla="*/ 877094 h 1108869"/>
              <a:gd name="csX5" fmla="*/ 2058988 w 2824163"/>
              <a:gd name="csY5" fmla="*/ 854869 h 1108869"/>
              <a:gd name="csX6" fmla="*/ 1928018 w 2824163"/>
              <a:gd name="csY6" fmla="*/ 804862 h 1108869"/>
              <a:gd name="csX7" fmla="*/ 1677195 w 2824163"/>
              <a:gd name="csY7" fmla="*/ 874712 h 1108869"/>
              <a:gd name="csX8" fmla="*/ 1758157 w 2824163"/>
              <a:gd name="csY8" fmla="*/ 760412 h 1108869"/>
              <a:gd name="csX9" fmla="*/ 1474788 w 2824163"/>
              <a:gd name="csY9" fmla="*/ 645319 h 1108869"/>
              <a:gd name="csX10" fmla="*/ 1247775 w 2824163"/>
              <a:gd name="csY10" fmla="*/ 715169 h 1108869"/>
              <a:gd name="csX11" fmla="*/ 1347788 w 2824163"/>
              <a:gd name="csY11" fmla="*/ 600869 h 1108869"/>
              <a:gd name="csX12" fmla="*/ 1185863 w 2824163"/>
              <a:gd name="csY12" fmla="*/ 524669 h 1108869"/>
              <a:gd name="csX13" fmla="*/ 1137445 w 2824163"/>
              <a:gd name="csY13" fmla="*/ 476250 h 1108869"/>
              <a:gd name="csX14" fmla="*/ 1127126 w 2824163"/>
              <a:gd name="csY14" fmla="*/ 441326 h 1108869"/>
              <a:gd name="csX15" fmla="*/ 170657 w 2824163"/>
              <a:gd name="csY15" fmla="*/ 98426 h 1108869"/>
              <a:gd name="csX16" fmla="*/ 0 w 2824163"/>
              <a:gd name="csY16" fmla="*/ 132557 h 1108869"/>
              <a:gd name="csX17" fmla="*/ 436563 w 2824163"/>
              <a:gd name="csY17" fmla="*/ 0 h 1108869"/>
              <a:gd name="csX18" fmla="*/ 2824163 w 2824163"/>
              <a:gd name="csY18" fmla="*/ 553244 h 1108869"/>
              <a:gd name="csX19" fmla="*/ 2741613 w 2824163"/>
              <a:gd name="csY19" fmla="*/ 642144 h 1108869"/>
              <a:gd name="csX20" fmla="*/ 2522538 w 2824163"/>
              <a:gd name="csY20" fmla="*/ 750094 h 1108869"/>
              <a:gd name="csX21" fmla="*/ 2605088 w 2824163"/>
              <a:gd name="csY21" fmla="*/ 848519 h 1108869"/>
              <a:gd name="csX22" fmla="*/ 2513013 w 2824163"/>
              <a:gd name="csY22" fmla="*/ 962819 h 1108869"/>
              <a:gd name="csX23" fmla="*/ 2278063 w 2824163"/>
              <a:gd name="csY23" fmla="*/ 1108869 h 1108869"/>
              <a:gd name="csX0" fmla="*/ 2278063 w 2824163"/>
              <a:gd name="csY0" fmla="*/ 1108869 h 1108869"/>
              <a:gd name="csX1" fmla="*/ 2201070 w 2824163"/>
              <a:gd name="csY1" fmla="*/ 1017588 h 1108869"/>
              <a:gd name="csX2" fmla="*/ 2109788 w 2824163"/>
              <a:gd name="csY2" fmla="*/ 937419 h 1108869"/>
              <a:gd name="csX3" fmla="*/ 1966913 w 2824163"/>
              <a:gd name="csY3" fmla="*/ 985044 h 1108869"/>
              <a:gd name="csX4" fmla="*/ 2071688 w 2824163"/>
              <a:gd name="csY4" fmla="*/ 877094 h 1108869"/>
              <a:gd name="csX5" fmla="*/ 2058988 w 2824163"/>
              <a:gd name="csY5" fmla="*/ 854869 h 1108869"/>
              <a:gd name="csX6" fmla="*/ 1928018 w 2824163"/>
              <a:gd name="csY6" fmla="*/ 804862 h 1108869"/>
              <a:gd name="csX7" fmla="*/ 1677195 w 2824163"/>
              <a:gd name="csY7" fmla="*/ 874712 h 1108869"/>
              <a:gd name="csX8" fmla="*/ 1758157 w 2824163"/>
              <a:gd name="csY8" fmla="*/ 760412 h 1108869"/>
              <a:gd name="csX9" fmla="*/ 1474788 w 2824163"/>
              <a:gd name="csY9" fmla="*/ 645319 h 1108869"/>
              <a:gd name="csX10" fmla="*/ 1247775 w 2824163"/>
              <a:gd name="csY10" fmla="*/ 715169 h 1108869"/>
              <a:gd name="csX11" fmla="*/ 1347788 w 2824163"/>
              <a:gd name="csY11" fmla="*/ 600869 h 1108869"/>
              <a:gd name="csX12" fmla="*/ 1185863 w 2824163"/>
              <a:gd name="csY12" fmla="*/ 524669 h 1108869"/>
              <a:gd name="csX13" fmla="*/ 1137445 w 2824163"/>
              <a:gd name="csY13" fmla="*/ 476250 h 1108869"/>
              <a:gd name="csX14" fmla="*/ 1127126 w 2824163"/>
              <a:gd name="csY14" fmla="*/ 441326 h 1108869"/>
              <a:gd name="csX15" fmla="*/ 170657 w 2824163"/>
              <a:gd name="csY15" fmla="*/ 98426 h 1108869"/>
              <a:gd name="csX16" fmla="*/ 0 w 2824163"/>
              <a:gd name="csY16" fmla="*/ 132557 h 1108869"/>
              <a:gd name="csX17" fmla="*/ 319883 w 2824163"/>
              <a:gd name="csY17" fmla="*/ 34132 h 1108869"/>
              <a:gd name="csX18" fmla="*/ 436563 w 2824163"/>
              <a:gd name="csY18" fmla="*/ 0 h 1108869"/>
              <a:gd name="csX19" fmla="*/ 2824163 w 2824163"/>
              <a:gd name="csY19" fmla="*/ 553244 h 1108869"/>
              <a:gd name="csX20" fmla="*/ 2741613 w 2824163"/>
              <a:gd name="csY20" fmla="*/ 642144 h 1108869"/>
              <a:gd name="csX21" fmla="*/ 2522538 w 2824163"/>
              <a:gd name="csY21" fmla="*/ 750094 h 1108869"/>
              <a:gd name="csX22" fmla="*/ 2605088 w 2824163"/>
              <a:gd name="csY22" fmla="*/ 848519 h 1108869"/>
              <a:gd name="csX23" fmla="*/ 2513013 w 2824163"/>
              <a:gd name="csY23" fmla="*/ 962819 h 1108869"/>
              <a:gd name="csX24" fmla="*/ 2278063 w 2824163"/>
              <a:gd name="csY24" fmla="*/ 1108869 h 1108869"/>
              <a:gd name="csX0" fmla="*/ 2278063 w 2824163"/>
              <a:gd name="csY0" fmla="*/ 1108869 h 1108869"/>
              <a:gd name="csX1" fmla="*/ 2201070 w 2824163"/>
              <a:gd name="csY1" fmla="*/ 1017588 h 1108869"/>
              <a:gd name="csX2" fmla="*/ 2109788 w 2824163"/>
              <a:gd name="csY2" fmla="*/ 937419 h 1108869"/>
              <a:gd name="csX3" fmla="*/ 1966913 w 2824163"/>
              <a:gd name="csY3" fmla="*/ 985044 h 1108869"/>
              <a:gd name="csX4" fmla="*/ 2071688 w 2824163"/>
              <a:gd name="csY4" fmla="*/ 877094 h 1108869"/>
              <a:gd name="csX5" fmla="*/ 2058988 w 2824163"/>
              <a:gd name="csY5" fmla="*/ 854869 h 1108869"/>
              <a:gd name="csX6" fmla="*/ 1928018 w 2824163"/>
              <a:gd name="csY6" fmla="*/ 804862 h 1108869"/>
              <a:gd name="csX7" fmla="*/ 1677195 w 2824163"/>
              <a:gd name="csY7" fmla="*/ 874712 h 1108869"/>
              <a:gd name="csX8" fmla="*/ 1758157 w 2824163"/>
              <a:gd name="csY8" fmla="*/ 760412 h 1108869"/>
              <a:gd name="csX9" fmla="*/ 1474788 w 2824163"/>
              <a:gd name="csY9" fmla="*/ 645319 h 1108869"/>
              <a:gd name="csX10" fmla="*/ 1247775 w 2824163"/>
              <a:gd name="csY10" fmla="*/ 715169 h 1108869"/>
              <a:gd name="csX11" fmla="*/ 1347788 w 2824163"/>
              <a:gd name="csY11" fmla="*/ 600869 h 1108869"/>
              <a:gd name="csX12" fmla="*/ 1185863 w 2824163"/>
              <a:gd name="csY12" fmla="*/ 524669 h 1108869"/>
              <a:gd name="csX13" fmla="*/ 1137445 w 2824163"/>
              <a:gd name="csY13" fmla="*/ 476250 h 1108869"/>
              <a:gd name="csX14" fmla="*/ 1127126 w 2824163"/>
              <a:gd name="csY14" fmla="*/ 441326 h 1108869"/>
              <a:gd name="csX15" fmla="*/ 170657 w 2824163"/>
              <a:gd name="csY15" fmla="*/ 98426 h 1108869"/>
              <a:gd name="csX16" fmla="*/ 0 w 2824163"/>
              <a:gd name="csY16" fmla="*/ 132557 h 1108869"/>
              <a:gd name="csX17" fmla="*/ 141289 w 2824163"/>
              <a:gd name="csY17" fmla="*/ 60326 h 1108869"/>
              <a:gd name="csX18" fmla="*/ 436563 w 2824163"/>
              <a:gd name="csY18" fmla="*/ 0 h 1108869"/>
              <a:gd name="csX19" fmla="*/ 2824163 w 2824163"/>
              <a:gd name="csY19" fmla="*/ 553244 h 1108869"/>
              <a:gd name="csX20" fmla="*/ 2741613 w 2824163"/>
              <a:gd name="csY20" fmla="*/ 642144 h 1108869"/>
              <a:gd name="csX21" fmla="*/ 2522538 w 2824163"/>
              <a:gd name="csY21" fmla="*/ 750094 h 1108869"/>
              <a:gd name="csX22" fmla="*/ 2605088 w 2824163"/>
              <a:gd name="csY22" fmla="*/ 848519 h 1108869"/>
              <a:gd name="csX23" fmla="*/ 2513013 w 2824163"/>
              <a:gd name="csY23" fmla="*/ 962819 h 1108869"/>
              <a:gd name="csX24" fmla="*/ 2278063 w 2824163"/>
              <a:gd name="csY24" fmla="*/ 1108869 h 1108869"/>
              <a:gd name="csX0" fmla="*/ 2297113 w 2843213"/>
              <a:gd name="csY0" fmla="*/ 1108869 h 1108869"/>
              <a:gd name="csX1" fmla="*/ 2220120 w 2843213"/>
              <a:gd name="csY1" fmla="*/ 1017588 h 1108869"/>
              <a:gd name="csX2" fmla="*/ 2128838 w 2843213"/>
              <a:gd name="csY2" fmla="*/ 937419 h 1108869"/>
              <a:gd name="csX3" fmla="*/ 1985963 w 2843213"/>
              <a:gd name="csY3" fmla="*/ 985044 h 1108869"/>
              <a:gd name="csX4" fmla="*/ 2090738 w 2843213"/>
              <a:gd name="csY4" fmla="*/ 877094 h 1108869"/>
              <a:gd name="csX5" fmla="*/ 2078038 w 2843213"/>
              <a:gd name="csY5" fmla="*/ 854869 h 1108869"/>
              <a:gd name="csX6" fmla="*/ 1947068 w 2843213"/>
              <a:gd name="csY6" fmla="*/ 804862 h 1108869"/>
              <a:gd name="csX7" fmla="*/ 1696245 w 2843213"/>
              <a:gd name="csY7" fmla="*/ 874712 h 1108869"/>
              <a:gd name="csX8" fmla="*/ 1777207 w 2843213"/>
              <a:gd name="csY8" fmla="*/ 760412 h 1108869"/>
              <a:gd name="csX9" fmla="*/ 1493838 w 2843213"/>
              <a:gd name="csY9" fmla="*/ 645319 h 1108869"/>
              <a:gd name="csX10" fmla="*/ 1266825 w 2843213"/>
              <a:gd name="csY10" fmla="*/ 715169 h 1108869"/>
              <a:gd name="csX11" fmla="*/ 1366838 w 2843213"/>
              <a:gd name="csY11" fmla="*/ 600869 h 1108869"/>
              <a:gd name="csX12" fmla="*/ 1204913 w 2843213"/>
              <a:gd name="csY12" fmla="*/ 524669 h 1108869"/>
              <a:gd name="csX13" fmla="*/ 1156495 w 2843213"/>
              <a:gd name="csY13" fmla="*/ 476250 h 1108869"/>
              <a:gd name="csX14" fmla="*/ 1146176 w 2843213"/>
              <a:gd name="csY14" fmla="*/ 441326 h 1108869"/>
              <a:gd name="csX15" fmla="*/ 189707 w 2843213"/>
              <a:gd name="csY15" fmla="*/ 98426 h 1108869"/>
              <a:gd name="csX16" fmla="*/ 0 w 2843213"/>
              <a:gd name="csY16" fmla="*/ 137320 h 1108869"/>
              <a:gd name="csX17" fmla="*/ 160339 w 2843213"/>
              <a:gd name="csY17" fmla="*/ 60326 h 1108869"/>
              <a:gd name="csX18" fmla="*/ 455613 w 2843213"/>
              <a:gd name="csY18" fmla="*/ 0 h 1108869"/>
              <a:gd name="csX19" fmla="*/ 2843213 w 2843213"/>
              <a:gd name="csY19" fmla="*/ 553244 h 1108869"/>
              <a:gd name="csX20" fmla="*/ 2760663 w 2843213"/>
              <a:gd name="csY20" fmla="*/ 642144 h 1108869"/>
              <a:gd name="csX21" fmla="*/ 2541588 w 2843213"/>
              <a:gd name="csY21" fmla="*/ 750094 h 1108869"/>
              <a:gd name="csX22" fmla="*/ 2624138 w 2843213"/>
              <a:gd name="csY22" fmla="*/ 848519 h 1108869"/>
              <a:gd name="csX23" fmla="*/ 2532063 w 2843213"/>
              <a:gd name="csY23" fmla="*/ 962819 h 1108869"/>
              <a:gd name="csX24" fmla="*/ 2297113 w 2843213"/>
              <a:gd name="csY24" fmla="*/ 1108869 h 1108869"/>
              <a:gd name="csX0" fmla="*/ 2318544 w 2864644"/>
              <a:gd name="csY0" fmla="*/ 1108869 h 1108869"/>
              <a:gd name="csX1" fmla="*/ 2241551 w 2864644"/>
              <a:gd name="csY1" fmla="*/ 1017588 h 1108869"/>
              <a:gd name="csX2" fmla="*/ 2150269 w 2864644"/>
              <a:gd name="csY2" fmla="*/ 937419 h 1108869"/>
              <a:gd name="csX3" fmla="*/ 2007394 w 2864644"/>
              <a:gd name="csY3" fmla="*/ 985044 h 1108869"/>
              <a:gd name="csX4" fmla="*/ 2112169 w 2864644"/>
              <a:gd name="csY4" fmla="*/ 877094 h 1108869"/>
              <a:gd name="csX5" fmla="*/ 2099469 w 2864644"/>
              <a:gd name="csY5" fmla="*/ 854869 h 1108869"/>
              <a:gd name="csX6" fmla="*/ 1968499 w 2864644"/>
              <a:gd name="csY6" fmla="*/ 804862 h 1108869"/>
              <a:gd name="csX7" fmla="*/ 1717676 w 2864644"/>
              <a:gd name="csY7" fmla="*/ 874712 h 1108869"/>
              <a:gd name="csX8" fmla="*/ 1798638 w 2864644"/>
              <a:gd name="csY8" fmla="*/ 760412 h 1108869"/>
              <a:gd name="csX9" fmla="*/ 1515269 w 2864644"/>
              <a:gd name="csY9" fmla="*/ 645319 h 1108869"/>
              <a:gd name="csX10" fmla="*/ 1288256 w 2864644"/>
              <a:gd name="csY10" fmla="*/ 715169 h 1108869"/>
              <a:gd name="csX11" fmla="*/ 1388269 w 2864644"/>
              <a:gd name="csY11" fmla="*/ 600869 h 1108869"/>
              <a:gd name="csX12" fmla="*/ 1226344 w 2864644"/>
              <a:gd name="csY12" fmla="*/ 524669 h 1108869"/>
              <a:gd name="csX13" fmla="*/ 1177926 w 2864644"/>
              <a:gd name="csY13" fmla="*/ 476250 h 1108869"/>
              <a:gd name="csX14" fmla="*/ 1167607 w 2864644"/>
              <a:gd name="csY14" fmla="*/ 441326 h 1108869"/>
              <a:gd name="csX15" fmla="*/ 211138 w 2864644"/>
              <a:gd name="csY15" fmla="*/ 98426 h 1108869"/>
              <a:gd name="csX16" fmla="*/ 0 w 2864644"/>
              <a:gd name="csY16" fmla="*/ 144463 h 1108869"/>
              <a:gd name="csX17" fmla="*/ 181770 w 2864644"/>
              <a:gd name="csY17" fmla="*/ 60326 h 1108869"/>
              <a:gd name="csX18" fmla="*/ 477044 w 2864644"/>
              <a:gd name="csY18" fmla="*/ 0 h 1108869"/>
              <a:gd name="csX19" fmla="*/ 2864644 w 2864644"/>
              <a:gd name="csY19" fmla="*/ 553244 h 1108869"/>
              <a:gd name="csX20" fmla="*/ 2782094 w 2864644"/>
              <a:gd name="csY20" fmla="*/ 642144 h 1108869"/>
              <a:gd name="csX21" fmla="*/ 2563019 w 2864644"/>
              <a:gd name="csY21" fmla="*/ 750094 h 1108869"/>
              <a:gd name="csX22" fmla="*/ 2645569 w 2864644"/>
              <a:gd name="csY22" fmla="*/ 848519 h 1108869"/>
              <a:gd name="csX23" fmla="*/ 2553494 w 2864644"/>
              <a:gd name="csY23" fmla="*/ 962819 h 1108869"/>
              <a:gd name="csX24" fmla="*/ 2318544 w 2864644"/>
              <a:gd name="csY24" fmla="*/ 1108869 h 1108869"/>
              <a:gd name="csX0" fmla="*/ 2318544 w 2864644"/>
              <a:gd name="csY0" fmla="*/ 1108869 h 1108869"/>
              <a:gd name="csX1" fmla="*/ 2241551 w 2864644"/>
              <a:gd name="csY1" fmla="*/ 1017588 h 1108869"/>
              <a:gd name="csX2" fmla="*/ 2150269 w 2864644"/>
              <a:gd name="csY2" fmla="*/ 937419 h 1108869"/>
              <a:gd name="csX3" fmla="*/ 2007394 w 2864644"/>
              <a:gd name="csY3" fmla="*/ 985044 h 1108869"/>
              <a:gd name="csX4" fmla="*/ 2112169 w 2864644"/>
              <a:gd name="csY4" fmla="*/ 877094 h 1108869"/>
              <a:gd name="csX5" fmla="*/ 2099469 w 2864644"/>
              <a:gd name="csY5" fmla="*/ 854869 h 1108869"/>
              <a:gd name="csX6" fmla="*/ 1968499 w 2864644"/>
              <a:gd name="csY6" fmla="*/ 804862 h 1108869"/>
              <a:gd name="csX7" fmla="*/ 1717676 w 2864644"/>
              <a:gd name="csY7" fmla="*/ 874712 h 1108869"/>
              <a:gd name="csX8" fmla="*/ 1798638 w 2864644"/>
              <a:gd name="csY8" fmla="*/ 760412 h 1108869"/>
              <a:gd name="csX9" fmla="*/ 1515269 w 2864644"/>
              <a:gd name="csY9" fmla="*/ 645319 h 1108869"/>
              <a:gd name="csX10" fmla="*/ 1288256 w 2864644"/>
              <a:gd name="csY10" fmla="*/ 715169 h 1108869"/>
              <a:gd name="csX11" fmla="*/ 1388269 w 2864644"/>
              <a:gd name="csY11" fmla="*/ 600869 h 1108869"/>
              <a:gd name="csX12" fmla="*/ 1226344 w 2864644"/>
              <a:gd name="csY12" fmla="*/ 524669 h 1108869"/>
              <a:gd name="csX13" fmla="*/ 1177926 w 2864644"/>
              <a:gd name="csY13" fmla="*/ 476250 h 1108869"/>
              <a:gd name="csX14" fmla="*/ 1167607 w 2864644"/>
              <a:gd name="csY14" fmla="*/ 441326 h 1108869"/>
              <a:gd name="csX15" fmla="*/ 211138 w 2864644"/>
              <a:gd name="csY15" fmla="*/ 98426 h 1108869"/>
              <a:gd name="csX16" fmla="*/ 0 w 2864644"/>
              <a:gd name="csY16" fmla="*/ 144463 h 1108869"/>
              <a:gd name="csX17" fmla="*/ 181770 w 2864644"/>
              <a:gd name="csY17" fmla="*/ 60326 h 1108869"/>
              <a:gd name="csX18" fmla="*/ 234158 w 2864644"/>
              <a:gd name="csY18" fmla="*/ 46038 h 1108869"/>
              <a:gd name="csX19" fmla="*/ 477044 w 2864644"/>
              <a:gd name="csY19" fmla="*/ 0 h 1108869"/>
              <a:gd name="csX20" fmla="*/ 2864644 w 2864644"/>
              <a:gd name="csY20" fmla="*/ 553244 h 1108869"/>
              <a:gd name="csX21" fmla="*/ 2782094 w 2864644"/>
              <a:gd name="csY21" fmla="*/ 642144 h 1108869"/>
              <a:gd name="csX22" fmla="*/ 2563019 w 2864644"/>
              <a:gd name="csY22" fmla="*/ 750094 h 1108869"/>
              <a:gd name="csX23" fmla="*/ 2645569 w 2864644"/>
              <a:gd name="csY23" fmla="*/ 848519 h 1108869"/>
              <a:gd name="csX24" fmla="*/ 2553494 w 2864644"/>
              <a:gd name="csY24" fmla="*/ 962819 h 1108869"/>
              <a:gd name="csX25" fmla="*/ 2318544 w 2864644"/>
              <a:gd name="csY25" fmla="*/ 1108869 h 1108869"/>
              <a:gd name="csX0" fmla="*/ 2412998 w 2959098"/>
              <a:gd name="csY0" fmla="*/ 1505743 h 1505743"/>
              <a:gd name="csX1" fmla="*/ 2336005 w 2959098"/>
              <a:gd name="csY1" fmla="*/ 1414462 h 1505743"/>
              <a:gd name="csX2" fmla="*/ 2244723 w 2959098"/>
              <a:gd name="csY2" fmla="*/ 1334293 h 1505743"/>
              <a:gd name="csX3" fmla="*/ 2101848 w 2959098"/>
              <a:gd name="csY3" fmla="*/ 1381918 h 1505743"/>
              <a:gd name="csX4" fmla="*/ 2206623 w 2959098"/>
              <a:gd name="csY4" fmla="*/ 1273968 h 1505743"/>
              <a:gd name="csX5" fmla="*/ 2193923 w 2959098"/>
              <a:gd name="csY5" fmla="*/ 1251743 h 1505743"/>
              <a:gd name="csX6" fmla="*/ 2062953 w 2959098"/>
              <a:gd name="csY6" fmla="*/ 1201736 h 1505743"/>
              <a:gd name="csX7" fmla="*/ 1812130 w 2959098"/>
              <a:gd name="csY7" fmla="*/ 1271586 h 1505743"/>
              <a:gd name="csX8" fmla="*/ 1893092 w 2959098"/>
              <a:gd name="csY8" fmla="*/ 1157286 h 1505743"/>
              <a:gd name="csX9" fmla="*/ 1609723 w 2959098"/>
              <a:gd name="csY9" fmla="*/ 1042193 h 1505743"/>
              <a:gd name="csX10" fmla="*/ 1382710 w 2959098"/>
              <a:gd name="csY10" fmla="*/ 1112043 h 1505743"/>
              <a:gd name="csX11" fmla="*/ 1482723 w 2959098"/>
              <a:gd name="csY11" fmla="*/ 997743 h 1505743"/>
              <a:gd name="csX12" fmla="*/ 1320798 w 2959098"/>
              <a:gd name="csY12" fmla="*/ 921543 h 1505743"/>
              <a:gd name="csX13" fmla="*/ 1272380 w 2959098"/>
              <a:gd name="csY13" fmla="*/ 873124 h 1505743"/>
              <a:gd name="csX14" fmla="*/ 1262061 w 2959098"/>
              <a:gd name="csY14" fmla="*/ 838200 h 1505743"/>
              <a:gd name="csX15" fmla="*/ 305592 w 2959098"/>
              <a:gd name="csY15" fmla="*/ 495300 h 1505743"/>
              <a:gd name="csX16" fmla="*/ 94454 w 2959098"/>
              <a:gd name="csY16" fmla="*/ 541337 h 1505743"/>
              <a:gd name="csX17" fmla="*/ 276224 w 2959098"/>
              <a:gd name="csY17" fmla="*/ 457200 h 1505743"/>
              <a:gd name="csX18" fmla="*/ 0 w 2959098"/>
              <a:gd name="csY18" fmla="*/ 0 h 1505743"/>
              <a:gd name="csX19" fmla="*/ 571498 w 2959098"/>
              <a:gd name="csY19" fmla="*/ 396874 h 1505743"/>
              <a:gd name="csX20" fmla="*/ 2959098 w 2959098"/>
              <a:gd name="csY20" fmla="*/ 950118 h 1505743"/>
              <a:gd name="csX21" fmla="*/ 2876548 w 2959098"/>
              <a:gd name="csY21" fmla="*/ 1039018 h 1505743"/>
              <a:gd name="csX22" fmla="*/ 2657473 w 2959098"/>
              <a:gd name="csY22" fmla="*/ 1146968 h 1505743"/>
              <a:gd name="csX23" fmla="*/ 2740023 w 2959098"/>
              <a:gd name="csY23" fmla="*/ 1245393 h 1505743"/>
              <a:gd name="csX24" fmla="*/ 2647948 w 2959098"/>
              <a:gd name="csY24" fmla="*/ 1359693 h 1505743"/>
              <a:gd name="csX25" fmla="*/ 2412998 w 2959098"/>
              <a:gd name="csY25" fmla="*/ 1505743 h 1505743"/>
              <a:gd name="csX0" fmla="*/ 2412998 w 2959098"/>
              <a:gd name="csY0" fmla="*/ 1505743 h 1505743"/>
              <a:gd name="csX1" fmla="*/ 2336005 w 2959098"/>
              <a:gd name="csY1" fmla="*/ 1414462 h 1505743"/>
              <a:gd name="csX2" fmla="*/ 2244723 w 2959098"/>
              <a:gd name="csY2" fmla="*/ 1334293 h 1505743"/>
              <a:gd name="csX3" fmla="*/ 2101848 w 2959098"/>
              <a:gd name="csY3" fmla="*/ 1381918 h 1505743"/>
              <a:gd name="csX4" fmla="*/ 2206623 w 2959098"/>
              <a:gd name="csY4" fmla="*/ 1273968 h 1505743"/>
              <a:gd name="csX5" fmla="*/ 2193923 w 2959098"/>
              <a:gd name="csY5" fmla="*/ 1251743 h 1505743"/>
              <a:gd name="csX6" fmla="*/ 2062953 w 2959098"/>
              <a:gd name="csY6" fmla="*/ 1201736 h 1505743"/>
              <a:gd name="csX7" fmla="*/ 1812130 w 2959098"/>
              <a:gd name="csY7" fmla="*/ 1271586 h 1505743"/>
              <a:gd name="csX8" fmla="*/ 1893092 w 2959098"/>
              <a:gd name="csY8" fmla="*/ 1157286 h 1505743"/>
              <a:gd name="csX9" fmla="*/ 1609723 w 2959098"/>
              <a:gd name="csY9" fmla="*/ 1042193 h 1505743"/>
              <a:gd name="csX10" fmla="*/ 1382710 w 2959098"/>
              <a:gd name="csY10" fmla="*/ 1112043 h 1505743"/>
              <a:gd name="csX11" fmla="*/ 1482723 w 2959098"/>
              <a:gd name="csY11" fmla="*/ 997743 h 1505743"/>
              <a:gd name="csX12" fmla="*/ 1320798 w 2959098"/>
              <a:gd name="csY12" fmla="*/ 921543 h 1505743"/>
              <a:gd name="csX13" fmla="*/ 1272380 w 2959098"/>
              <a:gd name="csY13" fmla="*/ 873124 h 1505743"/>
              <a:gd name="csX14" fmla="*/ 1262061 w 2959098"/>
              <a:gd name="csY14" fmla="*/ 838200 h 1505743"/>
              <a:gd name="csX15" fmla="*/ 305592 w 2959098"/>
              <a:gd name="csY15" fmla="*/ 495300 h 1505743"/>
              <a:gd name="csX16" fmla="*/ 94454 w 2959098"/>
              <a:gd name="csY16" fmla="*/ 541337 h 1505743"/>
              <a:gd name="csX17" fmla="*/ 276224 w 2959098"/>
              <a:gd name="csY17" fmla="*/ 457200 h 1505743"/>
              <a:gd name="csX18" fmla="*/ 0 w 2959098"/>
              <a:gd name="csY18" fmla="*/ 0 h 1505743"/>
              <a:gd name="csX19" fmla="*/ 78580 w 2959098"/>
              <a:gd name="csY19" fmla="*/ 54768 h 1505743"/>
              <a:gd name="csX20" fmla="*/ 571498 w 2959098"/>
              <a:gd name="csY20" fmla="*/ 396874 h 1505743"/>
              <a:gd name="csX21" fmla="*/ 2959098 w 2959098"/>
              <a:gd name="csY21" fmla="*/ 950118 h 1505743"/>
              <a:gd name="csX22" fmla="*/ 2876548 w 2959098"/>
              <a:gd name="csY22" fmla="*/ 1039018 h 1505743"/>
              <a:gd name="csX23" fmla="*/ 2657473 w 2959098"/>
              <a:gd name="csY23" fmla="*/ 1146968 h 1505743"/>
              <a:gd name="csX24" fmla="*/ 2740023 w 2959098"/>
              <a:gd name="csY24" fmla="*/ 1245393 h 1505743"/>
              <a:gd name="csX25" fmla="*/ 2647948 w 2959098"/>
              <a:gd name="csY25" fmla="*/ 1359693 h 1505743"/>
              <a:gd name="csX26" fmla="*/ 2412998 w 2959098"/>
              <a:gd name="csY26" fmla="*/ 1505743 h 1505743"/>
              <a:gd name="csX0" fmla="*/ 2412998 w 2959098"/>
              <a:gd name="csY0" fmla="*/ 1531937 h 1531937"/>
              <a:gd name="csX1" fmla="*/ 2336005 w 2959098"/>
              <a:gd name="csY1" fmla="*/ 1440656 h 1531937"/>
              <a:gd name="csX2" fmla="*/ 2244723 w 2959098"/>
              <a:gd name="csY2" fmla="*/ 1360487 h 1531937"/>
              <a:gd name="csX3" fmla="*/ 2101848 w 2959098"/>
              <a:gd name="csY3" fmla="*/ 1408112 h 1531937"/>
              <a:gd name="csX4" fmla="*/ 2206623 w 2959098"/>
              <a:gd name="csY4" fmla="*/ 1300162 h 1531937"/>
              <a:gd name="csX5" fmla="*/ 2193923 w 2959098"/>
              <a:gd name="csY5" fmla="*/ 1277937 h 1531937"/>
              <a:gd name="csX6" fmla="*/ 2062953 w 2959098"/>
              <a:gd name="csY6" fmla="*/ 1227930 h 1531937"/>
              <a:gd name="csX7" fmla="*/ 1812130 w 2959098"/>
              <a:gd name="csY7" fmla="*/ 1297780 h 1531937"/>
              <a:gd name="csX8" fmla="*/ 1893092 w 2959098"/>
              <a:gd name="csY8" fmla="*/ 1183480 h 1531937"/>
              <a:gd name="csX9" fmla="*/ 1609723 w 2959098"/>
              <a:gd name="csY9" fmla="*/ 1068387 h 1531937"/>
              <a:gd name="csX10" fmla="*/ 1382710 w 2959098"/>
              <a:gd name="csY10" fmla="*/ 1138237 h 1531937"/>
              <a:gd name="csX11" fmla="*/ 1482723 w 2959098"/>
              <a:gd name="csY11" fmla="*/ 1023937 h 1531937"/>
              <a:gd name="csX12" fmla="*/ 1320798 w 2959098"/>
              <a:gd name="csY12" fmla="*/ 947737 h 1531937"/>
              <a:gd name="csX13" fmla="*/ 1272380 w 2959098"/>
              <a:gd name="csY13" fmla="*/ 899318 h 1531937"/>
              <a:gd name="csX14" fmla="*/ 1262061 w 2959098"/>
              <a:gd name="csY14" fmla="*/ 864394 h 1531937"/>
              <a:gd name="csX15" fmla="*/ 305592 w 2959098"/>
              <a:gd name="csY15" fmla="*/ 521494 h 1531937"/>
              <a:gd name="csX16" fmla="*/ 94454 w 2959098"/>
              <a:gd name="csY16" fmla="*/ 567531 h 1531937"/>
              <a:gd name="csX17" fmla="*/ 276224 w 2959098"/>
              <a:gd name="csY17" fmla="*/ 483394 h 1531937"/>
              <a:gd name="csX18" fmla="*/ 0 w 2959098"/>
              <a:gd name="csY18" fmla="*/ 26194 h 1531937"/>
              <a:gd name="csX19" fmla="*/ 42861 w 2959098"/>
              <a:gd name="csY19" fmla="*/ 0 h 1531937"/>
              <a:gd name="csX20" fmla="*/ 571498 w 2959098"/>
              <a:gd name="csY20" fmla="*/ 423068 h 1531937"/>
              <a:gd name="csX21" fmla="*/ 2959098 w 2959098"/>
              <a:gd name="csY21" fmla="*/ 976312 h 1531937"/>
              <a:gd name="csX22" fmla="*/ 2876548 w 2959098"/>
              <a:gd name="csY22" fmla="*/ 1065212 h 1531937"/>
              <a:gd name="csX23" fmla="*/ 2657473 w 2959098"/>
              <a:gd name="csY23" fmla="*/ 1173162 h 1531937"/>
              <a:gd name="csX24" fmla="*/ 2740023 w 2959098"/>
              <a:gd name="csY24" fmla="*/ 1271587 h 1531937"/>
              <a:gd name="csX25" fmla="*/ 2647948 w 2959098"/>
              <a:gd name="csY25" fmla="*/ 1385887 h 1531937"/>
              <a:gd name="csX26" fmla="*/ 2412998 w 2959098"/>
              <a:gd name="csY26" fmla="*/ 1531937 h 1531937"/>
              <a:gd name="csX0" fmla="*/ 2412998 w 2959098"/>
              <a:gd name="csY0" fmla="*/ 1531937 h 1531937"/>
              <a:gd name="csX1" fmla="*/ 2336005 w 2959098"/>
              <a:gd name="csY1" fmla="*/ 1440656 h 1531937"/>
              <a:gd name="csX2" fmla="*/ 2244723 w 2959098"/>
              <a:gd name="csY2" fmla="*/ 1360487 h 1531937"/>
              <a:gd name="csX3" fmla="*/ 2101848 w 2959098"/>
              <a:gd name="csY3" fmla="*/ 1408112 h 1531937"/>
              <a:gd name="csX4" fmla="*/ 2206623 w 2959098"/>
              <a:gd name="csY4" fmla="*/ 1300162 h 1531937"/>
              <a:gd name="csX5" fmla="*/ 2193923 w 2959098"/>
              <a:gd name="csY5" fmla="*/ 1277937 h 1531937"/>
              <a:gd name="csX6" fmla="*/ 2062953 w 2959098"/>
              <a:gd name="csY6" fmla="*/ 1227930 h 1531937"/>
              <a:gd name="csX7" fmla="*/ 1812130 w 2959098"/>
              <a:gd name="csY7" fmla="*/ 1297780 h 1531937"/>
              <a:gd name="csX8" fmla="*/ 1893092 w 2959098"/>
              <a:gd name="csY8" fmla="*/ 1183480 h 1531937"/>
              <a:gd name="csX9" fmla="*/ 1609723 w 2959098"/>
              <a:gd name="csY9" fmla="*/ 1068387 h 1531937"/>
              <a:gd name="csX10" fmla="*/ 1382710 w 2959098"/>
              <a:gd name="csY10" fmla="*/ 1138237 h 1531937"/>
              <a:gd name="csX11" fmla="*/ 1482723 w 2959098"/>
              <a:gd name="csY11" fmla="*/ 1023937 h 1531937"/>
              <a:gd name="csX12" fmla="*/ 1320798 w 2959098"/>
              <a:gd name="csY12" fmla="*/ 947737 h 1531937"/>
              <a:gd name="csX13" fmla="*/ 1272380 w 2959098"/>
              <a:gd name="csY13" fmla="*/ 899318 h 1531937"/>
              <a:gd name="csX14" fmla="*/ 1262061 w 2959098"/>
              <a:gd name="csY14" fmla="*/ 864394 h 1531937"/>
              <a:gd name="csX15" fmla="*/ 305592 w 2959098"/>
              <a:gd name="csY15" fmla="*/ 521494 h 1531937"/>
              <a:gd name="csX16" fmla="*/ 94454 w 2959098"/>
              <a:gd name="csY16" fmla="*/ 567531 h 1531937"/>
              <a:gd name="csX17" fmla="*/ 276224 w 2959098"/>
              <a:gd name="csY17" fmla="*/ 483394 h 1531937"/>
              <a:gd name="csX18" fmla="*/ 0 w 2959098"/>
              <a:gd name="csY18" fmla="*/ 26194 h 1531937"/>
              <a:gd name="csX19" fmla="*/ 42861 w 2959098"/>
              <a:gd name="csY19" fmla="*/ 0 h 1531937"/>
              <a:gd name="csX20" fmla="*/ 459579 w 2959098"/>
              <a:gd name="csY20" fmla="*/ 392112 h 1531937"/>
              <a:gd name="csX21" fmla="*/ 2959098 w 2959098"/>
              <a:gd name="csY21" fmla="*/ 976312 h 1531937"/>
              <a:gd name="csX22" fmla="*/ 2876548 w 2959098"/>
              <a:gd name="csY22" fmla="*/ 1065212 h 1531937"/>
              <a:gd name="csX23" fmla="*/ 2657473 w 2959098"/>
              <a:gd name="csY23" fmla="*/ 1173162 h 1531937"/>
              <a:gd name="csX24" fmla="*/ 2740023 w 2959098"/>
              <a:gd name="csY24" fmla="*/ 1271587 h 1531937"/>
              <a:gd name="csX25" fmla="*/ 2647948 w 2959098"/>
              <a:gd name="csY25" fmla="*/ 1385887 h 1531937"/>
              <a:gd name="csX26" fmla="*/ 2412998 w 2959098"/>
              <a:gd name="csY26" fmla="*/ 1531937 h 1531937"/>
              <a:gd name="csX0" fmla="*/ 2412998 w 2959098"/>
              <a:gd name="csY0" fmla="*/ 1531937 h 1531937"/>
              <a:gd name="csX1" fmla="*/ 2336005 w 2959098"/>
              <a:gd name="csY1" fmla="*/ 1440656 h 1531937"/>
              <a:gd name="csX2" fmla="*/ 2244723 w 2959098"/>
              <a:gd name="csY2" fmla="*/ 1360487 h 1531937"/>
              <a:gd name="csX3" fmla="*/ 2101848 w 2959098"/>
              <a:gd name="csY3" fmla="*/ 1408112 h 1531937"/>
              <a:gd name="csX4" fmla="*/ 2206623 w 2959098"/>
              <a:gd name="csY4" fmla="*/ 1300162 h 1531937"/>
              <a:gd name="csX5" fmla="*/ 2193923 w 2959098"/>
              <a:gd name="csY5" fmla="*/ 1277937 h 1531937"/>
              <a:gd name="csX6" fmla="*/ 2062953 w 2959098"/>
              <a:gd name="csY6" fmla="*/ 1227930 h 1531937"/>
              <a:gd name="csX7" fmla="*/ 1812130 w 2959098"/>
              <a:gd name="csY7" fmla="*/ 1297780 h 1531937"/>
              <a:gd name="csX8" fmla="*/ 1893092 w 2959098"/>
              <a:gd name="csY8" fmla="*/ 1183480 h 1531937"/>
              <a:gd name="csX9" fmla="*/ 1609723 w 2959098"/>
              <a:gd name="csY9" fmla="*/ 1068387 h 1531937"/>
              <a:gd name="csX10" fmla="*/ 1382710 w 2959098"/>
              <a:gd name="csY10" fmla="*/ 1138237 h 1531937"/>
              <a:gd name="csX11" fmla="*/ 1482723 w 2959098"/>
              <a:gd name="csY11" fmla="*/ 1023937 h 1531937"/>
              <a:gd name="csX12" fmla="*/ 1320798 w 2959098"/>
              <a:gd name="csY12" fmla="*/ 947737 h 1531937"/>
              <a:gd name="csX13" fmla="*/ 1272380 w 2959098"/>
              <a:gd name="csY13" fmla="*/ 899318 h 1531937"/>
              <a:gd name="csX14" fmla="*/ 1262061 w 2959098"/>
              <a:gd name="csY14" fmla="*/ 864394 h 1531937"/>
              <a:gd name="csX15" fmla="*/ 305592 w 2959098"/>
              <a:gd name="csY15" fmla="*/ 521494 h 1531937"/>
              <a:gd name="csX16" fmla="*/ 94454 w 2959098"/>
              <a:gd name="csY16" fmla="*/ 567531 h 1531937"/>
              <a:gd name="csX17" fmla="*/ 276224 w 2959098"/>
              <a:gd name="csY17" fmla="*/ 483394 h 1531937"/>
              <a:gd name="csX18" fmla="*/ 0 w 2959098"/>
              <a:gd name="csY18" fmla="*/ 26194 h 1531937"/>
              <a:gd name="csX19" fmla="*/ 42861 w 2959098"/>
              <a:gd name="csY19" fmla="*/ 0 h 1531937"/>
              <a:gd name="csX20" fmla="*/ 459579 w 2959098"/>
              <a:gd name="csY20" fmla="*/ 392112 h 1531937"/>
              <a:gd name="csX21" fmla="*/ 590549 w 2959098"/>
              <a:gd name="csY21" fmla="*/ 423862 h 1531937"/>
              <a:gd name="csX22" fmla="*/ 2959098 w 2959098"/>
              <a:gd name="csY22" fmla="*/ 976312 h 1531937"/>
              <a:gd name="csX23" fmla="*/ 2876548 w 2959098"/>
              <a:gd name="csY23" fmla="*/ 1065212 h 1531937"/>
              <a:gd name="csX24" fmla="*/ 2657473 w 2959098"/>
              <a:gd name="csY24" fmla="*/ 1173162 h 1531937"/>
              <a:gd name="csX25" fmla="*/ 2740023 w 2959098"/>
              <a:gd name="csY25" fmla="*/ 1271587 h 1531937"/>
              <a:gd name="csX26" fmla="*/ 2647948 w 2959098"/>
              <a:gd name="csY26" fmla="*/ 1385887 h 1531937"/>
              <a:gd name="csX27" fmla="*/ 2412998 w 2959098"/>
              <a:gd name="csY27" fmla="*/ 1531937 h 1531937"/>
              <a:gd name="csX0" fmla="*/ 2412998 w 2959098"/>
              <a:gd name="csY0" fmla="*/ 1531937 h 1531937"/>
              <a:gd name="csX1" fmla="*/ 2336005 w 2959098"/>
              <a:gd name="csY1" fmla="*/ 1440656 h 1531937"/>
              <a:gd name="csX2" fmla="*/ 2244723 w 2959098"/>
              <a:gd name="csY2" fmla="*/ 1360487 h 1531937"/>
              <a:gd name="csX3" fmla="*/ 2101848 w 2959098"/>
              <a:gd name="csY3" fmla="*/ 1408112 h 1531937"/>
              <a:gd name="csX4" fmla="*/ 2206623 w 2959098"/>
              <a:gd name="csY4" fmla="*/ 1300162 h 1531937"/>
              <a:gd name="csX5" fmla="*/ 2193923 w 2959098"/>
              <a:gd name="csY5" fmla="*/ 1277937 h 1531937"/>
              <a:gd name="csX6" fmla="*/ 2062953 w 2959098"/>
              <a:gd name="csY6" fmla="*/ 1227930 h 1531937"/>
              <a:gd name="csX7" fmla="*/ 1812130 w 2959098"/>
              <a:gd name="csY7" fmla="*/ 1297780 h 1531937"/>
              <a:gd name="csX8" fmla="*/ 1893092 w 2959098"/>
              <a:gd name="csY8" fmla="*/ 1183480 h 1531937"/>
              <a:gd name="csX9" fmla="*/ 1609723 w 2959098"/>
              <a:gd name="csY9" fmla="*/ 1068387 h 1531937"/>
              <a:gd name="csX10" fmla="*/ 1382710 w 2959098"/>
              <a:gd name="csY10" fmla="*/ 1138237 h 1531937"/>
              <a:gd name="csX11" fmla="*/ 1482723 w 2959098"/>
              <a:gd name="csY11" fmla="*/ 1023937 h 1531937"/>
              <a:gd name="csX12" fmla="*/ 1320798 w 2959098"/>
              <a:gd name="csY12" fmla="*/ 947737 h 1531937"/>
              <a:gd name="csX13" fmla="*/ 1272380 w 2959098"/>
              <a:gd name="csY13" fmla="*/ 899318 h 1531937"/>
              <a:gd name="csX14" fmla="*/ 1262061 w 2959098"/>
              <a:gd name="csY14" fmla="*/ 864394 h 1531937"/>
              <a:gd name="csX15" fmla="*/ 305592 w 2959098"/>
              <a:gd name="csY15" fmla="*/ 521494 h 1531937"/>
              <a:gd name="csX16" fmla="*/ 94454 w 2959098"/>
              <a:gd name="csY16" fmla="*/ 567531 h 1531937"/>
              <a:gd name="csX17" fmla="*/ 276224 w 2959098"/>
              <a:gd name="csY17" fmla="*/ 483394 h 1531937"/>
              <a:gd name="csX18" fmla="*/ 0 w 2959098"/>
              <a:gd name="csY18" fmla="*/ 26194 h 1531937"/>
              <a:gd name="csX19" fmla="*/ 42861 w 2959098"/>
              <a:gd name="csY19" fmla="*/ 0 h 1531937"/>
              <a:gd name="csX20" fmla="*/ 459579 w 2959098"/>
              <a:gd name="csY20" fmla="*/ 392112 h 1531937"/>
              <a:gd name="csX21" fmla="*/ 590549 w 2959098"/>
              <a:gd name="csY21" fmla="*/ 423862 h 1531937"/>
              <a:gd name="csX22" fmla="*/ 645318 w 2959098"/>
              <a:gd name="csY22" fmla="*/ 442912 h 1531937"/>
              <a:gd name="csX23" fmla="*/ 2959098 w 2959098"/>
              <a:gd name="csY23" fmla="*/ 976312 h 1531937"/>
              <a:gd name="csX24" fmla="*/ 2876548 w 2959098"/>
              <a:gd name="csY24" fmla="*/ 1065212 h 1531937"/>
              <a:gd name="csX25" fmla="*/ 2657473 w 2959098"/>
              <a:gd name="csY25" fmla="*/ 1173162 h 1531937"/>
              <a:gd name="csX26" fmla="*/ 2740023 w 2959098"/>
              <a:gd name="csY26" fmla="*/ 1271587 h 1531937"/>
              <a:gd name="csX27" fmla="*/ 2647948 w 2959098"/>
              <a:gd name="csY27" fmla="*/ 1385887 h 1531937"/>
              <a:gd name="csX28" fmla="*/ 2412998 w 2959098"/>
              <a:gd name="csY28" fmla="*/ 1531937 h 1531937"/>
              <a:gd name="csX0" fmla="*/ 2412998 w 2959098"/>
              <a:gd name="csY0" fmla="*/ 1531937 h 1531937"/>
              <a:gd name="csX1" fmla="*/ 2336005 w 2959098"/>
              <a:gd name="csY1" fmla="*/ 1440656 h 1531937"/>
              <a:gd name="csX2" fmla="*/ 2244723 w 2959098"/>
              <a:gd name="csY2" fmla="*/ 1360487 h 1531937"/>
              <a:gd name="csX3" fmla="*/ 2101848 w 2959098"/>
              <a:gd name="csY3" fmla="*/ 1408112 h 1531937"/>
              <a:gd name="csX4" fmla="*/ 2206623 w 2959098"/>
              <a:gd name="csY4" fmla="*/ 1300162 h 1531937"/>
              <a:gd name="csX5" fmla="*/ 2193923 w 2959098"/>
              <a:gd name="csY5" fmla="*/ 1277937 h 1531937"/>
              <a:gd name="csX6" fmla="*/ 2062953 w 2959098"/>
              <a:gd name="csY6" fmla="*/ 1227930 h 1531937"/>
              <a:gd name="csX7" fmla="*/ 1812130 w 2959098"/>
              <a:gd name="csY7" fmla="*/ 1297780 h 1531937"/>
              <a:gd name="csX8" fmla="*/ 1893092 w 2959098"/>
              <a:gd name="csY8" fmla="*/ 1183480 h 1531937"/>
              <a:gd name="csX9" fmla="*/ 1609723 w 2959098"/>
              <a:gd name="csY9" fmla="*/ 1068387 h 1531937"/>
              <a:gd name="csX10" fmla="*/ 1382710 w 2959098"/>
              <a:gd name="csY10" fmla="*/ 1138237 h 1531937"/>
              <a:gd name="csX11" fmla="*/ 1482723 w 2959098"/>
              <a:gd name="csY11" fmla="*/ 1023937 h 1531937"/>
              <a:gd name="csX12" fmla="*/ 1320798 w 2959098"/>
              <a:gd name="csY12" fmla="*/ 947737 h 1531937"/>
              <a:gd name="csX13" fmla="*/ 1272380 w 2959098"/>
              <a:gd name="csY13" fmla="*/ 899318 h 1531937"/>
              <a:gd name="csX14" fmla="*/ 1262061 w 2959098"/>
              <a:gd name="csY14" fmla="*/ 864394 h 1531937"/>
              <a:gd name="csX15" fmla="*/ 305592 w 2959098"/>
              <a:gd name="csY15" fmla="*/ 521494 h 1531937"/>
              <a:gd name="csX16" fmla="*/ 94454 w 2959098"/>
              <a:gd name="csY16" fmla="*/ 567531 h 1531937"/>
              <a:gd name="csX17" fmla="*/ 276224 w 2959098"/>
              <a:gd name="csY17" fmla="*/ 483394 h 1531937"/>
              <a:gd name="csX18" fmla="*/ 0 w 2959098"/>
              <a:gd name="csY18" fmla="*/ 26194 h 1531937"/>
              <a:gd name="csX19" fmla="*/ 42861 w 2959098"/>
              <a:gd name="csY19" fmla="*/ 0 h 1531937"/>
              <a:gd name="csX20" fmla="*/ 459579 w 2959098"/>
              <a:gd name="csY20" fmla="*/ 392112 h 1531937"/>
              <a:gd name="csX21" fmla="*/ 590549 w 2959098"/>
              <a:gd name="csY21" fmla="*/ 423862 h 1531937"/>
              <a:gd name="csX22" fmla="*/ 638174 w 2959098"/>
              <a:gd name="csY22" fmla="*/ 457199 h 1531937"/>
              <a:gd name="csX23" fmla="*/ 2959098 w 2959098"/>
              <a:gd name="csY23" fmla="*/ 976312 h 1531937"/>
              <a:gd name="csX24" fmla="*/ 2876548 w 2959098"/>
              <a:gd name="csY24" fmla="*/ 1065212 h 1531937"/>
              <a:gd name="csX25" fmla="*/ 2657473 w 2959098"/>
              <a:gd name="csY25" fmla="*/ 1173162 h 1531937"/>
              <a:gd name="csX26" fmla="*/ 2740023 w 2959098"/>
              <a:gd name="csY26" fmla="*/ 1271587 h 1531937"/>
              <a:gd name="csX27" fmla="*/ 2647948 w 2959098"/>
              <a:gd name="csY27" fmla="*/ 1385887 h 1531937"/>
              <a:gd name="csX28" fmla="*/ 2412998 w 2959098"/>
              <a:gd name="csY28" fmla="*/ 1531937 h 1531937"/>
              <a:gd name="csX0" fmla="*/ 2412998 w 2959098"/>
              <a:gd name="csY0" fmla="*/ 1531937 h 1531937"/>
              <a:gd name="csX1" fmla="*/ 2336005 w 2959098"/>
              <a:gd name="csY1" fmla="*/ 1440656 h 1531937"/>
              <a:gd name="csX2" fmla="*/ 2244723 w 2959098"/>
              <a:gd name="csY2" fmla="*/ 1360487 h 1531937"/>
              <a:gd name="csX3" fmla="*/ 2101848 w 2959098"/>
              <a:gd name="csY3" fmla="*/ 1408112 h 1531937"/>
              <a:gd name="csX4" fmla="*/ 2206623 w 2959098"/>
              <a:gd name="csY4" fmla="*/ 1300162 h 1531937"/>
              <a:gd name="csX5" fmla="*/ 2193923 w 2959098"/>
              <a:gd name="csY5" fmla="*/ 1277937 h 1531937"/>
              <a:gd name="csX6" fmla="*/ 2062953 w 2959098"/>
              <a:gd name="csY6" fmla="*/ 1227930 h 1531937"/>
              <a:gd name="csX7" fmla="*/ 1812130 w 2959098"/>
              <a:gd name="csY7" fmla="*/ 1297780 h 1531937"/>
              <a:gd name="csX8" fmla="*/ 1893092 w 2959098"/>
              <a:gd name="csY8" fmla="*/ 1183480 h 1531937"/>
              <a:gd name="csX9" fmla="*/ 1609723 w 2959098"/>
              <a:gd name="csY9" fmla="*/ 1068387 h 1531937"/>
              <a:gd name="csX10" fmla="*/ 1382710 w 2959098"/>
              <a:gd name="csY10" fmla="*/ 1138237 h 1531937"/>
              <a:gd name="csX11" fmla="*/ 1482723 w 2959098"/>
              <a:gd name="csY11" fmla="*/ 1023937 h 1531937"/>
              <a:gd name="csX12" fmla="*/ 1320798 w 2959098"/>
              <a:gd name="csY12" fmla="*/ 947737 h 1531937"/>
              <a:gd name="csX13" fmla="*/ 1272380 w 2959098"/>
              <a:gd name="csY13" fmla="*/ 899318 h 1531937"/>
              <a:gd name="csX14" fmla="*/ 1262061 w 2959098"/>
              <a:gd name="csY14" fmla="*/ 864394 h 1531937"/>
              <a:gd name="csX15" fmla="*/ 305592 w 2959098"/>
              <a:gd name="csY15" fmla="*/ 521494 h 1531937"/>
              <a:gd name="csX16" fmla="*/ 94454 w 2959098"/>
              <a:gd name="csY16" fmla="*/ 567531 h 1531937"/>
              <a:gd name="csX17" fmla="*/ 276224 w 2959098"/>
              <a:gd name="csY17" fmla="*/ 483394 h 1531937"/>
              <a:gd name="csX18" fmla="*/ 0 w 2959098"/>
              <a:gd name="csY18" fmla="*/ 26194 h 1531937"/>
              <a:gd name="csX19" fmla="*/ 42861 w 2959098"/>
              <a:gd name="csY19" fmla="*/ 0 h 1531937"/>
              <a:gd name="csX20" fmla="*/ 459579 w 2959098"/>
              <a:gd name="csY20" fmla="*/ 392112 h 1531937"/>
              <a:gd name="csX21" fmla="*/ 590549 w 2959098"/>
              <a:gd name="csY21" fmla="*/ 423862 h 1531937"/>
              <a:gd name="csX22" fmla="*/ 647699 w 2959098"/>
              <a:gd name="csY22" fmla="*/ 454818 h 1531937"/>
              <a:gd name="csX23" fmla="*/ 2959098 w 2959098"/>
              <a:gd name="csY23" fmla="*/ 976312 h 1531937"/>
              <a:gd name="csX24" fmla="*/ 2876548 w 2959098"/>
              <a:gd name="csY24" fmla="*/ 1065212 h 1531937"/>
              <a:gd name="csX25" fmla="*/ 2657473 w 2959098"/>
              <a:gd name="csY25" fmla="*/ 1173162 h 1531937"/>
              <a:gd name="csX26" fmla="*/ 2740023 w 2959098"/>
              <a:gd name="csY26" fmla="*/ 1271587 h 1531937"/>
              <a:gd name="csX27" fmla="*/ 2647948 w 2959098"/>
              <a:gd name="csY27" fmla="*/ 1385887 h 1531937"/>
              <a:gd name="csX28" fmla="*/ 2412998 w 2959098"/>
              <a:gd name="csY28" fmla="*/ 1531937 h 1531937"/>
              <a:gd name="csX0" fmla="*/ 2412998 w 2959098"/>
              <a:gd name="csY0" fmla="*/ 1531937 h 1531937"/>
              <a:gd name="csX1" fmla="*/ 2336005 w 2959098"/>
              <a:gd name="csY1" fmla="*/ 1440656 h 1531937"/>
              <a:gd name="csX2" fmla="*/ 2244723 w 2959098"/>
              <a:gd name="csY2" fmla="*/ 1360487 h 1531937"/>
              <a:gd name="csX3" fmla="*/ 2101848 w 2959098"/>
              <a:gd name="csY3" fmla="*/ 1408112 h 1531937"/>
              <a:gd name="csX4" fmla="*/ 2206623 w 2959098"/>
              <a:gd name="csY4" fmla="*/ 1300162 h 1531937"/>
              <a:gd name="csX5" fmla="*/ 2193923 w 2959098"/>
              <a:gd name="csY5" fmla="*/ 1277937 h 1531937"/>
              <a:gd name="csX6" fmla="*/ 2062953 w 2959098"/>
              <a:gd name="csY6" fmla="*/ 1227930 h 1531937"/>
              <a:gd name="csX7" fmla="*/ 1812130 w 2959098"/>
              <a:gd name="csY7" fmla="*/ 1297780 h 1531937"/>
              <a:gd name="csX8" fmla="*/ 1893092 w 2959098"/>
              <a:gd name="csY8" fmla="*/ 1183480 h 1531937"/>
              <a:gd name="csX9" fmla="*/ 1609723 w 2959098"/>
              <a:gd name="csY9" fmla="*/ 1068387 h 1531937"/>
              <a:gd name="csX10" fmla="*/ 1382710 w 2959098"/>
              <a:gd name="csY10" fmla="*/ 1138237 h 1531937"/>
              <a:gd name="csX11" fmla="*/ 1482723 w 2959098"/>
              <a:gd name="csY11" fmla="*/ 1023937 h 1531937"/>
              <a:gd name="csX12" fmla="*/ 1320798 w 2959098"/>
              <a:gd name="csY12" fmla="*/ 947737 h 1531937"/>
              <a:gd name="csX13" fmla="*/ 1272380 w 2959098"/>
              <a:gd name="csY13" fmla="*/ 899318 h 1531937"/>
              <a:gd name="csX14" fmla="*/ 1262061 w 2959098"/>
              <a:gd name="csY14" fmla="*/ 864394 h 1531937"/>
              <a:gd name="csX15" fmla="*/ 305592 w 2959098"/>
              <a:gd name="csY15" fmla="*/ 521494 h 1531937"/>
              <a:gd name="csX16" fmla="*/ 94454 w 2959098"/>
              <a:gd name="csY16" fmla="*/ 567531 h 1531937"/>
              <a:gd name="csX17" fmla="*/ 276224 w 2959098"/>
              <a:gd name="csY17" fmla="*/ 483394 h 1531937"/>
              <a:gd name="csX18" fmla="*/ 0 w 2959098"/>
              <a:gd name="csY18" fmla="*/ 26194 h 1531937"/>
              <a:gd name="csX19" fmla="*/ 42861 w 2959098"/>
              <a:gd name="csY19" fmla="*/ 0 h 1531937"/>
              <a:gd name="csX20" fmla="*/ 459579 w 2959098"/>
              <a:gd name="csY20" fmla="*/ 392112 h 1531937"/>
              <a:gd name="csX21" fmla="*/ 590549 w 2959098"/>
              <a:gd name="csY21" fmla="*/ 423862 h 1531937"/>
              <a:gd name="csX22" fmla="*/ 647699 w 2959098"/>
              <a:gd name="csY22" fmla="*/ 454818 h 1531937"/>
              <a:gd name="csX23" fmla="*/ 2231230 w 2959098"/>
              <a:gd name="csY23" fmla="*/ 814387 h 1531937"/>
              <a:gd name="csX24" fmla="*/ 2959098 w 2959098"/>
              <a:gd name="csY24" fmla="*/ 976312 h 1531937"/>
              <a:gd name="csX25" fmla="*/ 2876548 w 2959098"/>
              <a:gd name="csY25" fmla="*/ 1065212 h 1531937"/>
              <a:gd name="csX26" fmla="*/ 2657473 w 2959098"/>
              <a:gd name="csY26" fmla="*/ 1173162 h 1531937"/>
              <a:gd name="csX27" fmla="*/ 2740023 w 2959098"/>
              <a:gd name="csY27" fmla="*/ 1271587 h 1531937"/>
              <a:gd name="csX28" fmla="*/ 2647948 w 2959098"/>
              <a:gd name="csY28" fmla="*/ 1385887 h 1531937"/>
              <a:gd name="csX29" fmla="*/ 2412998 w 2959098"/>
              <a:gd name="csY29" fmla="*/ 1531937 h 1531937"/>
              <a:gd name="csX0" fmla="*/ 2412998 w 2959098"/>
              <a:gd name="csY0" fmla="*/ 1531937 h 1531937"/>
              <a:gd name="csX1" fmla="*/ 2336005 w 2959098"/>
              <a:gd name="csY1" fmla="*/ 1440656 h 1531937"/>
              <a:gd name="csX2" fmla="*/ 2244723 w 2959098"/>
              <a:gd name="csY2" fmla="*/ 1360487 h 1531937"/>
              <a:gd name="csX3" fmla="*/ 2101848 w 2959098"/>
              <a:gd name="csY3" fmla="*/ 1408112 h 1531937"/>
              <a:gd name="csX4" fmla="*/ 2206623 w 2959098"/>
              <a:gd name="csY4" fmla="*/ 1300162 h 1531937"/>
              <a:gd name="csX5" fmla="*/ 2193923 w 2959098"/>
              <a:gd name="csY5" fmla="*/ 1277937 h 1531937"/>
              <a:gd name="csX6" fmla="*/ 2062953 w 2959098"/>
              <a:gd name="csY6" fmla="*/ 1227930 h 1531937"/>
              <a:gd name="csX7" fmla="*/ 1812130 w 2959098"/>
              <a:gd name="csY7" fmla="*/ 1297780 h 1531937"/>
              <a:gd name="csX8" fmla="*/ 1893092 w 2959098"/>
              <a:gd name="csY8" fmla="*/ 1183480 h 1531937"/>
              <a:gd name="csX9" fmla="*/ 1609723 w 2959098"/>
              <a:gd name="csY9" fmla="*/ 1068387 h 1531937"/>
              <a:gd name="csX10" fmla="*/ 1382710 w 2959098"/>
              <a:gd name="csY10" fmla="*/ 1138237 h 1531937"/>
              <a:gd name="csX11" fmla="*/ 1482723 w 2959098"/>
              <a:gd name="csY11" fmla="*/ 1023937 h 1531937"/>
              <a:gd name="csX12" fmla="*/ 1320798 w 2959098"/>
              <a:gd name="csY12" fmla="*/ 947737 h 1531937"/>
              <a:gd name="csX13" fmla="*/ 1272380 w 2959098"/>
              <a:gd name="csY13" fmla="*/ 899318 h 1531937"/>
              <a:gd name="csX14" fmla="*/ 1262061 w 2959098"/>
              <a:gd name="csY14" fmla="*/ 864394 h 1531937"/>
              <a:gd name="csX15" fmla="*/ 305592 w 2959098"/>
              <a:gd name="csY15" fmla="*/ 521494 h 1531937"/>
              <a:gd name="csX16" fmla="*/ 94454 w 2959098"/>
              <a:gd name="csY16" fmla="*/ 567531 h 1531937"/>
              <a:gd name="csX17" fmla="*/ 276224 w 2959098"/>
              <a:gd name="csY17" fmla="*/ 483394 h 1531937"/>
              <a:gd name="csX18" fmla="*/ 0 w 2959098"/>
              <a:gd name="csY18" fmla="*/ 26194 h 1531937"/>
              <a:gd name="csX19" fmla="*/ 42861 w 2959098"/>
              <a:gd name="csY19" fmla="*/ 0 h 1531937"/>
              <a:gd name="csX20" fmla="*/ 459579 w 2959098"/>
              <a:gd name="csY20" fmla="*/ 392112 h 1531937"/>
              <a:gd name="csX21" fmla="*/ 590549 w 2959098"/>
              <a:gd name="csY21" fmla="*/ 423862 h 1531937"/>
              <a:gd name="csX22" fmla="*/ 647699 w 2959098"/>
              <a:gd name="csY22" fmla="*/ 454818 h 1531937"/>
              <a:gd name="csX23" fmla="*/ 2238374 w 2959098"/>
              <a:gd name="csY23" fmla="*/ 804862 h 1531937"/>
              <a:gd name="csX24" fmla="*/ 2959098 w 2959098"/>
              <a:gd name="csY24" fmla="*/ 976312 h 1531937"/>
              <a:gd name="csX25" fmla="*/ 2876548 w 2959098"/>
              <a:gd name="csY25" fmla="*/ 1065212 h 1531937"/>
              <a:gd name="csX26" fmla="*/ 2657473 w 2959098"/>
              <a:gd name="csY26" fmla="*/ 1173162 h 1531937"/>
              <a:gd name="csX27" fmla="*/ 2740023 w 2959098"/>
              <a:gd name="csY27" fmla="*/ 1271587 h 1531937"/>
              <a:gd name="csX28" fmla="*/ 2647948 w 2959098"/>
              <a:gd name="csY28" fmla="*/ 1385887 h 1531937"/>
              <a:gd name="csX29" fmla="*/ 2412998 w 2959098"/>
              <a:gd name="csY29" fmla="*/ 1531937 h 1531937"/>
              <a:gd name="csX0" fmla="*/ 2412998 w 2959098"/>
              <a:gd name="csY0" fmla="*/ 1531937 h 1531937"/>
              <a:gd name="csX1" fmla="*/ 2336005 w 2959098"/>
              <a:gd name="csY1" fmla="*/ 1440656 h 1531937"/>
              <a:gd name="csX2" fmla="*/ 2244723 w 2959098"/>
              <a:gd name="csY2" fmla="*/ 1360487 h 1531937"/>
              <a:gd name="csX3" fmla="*/ 2101848 w 2959098"/>
              <a:gd name="csY3" fmla="*/ 1408112 h 1531937"/>
              <a:gd name="csX4" fmla="*/ 2206623 w 2959098"/>
              <a:gd name="csY4" fmla="*/ 1300162 h 1531937"/>
              <a:gd name="csX5" fmla="*/ 2193923 w 2959098"/>
              <a:gd name="csY5" fmla="*/ 1277937 h 1531937"/>
              <a:gd name="csX6" fmla="*/ 2062953 w 2959098"/>
              <a:gd name="csY6" fmla="*/ 1227930 h 1531937"/>
              <a:gd name="csX7" fmla="*/ 1812130 w 2959098"/>
              <a:gd name="csY7" fmla="*/ 1297780 h 1531937"/>
              <a:gd name="csX8" fmla="*/ 1893092 w 2959098"/>
              <a:gd name="csY8" fmla="*/ 1183480 h 1531937"/>
              <a:gd name="csX9" fmla="*/ 1609723 w 2959098"/>
              <a:gd name="csY9" fmla="*/ 1068387 h 1531937"/>
              <a:gd name="csX10" fmla="*/ 1382710 w 2959098"/>
              <a:gd name="csY10" fmla="*/ 1138237 h 1531937"/>
              <a:gd name="csX11" fmla="*/ 1482723 w 2959098"/>
              <a:gd name="csY11" fmla="*/ 1023937 h 1531937"/>
              <a:gd name="csX12" fmla="*/ 1320798 w 2959098"/>
              <a:gd name="csY12" fmla="*/ 947737 h 1531937"/>
              <a:gd name="csX13" fmla="*/ 1272380 w 2959098"/>
              <a:gd name="csY13" fmla="*/ 899318 h 1531937"/>
              <a:gd name="csX14" fmla="*/ 1262061 w 2959098"/>
              <a:gd name="csY14" fmla="*/ 864394 h 1531937"/>
              <a:gd name="csX15" fmla="*/ 305592 w 2959098"/>
              <a:gd name="csY15" fmla="*/ 521494 h 1531937"/>
              <a:gd name="csX16" fmla="*/ 94454 w 2959098"/>
              <a:gd name="csY16" fmla="*/ 567531 h 1531937"/>
              <a:gd name="csX17" fmla="*/ 276224 w 2959098"/>
              <a:gd name="csY17" fmla="*/ 483394 h 1531937"/>
              <a:gd name="csX18" fmla="*/ 0 w 2959098"/>
              <a:gd name="csY18" fmla="*/ 26194 h 1531937"/>
              <a:gd name="csX19" fmla="*/ 42861 w 2959098"/>
              <a:gd name="csY19" fmla="*/ 0 h 1531937"/>
              <a:gd name="csX20" fmla="*/ 459579 w 2959098"/>
              <a:gd name="csY20" fmla="*/ 392112 h 1531937"/>
              <a:gd name="csX21" fmla="*/ 590549 w 2959098"/>
              <a:gd name="csY21" fmla="*/ 423862 h 1531937"/>
              <a:gd name="csX22" fmla="*/ 647699 w 2959098"/>
              <a:gd name="csY22" fmla="*/ 454818 h 1531937"/>
              <a:gd name="csX23" fmla="*/ 2238374 w 2959098"/>
              <a:gd name="csY23" fmla="*/ 804862 h 1531937"/>
              <a:gd name="csX24" fmla="*/ 2959098 w 2959098"/>
              <a:gd name="csY24" fmla="*/ 976312 h 1531937"/>
              <a:gd name="csX25" fmla="*/ 2876548 w 2959098"/>
              <a:gd name="csY25" fmla="*/ 1065212 h 1531937"/>
              <a:gd name="csX26" fmla="*/ 2657473 w 2959098"/>
              <a:gd name="csY26" fmla="*/ 1173162 h 1531937"/>
              <a:gd name="csX27" fmla="*/ 2740023 w 2959098"/>
              <a:gd name="csY27" fmla="*/ 1271587 h 1531937"/>
              <a:gd name="csX28" fmla="*/ 2647948 w 2959098"/>
              <a:gd name="csY28" fmla="*/ 1385887 h 1531937"/>
              <a:gd name="csX29" fmla="*/ 2412998 w 2959098"/>
              <a:gd name="csY29" fmla="*/ 1531937 h 1531937"/>
              <a:gd name="csX0" fmla="*/ 2412998 w 2959098"/>
              <a:gd name="csY0" fmla="*/ 1531937 h 1531937"/>
              <a:gd name="csX1" fmla="*/ 2336005 w 2959098"/>
              <a:gd name="csY1" fmla="*/ 1440656 h 1531937"/>
              <a:gd name="csX2" fmla="*/ 2244723 w 2959098"/>
              <a:gd name="csY2" fmla="*/ 1360487 h 1531937"/>
              <a:gd name="csX3" fmla="*/ 2101848 w 2959098"/>
              <a:gd name="csY3" fmla="*/ 1408112 h 1531937"/>
              <a:gd name="csX4" fmla="*/ 2206623 w 2959098"/>
              <a:gd name="csY4" fmla="*/ 1300162 h 1531937"/>
              <a:gd name="csX5" fmla="*/ 2193923 w 2959098"/>
              <a:gd name="csY5" fmla="*/ 1277937 h 1531937"/>
              <a:gd name="csX6" fmla="*/ 2062953 w 2959098"/>
              <a:gd name="csY6" fmla="*/ 1227930 h 1531937"/>
              <a:gd name="csX7" fmla="*/ 1812130 w 2959098"/>
              <a:gd name="csY7" fmla="*/ 1297780 h 1531937"/>
              <a:gd name="csX8" fmla="*/ 1893092 w 2959098"/>
              <a:gd name="csY8" fmla="*/ 1183480 h 1531937"/>
              <a:gd name="csX9" fmla="*/ 1609723 w 2959098"/>
              <a:gd name="csY9" fmla="*/ 1068387 h 1531937"/>
              <a:gd name="csX10" fmla="*/ 1382710 w 2959098"/>
              <a:gd name="csY10" fmla="*/ 1138237 h 1531937"/>
              <a:gd name="csX11" fmla="*/ 1482723 w 2959098"/>
              <a:gd name="csY11" fmla="*/ 1023937 h 1531937"/>
              <a:gd name="csX12" fmla="*/ 1320798 w 2959098"/>
              <a:gd name="csY12" fmla="*/ 947737 h 1531937"/>
              <a:gd name="csX13" fmla="*/ 1272380 w 2959098"/>
              <a:gd name="csY13" fmla="*/ 899318 h 1531937"/>
              <a:gd name="csX14" fmla="*/ 1262061 w 2959098"/>
              <a:gd name="csY14" fmla="*/ 864394 h 1531937"/>
              <a:gd name="csX15" fmla="*/ 305592 w 2959098"/>
              <a:gd name="csY15" fmla="*/ 521494 h 1531937"/>
              <a:gd name="csX16" fmla="*/ 94454 w 2959098"/>
              <a:gd name="csY16" fmla="*/ 567531 h 1531937"/>
              <a:gd name="csX17" fmla="*/ 276224 w 2959098"/>
              <a:gd name="csY17" fmla="*/ 483394 h 1531937"/>
              <a:gd name="csX18" fmla="*/ 0 w 2959098"/>
              <a:gd name="csY18" fmla="*/ 26194 h 1531937"/>
              <a:gd name="csX19" fmla="*/ 42861 w 2959098"/>
              <a:gd name="csY19" fmla="*/ 0 h 1531937"/>
              <a:gd name="csX20" fmla="*/ 459579 w 2959098"/>
              <a:gd name="csY20" fmla="*/ 392112 h 1531937"/>
              <a:gd name="csX21" fmla="*/ 590549 w 2959098"/>
              <a:gd name="csY21" fmla="*/ 423862 h 1531937"/>
              <a:gd name="csX22" fmla="*/ 647699 w 2959098"/>
              <a:gd name="csY22" fmla="*/ 454818 h 1531937"/>
              <a:gd name="csX23" fmla="*/ 2238374 w 2959098"/>
              <a:gd name="csY23" fmla="*/ 797719 h 1531937"/>
              <a:gd name="csX24" fmla="*/ 2959098 w 2959098"/>
              <a:gd name="csY24" fmla="*/ 976312 h 1531937"/>
              <a:gd name="csX25" fmla="*/ 2876548 w 2959098"/>
              <a:gd name="csY25" fmla="*/ 1065212 h 1531937"/>
              <a:gd name="csX26" fmla="*/ 2657473 w 2959098"/>
              <a:gd name="csY26" fmla="*/ 1173162 h 1531937"/>
              <a:gd name="csX27" fmla="*/ 2740023 w 2959098"/>
              <a:gd name="csY27" fmla="*/ 1271587 h 1531937"/>
              <a:gd name="csX28" fmla="*/ 2647948 w 2959098"/>
              <a:gd name="csY28" fmla="*/ 1385887 h 1531937"/>
              <a:gd name="csX29" fmla="*/ 2412998 w 2959098"/>
              <a:gd name="csY29" fmla="*/ 1531937 h 153193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</a:cxnLst>
            <a:rect l="l" t="t" r="r" b="b"/>
            <a:pathLst>
              <a:path w="2959098" h="1531937">
                <a:moveTo>
                  <a:pt x="2412998" y="1531937"/>
                </a:moveTo>
                <a:lnTo>
                  <a:pt x="2336005" y="1440656"/>
                </a:lnTo>
                <a:lnTo>
                  <a:pt x="2244723" y="1360487"/>
                </a:lnTo>
                <a:cubicBezTo>
                  <a:pt x="2205697" y="1355063"/>
                  <a:pt x="2112961" y="1430073"/>
                  <a:pt x="2101848" y="1408112"/>
                </a:cubicBezTo>
                <a:cubicBezTo>
                  <a:pt x="2090735" y="1386151"/>
                  <a:pt x="2191277" y="1321858"/>
                  <a:pt x="2206623" y="1300162"/>
                </a:cubicBezTo>
                <a:cubicBezTo>
                  <a:pt x="2202390" y="1292754"/>
                  <a:pt x="2217868" y="1289976"/>
                  <a:pt x="2193923" y="1277937"/>
                </a:cubicBezTo>
                <a:cubicBezTo>
                  <a:pt x="2169978" y="1265898"/>
                  <a:pt x="2126585" y="1224623"/>
                  <a:pt x="2062953" y="1227930"/>
                </a:cubicBezTo>
                <a:cubicBezTo>
                  <a:pt x="1999321" y="1231237"/>
                  <a:pt x="1804193" y="1343024"/>
                  <a:pt x="1812130" y="1297780"/>
                </a:cubicBezTo>
                <a:cubicBezTo>
                  <a:pt x="1820067" y="1252536"/>
                  <a:pt x="1866105" y="1221580"/>
                  <a:pt x="1893092" y="1183480"/>
                </a:cubicBezTo>
                <a:cubicBezTo>
                  <a:pt x="1859358" y="1145248"/>
                  <a:pt x="1682086" y="1081484"/>
                  <a:pt x="1609723" y="1068387"/>
                </a:cubicBezTo>
                <a:cubicBezTo>
                  <a:pt x="1534052" y="1091670"/>
                  <a:pt x="1444094" y="1138766"/>
                  <a:pt x="1382710" y="1138237"/>
                </a:cubicBezTo>
                <a:cubicBezTo>
                  <a:pt x="1321326" y="1137708"/>
                  <a:pt x="1493042" y="1055687"/>
                  <a:pt x="1482723" y="1023937"/>
                </a:cubicBezTo>
                <a:lnTo>
                  <a:pt x="1320798" y="947737"/>
                </a:lnTo>
                <a:lnTo>
                  <a:pt x="1272380" y="899318"/>
                </a:lnTo>
                <a:lnTo>
                  <a:pt x="1262061" y="864394"/>
                </a:lnTo>
                <a:lnTo>
                  <a:pt x="305592" y="521494"/>
                </a:lnTo>
                <a:lnTo>
                  <a:pt x="94454" y="567531"/>
                </a:lnTo>
                <a:lnTo>
                  <a:pt x="276224" y="483394"/>
                </a:lnTo>
                <a:lnTo>
                  <a:pt x="0" y="26194"/>
                </a:lnTo>
                <a:lnTo>
                  <a:pt x="42861" y="0"/>
                </a:lnTo>
                <a:lnTo>
                  <a:pt x="459579" y="392112"/>
                </a:lnTo>
                <a:lnTo>
                  <a:pt x="590549" y="423862"/>
                </a:lnTo>
                <a:lnTo>
                  <a:pt x="647699" y="454818"/>
                </a:lnTo>
                <a:cubicBezTo>
                  <a:pt x="922336" y="518318"/>
                  <a:pt x="1853141" y="710803"/>
                  <a:pt x="2238374" y="797719"/>
                </a:cubicBezTo>
                <a:cubicBezTo>
                  <a:pt x="2623607" y="884635"/>
                  <a:pt x="2852736" y="932920"/>
                  <a:pt x="2959098" y="976312"/>
                </a:cubicBezTo>
                <a:lnTo>
                  <a:pt x="2876548" y="1065212"/>
                </a:lnTo>
                <a:lnTo>
                  <a:pt x="2657473" y="1173162"/>
                </a:lnTo>
                <a:lnTo>
                  <a:pt x="2740023" y="1271587"/>
                </a:lnTo>
                <a:cubicBezTo>
                  <a:pt x="2738436" y="1307041"/>
                  <a:pt x="2702452" y="1342495"/>
                  <a:pt x="2647948" y="1385887"/>
                </a:cubicBezTo>
                <a:cubicBezTo>
                  <a:pt x="2593444" y="1429279"/>
                  <a:pt x="2464988" y="1522809"/>
                  <a:pt x="2412998" y="1531937"/>
                </a:cubicBezTo>
                <a:close/>
              </a:path>
            </a:pathLst>
          </a:custGeom>
          <a:solidFill>
            <a:schemeClr val="accent1">
              <a:alpha val="25000"/>
            </a:schemeClr>
          </a:solidFill>
          <a:ln w="1270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BEFD98A-B375-1E32-47D2-262E87ADC2D6}"/>
              </a:ext>
            </a:extLst>
          </p:cNvPr>
          <p:cNvGrpSpPr/>
          <p:nvPr/>
        </p:nvGrpSpPr>
        <p:grpSpPr>
          <a:xfrm>
            <a:off x="7920715" y="1874633"/>
            <a:ext cx="1163951" cy="1207295"/>
            <a:chOff x="7920715" y="2203404"/>
            <a:chExt cx="1163951" cy="120729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5AC17F41-19CC-ECD8-653D-36A92F187087}"/>
                </a:ext>
              </a:extLst>
            </p:cNvPr>
            <p:cNvSpPr txBox="1"/>
            <p:nvPr/>
          </p:nvSpPr>
          <p:spPr>
            <a:xfrm>
              <a:off x="7920715" y="2203404"/>
              <a:ext cx="1163951" cy="369332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Fuselage</a:t>
              </a: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3C092B4-6414-BFB4-AC00-67CE8C3C5E18}"/>
                </a:ext>
              </a:extLst>
            </p:cNvPr>
            <p:cNvCxnSpPr>
              <a:cxnSpLocks/>
              <a:stCxn id="10" idx="2"/>
              <a:endCxn id="6" idx="6"/>
            </p:cNvCxnSpPr>
            <p:nvPr/>
          </p:nvCxnSpPr>
          <p:spPr>
            <a:xfrm>
              <a:off x="8502691" y="2572736"/>
              <a:ext cx="0" cy="837963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13D6BC7A-530B-B830-2025-1BDCFDF29A64}"/>
              </a:ext>
            </a:extLst>
          </p:cNvPr>
          <p:cNvSpPr/>
          <p:nvPr/>
        </p:nvSpPr>
        <p:spPr>
          <a:xfrm>
            <a:off x="6704011" y="4252699"/>
            <a:ext cx="677221" cy="697759"/>
          </a:xfrm>
          <a:custGeom>
            <a:avLst/>
            <a:gdLst>
              <a:gd name="csX0" fmla="*/ 393700 w 641350"/>
              <a:gd name="csY0" fmla="*/ 692150 h 692150"/>
              <a:gd name="csX1" fmla="*/ 457200 w 641350"/>
              <a:gd name="csY1" fmla="*/ 685800 h 692150"/>
              <a:gd name="csX2" fmla="*/ 641350 w 641350"/>
              <a:gd name="csY2" fmla="*/ 361950 h 692150"/>
              <a:gd name="csX3" fmla="*/ 590550 w 641350"/>
              <a:gd name="csY3" fmla="*/ 311150 h 692150"/>
              <a:gd name="csX4" fmla="*/ 450850 w 641350"/>
              <a:gd name="csY4" fmla="*/ 304800 h 692150"/>
              <a:gd name="csX5" fmla="*/ 425450 w 641350"/>
              <a:gd name="csY5" fmla="*/ 254000 h 692150"/>
              <a:gd name="csX6" fmla="*/ 527050 w 641350"/>
              <a:gd name="csY6" fmla="*/ 165100 h 692150"/>
              <a:gd name="csX7" fmla="*/ 641350 w 641350"/>
              <a:gd name="csY7" fmla="*/ 0 h 692150"/>
              <a:gd name="csX8" fmla="*/ 0 w 641350"/>
              <a:gd name="csY8" fmla="*/ 184150 h 692150"/>
              <a:gd name="csX9" fmla="*/ 381000 w 641350"/>
              <a:gd name="csY9" fmla="*/ 501650 h 692150"/>
              <a:gd name="csX10" fmla="*/ 393700 w 641350"/>
              <a:gd name="csY10" fmla="*/ 692150 h 692150"/>
              <a:gd name="csX0" fmla="*/ 393700 w 641350"/>
              <a:gd name="csY0" fmla="*/ 692150 h 692150"/>
              <a:gd name="csX1" fmla="*/ 457200 w 641350"/>
              <a:gd name="csY1" fmla="*/ 685800 h 692150"/>
              <a:gd name="csX2" fmla="*/ 641350 w 641350"/>
              <a:gd name="csY2" fmla="*/ 361950 h 692150"/>
              <a:gd name="csX3" fmla="*/ 590550 w 641350"/>
              <a:gd name="csY3" fmla="*/ 311150 h 692150"/>
              <a:gd name="csX4" fmla="*/ 450850 w 641350"/>
              <a:gd name="csY4" fmla="*/ 304800 h 692150"/>
              <a:gd name="csX5" fmla="*/ 425450 w 641350"/>
              <a:gd name="csY5" fmla="*/ 254000 h 692150"/>
              <a:gd name="csX6" fmla="*/ 527050 w 641350"/>
              <a:gd name="csY6" fmla="*/ 165100 h 692150"/>
              <a:gd name="csX7" fmla="*/ 641350 w 641350"/>
              <a:gd name="csY7" fmla="*/ 0 h 692150"/>
              <a:gd name="csX8" fmla="*/ 0 w 641350"/>
              <a:gd name="csY8" fmla="*/ 184150 h 692150"/>
              <a:gd name="csX9" fmla="*/ 263525 w 641350"/>
              <a:gd name="csY9" fmla="*/ 402431 h 692150"/>
              <a:gd name="csX10" fmla="*/ 381000 w 641350"/>
              <a:gd name="csY10" fmla="*/ 501650 h 692150"/>
              <a:gd name="csX11" fmla="*/ 393700 w 641350"/>
              <a:gd name="csY11" fmla="*/ 692150 h 692150"/>
              <a:gd name="csX0" fmla="*/ 393700 w 641350"/>
              <a:gd name="csY0" fmla="*/ 692150 h 692150"/>
              <a:gd name="csX1" fmla="*/ 457200 w 641350"/>
              <a:gd name="csY1" fmla="*/ 685800 h 692150"/>
              <a:gd name="csX2" fmla="*/ 641350 w 641350"/>
              <a:gd name="csY2" fmla="*/ 361950 h 692150"/>
              <a:gd name="csX3" fmla="*/ 590550 w 641350"/>
              <a:gd name="csY3" fmla="*/ 311150 h 692150"/>
              <a:gd name="csX4" fmla="*/ 450850 w 641350"/>
              <a:gd name="csY4" fmla="*/ 304800 h 692150"/>
              <a:gd name="csX5" fmla="*/ 425450 w 641350"/>
              <a:gd name="csY5" fmla="*/ 254000 h 692150"/>
              <a:gd name="csX6" fmla="*/ 527050 w 641350"/>
              <a:gd name="csY6" fmla="*/ 165100 h 692150"/>
              <a:gd name="csX7" fmla="*/ 641350 w 641350"/>
              <a:gd name="csY7" fmla="*/ 0 h 692150"/>
              <a:gd name="csX8" fmla="*/ 0 w 641350"/>
              <a:gd name="csY8" fmla="*/ 184150 h 692150"/>
              <a:gd name="csX9" fmla="*/ 234950 w 641350"/>
              <a:gd name="csY9" fmla="*/ 421481 h 692150"/>
              <a:gd name="csX10" fmla="*/ 381000 w 641350"/>
              <a:gd name="csY10" fmla="*/ 501650 h 692150"/>
              <a:gd name="csX11" fmla="*/ 393700 w 641350"/>
              <a:gd name="csY11" fmla="*/ 692150 h 692150"/>
              <a:gd name="csX0" fmla="*/ 393700 w 641350"/>
              <a:gd name="csY0" fmla="*/ 692150 h 692150"/>
              <a:gd name="csX1" fmla="*/ 450056 w 641350"/>
              <a:gd name="csY1" fmla="*/ 688181 h 692150"/>
              <a:gd name="csX2" fmla="*/ 641350 w 641350"/>
              <a:gd name="csY2" fmla="*/ 361950 h 692150"/>
              <a:gd name="csX3" fmla="*/ 590550 w 641350"/>
              <a:gd name="csY3" fmla="*/ 311150 h 692150"/>
              <a:gd name="csX4" fmla="*/ 450850 w 641350"/>
              <a:gd name="csY4" fmla="*/ 304800 h 692150"/>
              <a:gd name="csX5" fmla="*/ 425450 w 641350"/>
              <a:gd name="csY5" fmla="*/ 254000 h 692150"/>
              <a:gd name="csX6" fmla="*/ 527050 w 641350"/>
              <a:gd name="csY6" fmla="*/ 165100 h 692150"/>
              <a:gd name="csX7" fmla="*/ 641350 w 641350"/>
              <a:gd name="csY7" fmla="*/ 0 h 692150"/>
              <a:gd name="csX8" fmla="*/ 0 w 641350"/>
              <a:gd name="csY8" fmla="*/ 184150 h 692150"/>
              <a:gd name="csX9" fmla="*/ 234950 w 641350"/>
              <a:gd name="csY9" fmla="*/ 421481 h 692150"/>
              <a:gd name="csX10" fmla="*/ 381000 w 641350"/>
              <a:gd name="csY10" fmla="*/ 501650 h 692150"/>
              <a:gd name="csX11" fmla="*/ 393700 w 641350"/>
              <a:gd name="csY11" fmla="*/ 692150 h 692150"/>
              <a:gd name="csX0" fmla="*/ 386556 w 641350"/>
              <a:gd name="csY0" fmla="*/ 685007 h 688181"/>
              <a:gd name="csX1" fmla="*/ 450056 w 641350"/>
              <a:gd name="csY1" fmla="*/ 688181 h 688181"/>
              <a:gd name="csX2" fmla="*/ 641350 w 641350"/>
              <a:gd name="csY2" fmla="*/ 361950 h 688181"/>
              <a:gd name="csX3" fmla="*/ 590550 w 641350"/>
              <a:gd name="csY3" fmla="*/ 311150 h 688181"/>
              <a:gd name="csX4" fmla="*/ 450850 w 641350"/>
              <a:gd name="csY4" fmla="*/ 304800 h 688181"/>
              <a:gd name="csX5" fmla="*/ 425450 w 641350"/>
              <a:gd name="csY5" fmla="*/ 254000 h 688181"/>
              <a:gd name="csX6" fmla="*/ 527050 w 641350"/>
              <a:gd name="csY6" fmla="*/ 165100 h 688181"/>
              <a:gd name="csX7" fmla="*/ 641350 w 641350"/>
              <a:gd name="csY7" fmla="*/ 0 h 688181"/>
              <a:gd name="csX8" fmla="*/ 0 w 641350"/>
              <a:gd name="csY8" fmla="*/ 184150 h 688181"/>
              <a:gd name="csX9" fmla="*/ 234950 w 641350"/>
              <a:gd name="csY9" fmla="*/ 421481 h 688181"/>
              <a:gd name="csX10" fmla="*/ 381000 w 641350"/>
              <a:gd name="csY10" fmla="*/ 501650 h 688181"/>
              <a:gd name="csX11" fmla="*/ 386556 w 641350"/>
              <a:gd name="csY11" fmla="*/ 685007 h 688181"/>
              <a:gd name="csX0" fmla="*/ 386556 w 641350"/>
              <a:gd name="csY0" fmla="*/ 685007 h 688181"/>
              <a:gd name="csX1" fmla="*/ 450056 w 641350"/>
              <a:gd name="csY1" fmla="*/ 688181 h 688181"/>
              <a:gd name="csX2" fmla="*/ 641350 w 641350"/>
              <a:gd name="csY2" fmla="*/ 361950 h 688181"/>
              <a:gd name="csX3" fmla="*/ 590550 w 641350"/>
              <a:gd name="csY3" fmla="*/ 311150 h 688181"/>
              <a:gd name="csX4" fmla="*/ 450850 w 641350"/>
              <a:gd name="csY4" fmla="*/ 304800 h 688181"/>
              <a:gd name="csX5" fmla="*/ 425450 w 641350"/>
              <a:gd name="csY5" fmla="*/ 254000 h 688181"/>
              <a:gd name="csX6" fmla="*/ 527050 w 641350"/>
              <a:gd name="csY6" fmla="*/ 165100 h 688181"/>
              <a:gd name="csX7" fmla="*/ 641350 w 641350"/>
              <a:gd name="csY7" fmla="*/ 0 h 688181"/>
              <a:gd name="csX8" fmla="*/ 0 w 641350"/>
              <a:gd name="csY8" fmla="*/ 184150 h 688181"/>
              <a:gd name="csX9" fmla="*/ 234950 w 641350"/>
              <a:gd name="csY9" fmla="*/ 421481 h 688181"/>
              <a:gd name="csX10" fmla="*/ 381000 w 641350"/>
              <a:gd name="csY10" fmla="*/ 501650 h 688181"/>
              <a:gd name="csX11" fmla="*/ 386556 w 641350"/>
              <a:gd name="csY11" fmla="*/ 685007 h 688181"/>
              <a:gd name="csX0" fmla="*/ 386556 w 641350"/>
              <a:gd name="csY0" fmla="*/ 685007 h 688181"/>
              <a:gd name="csX1" fmla="*/ 450056 w 641350"/>
              <a:gd name="csY1" fmla="*/ 688181 h 688181"/>
              <a:gd name="csX2" fmla="*/ 641350 w 641350"/>
              <a:gd name="csY2" fmla="*/ 361950 h 688181"/>
              <a:gd name="csX3" fmla="*/ 590550 w 641350"/>
              <a:gd name="csY3" fmla="*/ 311150 h 688181"/>
              <a:gd name="csX4" fmla="*/ 450850 w 641350"/>
              <a:gd name="csY4" fmla="*/ 304800 h 688181"/>
              <a:gd name="csX5" fmla="*/ 425450 w 641350"/>
              <a:gd name="csY5" fmla="*/ 254000 h 688181"/>
              <a:gd name="csX6" fmla="*/ 527050 w 641350"/>
              <a:gd name="csY6" fmla="*/ 165100 h 688181"/>
              <a:gd name="csX7" fmla="*/ 641350 w 641350"/>
              <a:gd name="csY7" fmla="*/ 0 h 688181"/>
              <a:gd name="csX8" fmla="*/ 0 w 641350"/>
              <a:gd name="csY8" fmla="*/ 184150 h 688181"/>
              <a:gd name="csX9" fmla="*/ 234950 w 641350"/>
              <a:gd name="csY9" fmla="*/ 421481 h 688181"/>
              <a:gd name="csX10" fmla="*/ 381000 w 641350"/>
              <a:gd name="csY10" fmla="*/ 501650 h 688181"/>
              <a:gd name="csX11" fmla="*/ 386556 w 641350"/>
              <a:gd name="csY11" fmla="*/ 685007 h 688181"/>
              <a:gd name="csX0" fmla="*/ 386556 w 666449"/>
              <a:gd name="csY0" fmla="*/ 685060 h 688234"/>
              <a:gd name="csX1" fmla="*/ 450056 w 666449"/>
              <a:gd name="csY1" fmla="*/ 688234 h 688234"/>
              <a:gd name="csX2" fmla="*/ 641350 w 666449"/>
              <a:gd name="csY2" fmla="*/ 362003 h 688234"/>
              <a:gd name="csX3" fmla="*/ 590550 w 666449"/>
              <a:gd name="csY3" fmla="*/ 311203 h 688234"/>
              <a:gd name="csX4" fmla="*/ 450850 w 666449"/>
              <a:gd name="csY4" fmla="*/ 304853 h 688234"/>
              <a:gd name="csX5" fmla="*/ 425450 w 666449"/>
              <a:gd name="csY5" fmla="*/ 254053 h 688234"/>
              <a:gd name="csX6" fmla="*/ 527050 w 666449"/>
              <a:gd name="csY6" fmla="*/ 165153 h 688234"/>
              <a:gd name="csX7" fmla="*/ 641350 w 666449"/>
              <a:gd name="csY7" fmla="*/ 53 h 688234"/>
              <a:gd name="csX8" fmla="*/ 0 w 666449"/>
              <a:gd name="csY8" fmla="*/ 184203 h 688234"/>
              <a:gd name="csX9" fmla="*/ 234950 w 666449"/>
              <a:gd name="csY9" fmla="*/ 421534 h 688234"/>
              <a:gd name="csX10" fmla="*/ 381000 w 666449"/>
              <a:gd name="csY10" fmla="*/ 501703 h 688234"/>
              <a:gd name="csX11" fmla="*/ 386556 w 666449"/>
              <a:gd name="csY11" fmla="*/ 685060 h 688234"/>
              <a:gd name="csX0" fmla="*/ 386556 w 662342"/>
              <a:gd name="csY0" fmla="*/ 694587 h 697761"/>
              <a:gd name="csX1" fmla="*/ 450056 w 662342"/>
              <a:gd name="csY1" fmla="*/ 697761 h 697761"/>
              <a:gd name="csX2" fmla="*/ 641350 w 662342"/>
              <a:gd name="csY2" fmla="*/ 371530 h 697761"/>
              <a:gd name="csX3" fmla="*/ 590550 w 662342"/>
              <a:gd name="csY3" fmla="*/ 320730 h 697761"/>
              <a:gd name="csX4" fmla="*/ 450850 w 662342"/>
              <a:gd name="csY4" fmla="*/ 314380 h 697761"/>
              <a:gd name="csX5" fmla="*/ 425450 w 662342"/>
              <a:gd name="csY5" fmla="*/ 263580 h 697761"/>
              <a:gd name="csX6" fmla="*/ 527050 w 662342"/>
              <a:gd name="csY6" fmla="*/ 174680 h 697761"/>
              <a:gd name="csX7" fmla="*/ 636588 w 662342"/>
              <a:gd name="csY7" fmla="*/ 55 h 697761"/>
              <a:gd name="csX8" fmla="*/ 0 w 662342"/>
              <a:gd name="csY8" fmla="*/ 193730 h 697761"/>
              <a:gd name="csX9" fmla="*/ 234950 w 662342"/>
              <a:gd name="csY9" fmla="*/ 431061 h 697761"/>
              <a:gd name="csX10" fmla="*/ 381000 w 662342"/>
              <a:gd name="csY10" fmla="*/ 511230 h 697761"/>
              <a:gd name="csX11" fmla="*/ 386556 w 662342"/>
              <a:gd name="csY11" fmla="*/ 694587 h 697761"/>
              <a:gd name="csX0" fmla="*/ 396081 w 671867"/>
              <a:gd name="csY0" fmla="*/ 694587 h 697761"/>
              <a:gd name="csX1" fmla="*/ 459581 w 671867"/>
              <a:gd name="csY1" fmla="*/ 697761 h 697761"/>
              <a:gd name="csX2" fmla="*/ 650875 w 671867"/>
              <a:gd name="csY2" fmla="*/ 371530 h 697761"/>
              <a:gd name="csX3" fmla="*/ 600075 w 671867"/>
              <a:gd name="csY3" fmla="*/ 320730 h 697761"/>
              <a:gd name="csX4" fmla="*/ 460375 w 671867"/>
              <a:gd name="csY4" fmla="*/ 314380 h 697761"/>
              <a:gd name="csX5" fmla="*/ 434975 w 671867"/>
              <a:gd name="csY5" fmla="*/ 263580 h 697761"/>
              <a:gd name="csX6" fmla="*/ 536575 w 671867"/>
              <a:gd name="csY6" fmla="*/ 174680 h 697761"/>
              <a:gd name="csX7" fmla="*/ 646113 w 671867"/>
              <a:gd name="csY7" fmla="*/ 55 h 697761"/>
              <a:gd name="csX8" fmla="*/ 0 w 671867"/>
              <a:gd name="csY8" fmla="*/ 186586 h 697761"/>
              <a:gd name="csX9" fmla="*/ 244475 w 671867"/>
              <a:gd name="csY9" fmla="*/ 431061 h 697761"/>
              <a:gd name="csX10" fmla="*/ 390525 w 671867"/>
              <a:gd name="csY10" fmla="*/ 511230 h 697761"/>
              <a:gd name="csX11" fmla="*/ 396081 w 671867"/>
              <a:gd name="csY11" fmla="*/ 694587 h 697761"/>
              <a:gd name="csX0" fmla="*/ 396081 w 671867"/>
              <a:gd name="csY0" fmla="*/ 694587 h 697761"/>
              <a:gd name="csX1" fmla="*/ 459581 w 671867"/>
              <a:gd name="csY1" fmla="*/ 697761 h 697761"/>
              <a:gd name="csX2" fmla="*/ 650875 w 671867"/>
              <a:gd name="csY2" fmla="*/ 371530 h 697761"/>
              <a:gd name="csX3" fmla="*/ 600075 w 671867"/>
              <a:gd name="csY3" fmla="*/ 320730 h 697761"/>
              <a:gd name="csX4" fmla="*/ 462757 w 671867"/>
              <a:gd name="csY4" fmla="*/ 314380 h 697761"/>
              <a:gd name="csX5" fmla="*/ 434975 w 671867"/>
              <a:gd name="csY5" fmla="*/ 263580 h 697761"/>
              <a:gd name="csX6" fmla="*/ 536575 w 671867"/>
              <a:gd name="csY6" fmla="*/ 174680 h 697761"/>
              <a:gd name="csX7" fmla="*/ 646113 w 671867"/>
              <a:gd name="csY7" fmla="*/ 55 h 697761"/>
              <a:gd name="csX8" fmla="*/ 0 w 671867"/>
              <a:gd name="csY8" fmla="*/ 186586 h 697761"/>
              <a:gd name="csX9" fmla="*/ 244475 w 671867"/>
              <a:gd name="csY9" fmla="*/ 431061 h 697761"/>
              <a:gd name="csX10" fmla="*/ 390525 w 671867"/>
              <a:gd name="csY10" fmla="*/ 511230 h 697761"/>
              <a:gd name="csX11" fmla="*/ 396081 w 671867"/>
              <a:gd name="csY11" fmla="*/ 694587 h 697761"/>
              <a:gd name="csX0" fmla="*/ 396081 w 671383"/>
              <a:gd name="csY0" fmla="*/ 694588 h 697762"/>
              <a:gd name="csX1" fmla="*/ 459581 w 671383"/>
              <a:gd name="csY1" fmla="*/ 697762 h 697762"/>
              <a:gd name="csX2" fmla="*/ 650875 w 671383"/>
              <a:gd name="csY2" fmla="*/ 371531 h 697762"/>
              <a:gd name="csX3" fmla="*/ 600075 w 671383"/>
              <a:gd name="csY3" fmla="*/ 320731 h 697762"/>
              <a:gd name="csX4" fmla="*/ 462757 w 671383"/>
              <a:gd name="csY4" fmla="*/ 314381 h 697762"/>
              <a:gd name="csX5" fmla="*/ 463550 w 671383"/>
              <a:gd name="csY5" fmla="*/ 282631 h 697762"/>
              <a:gd name="csX6" fmla="*/ 536575 w 671383"/>
              <a:gd name="csY6" fmla="*/ 174681 h 697762"/>
              <a:gd name="csX7" fmla="*/ 646113 w 671383"/>
              <a:gd name="csY7" fmla="*/ 56 h 697762"/>
              <a:gd name="csX8" fmla="*/ 0 w 671383"/>
              <a:gd name="csY8" fmla="*/ 186587 h 697762"/>
              <a:gd name="csX9" fmla="*/ 244475 w 671383"/>
              <a:gd name="csY9" fmla="*/ 431062 h 697762"/>
              <a:gd name="csX10" fmla="*/ 390525 w 671383"/>
              <a:gd name="csY10" fmla="*/ 511231 h 697762"/>
              <a:gd name="csX11" fmla="*/ 396081 w 671383"/>
              <a:gd name="csY11" fmla="*/ 694588 h 697762"/>
              <a:gd name="csX0" fmla="*/ 396081 w 671383"/>
              <a:gd name="csY0" fmla="*/ 694588 h 697762"/>
              <a:gd name="csX1" fmla="*/ 459581 w 671383"/>
              <a:gd name="csY1" fmla="*/ 697762 h 697762"/>
              <a:gd name="csX2" fmla="*/ 650875 w 671383"/>
              <a:gd name="csY2" fmla="*/ 371531 h 697762"/>
              <a:gd name="csX3" fmla="*/ 600075 w 671383"/>
              <a:gd name="csY3" fmla="*/ 320731 h 697762"/>
              <a:gd name="csX4" fmla="*/ 438945 w 671383"/>
              <a:gd name="csY4" fmla="*/ 314381 h 697762"/>
              <a:gd name="csX5" fmla="*/ 463550 w 671383"/>
              <a:gd name="csY5" fmla="*/ 282631 h 697762"/>
              <a:gd name="csX6" fmla="*/ 536575 w 671383"/>
              <a:gd name="csY6" fmla="*/ 174681 h 697762"/>
              <a:gd name="csX7" fmla="*/ 646113 w 671383"/>
              <a:gd name="csY7" fmla="*/ 56 h 697762"/>
              <a:gd name="csX8" fmla="*/ 0 w 671383"/>
              <a:gd name="csY8" fmla="*/ 186587 h 697762"/>
              <a:gd name="csX9" fmla="*/ 244475 w 671383"/>
              <a:gd name="csY9" fmla="*/ 431062 h 697762"/>
              <a:gd name="csX10" fmla="*/ 390525 w 671383"/>
              <a:gd name="csY10" fmla="*/ 511231 h 697762"/>
              <a:gd name="csX11" fmla="*/ 396081 w 671383"/>
              <a:gd name="csY11" fmla="*/ 694588 h 697762"/>
              <a:gd name="csX0" fmla="*/ 388938 w 664240"/>
              <a:gd name="csY0" fmla="*/ 694588 h 697762"/>
              <a:gd name="csX1" fmla="*/ 452438 w 664240"/>
              <a:gd name="csY1" fmla="*/ 697762 h 697762"/>
              <a:gd name="csX2" fmla="*/ 643732 w 664240"/>
              <a:gd name="csY2" fmla="*/ 371531 h 697762"/>
              <a:gd name="csX3" fmla="*/ 592932 w 664240"/>
              <a:gd name="csY3" fmla="*/ 320731 h 697762"/>
              <a:gd name="csX4" fmla="*/ 431802 w 664240"/>
              <a:gd name="csY4" fmla="*/ 314381 h 697762"/>
              <a:gd name="csX5" fmla="*/ 456407 w 664240"/>
              <a:gd name="csY5" fmla="*/ 282631 h 697762"/>
              <a:gd name="csX6" fmla="*/ 529432 w 664240"/>
              <a:gd name="csY6" fmla="*/ 174681 h 697762"/>
              <a:gd name="csX7" fmla="*/ 638970 w 664240"/>
              <a:gd name="csY7" fmla="*/ 56 h 697762"/>
              <a:gd name="csX8" fmla="*/ 0 w 664240"/>
              <a:gd name="csY8" fmla="*/ 191350 h 697762"/>
              <a:gd name="csX9" fmla="*/ 237332 w 664240"/>
              <a:gd name="csY9" fmla="*/ 431062 h 697762"/>
              <a:gd name="csX10" fmla="*/ 383382 w 664240"/>
              <a:gd name="csY10" fmla="*/ 511231 h 697762"/>
              <a:gd name="csX11" fmla="*/ 388938 w 664240"/>
              <a:gd name="csY11" fmla="*/ 694588 h 697762"/>
              <a:gd name="csX0" fmla="*/ 388938 w 664240"/>
              <a:gd name="csY0" fmla="*/ 694588 h 697762"/>
              <a:gd name="csX1" fmla="*/ 452438 w 664240"/>
              <a:gd name="csY1" fmla="*/ 697762 h 697762"/>
              <a:gd name="csX2" fmla="*/ 643732 w 664240"/>
              <a:gd name="csY2" fmla="*/ 371531 h 697762"/>
              <a:gd name="csX3" fmla="*/ 592932 w 664240"/>
              <a:gd name="csY3" fmla="*/ 320731 h 697762"/>
              <a:gd name="csX4" fmla="*/ 431802 w 664240"/>
              <a:gd name="csY4" fmla="*/ 314381 h 697762"/>
              <a:gd name="csX5" fmla="*/ 456407 w 664240"/>
              <a:gd name="csY5" fmla="*/ 282631 h 697762"/>
              <a:gd name="csX6" fmla="*/ 529432 w 664240"/>
              <a:gd name="csY6" fmla="*/ 174681 h 697762"/>
              <a:gd name="csX7" fmla="*/ 638970 w 664240"/>
              <a:gd name="csY7" fmla="*/ 56 h 697762"/>
              <a:gd name="csX8" fmla="*/ 0 w 664240"/>
              <a:gd name="csY8" fmla="*/ 191350 h 697762"/>
              <a:gd name="csX9" fmla="*/ 237332 w 664240"/>
              <a:gd name="csY9" fmla="*/ 431062 h 697762"/>
              <a:gd name="csX10" fmla="*/ 383382 w 664240"/>
              <a:gd name="csY10" fmla="*/ 511231 h 697762"/>
              <a:gd name="csX11" fmla="*/ 388938 w 664240"/>
              <a:gd name="csY11" fmla="*/ 694588 h 697762"/>
              <a:gd name="csX0" fmla="*/ 388938 w 665315"/>
              <a:gd name="csY0" fmla="*/ 694585 h 697759"/>
              <a:gd name="csX1" fmla="*/ 452438 w 665315"/>
              <a:gd name="csY1" fmla="*/ 697759 h 697759"/>
              <a:gd name="csX2" fmla="*/ 643732 w 665315"/>
              <a:gd name="csY2" fmla="*/ 371528 h 697759"/>
              <a:gd name="csX3" fmla="*/ 592932 w 665315"/>
              <a:gd name="csY3" fmla="*/ 320728 h 697759"/>
              <a:gd name="csX4" fmla="*/ 431802 w 665315"/>
              <a:gd name="csY4" fmla="*/ 314378 h 697759"/>
              <a:gd name="csX5" fmla="*/ 456407 w 665315"/>
              <a:gd name="csY5" fmla="*/ 282628 h 697759"/>
              <a:gd name="csX6" fmla="*/ 538957 w 665315"/>
              <a:gd name="csY6" fmla="*/ 186584 h 697759"/>
              <a:gd name="csX7" fmla="*/ 638970 w 665315"/>
              <a:gd name="csY7" fmla="*/ 53 h 697759"/>
              <a:gd name="csX8" fmla="*/ 0 w 665315"/>
              <a:gd name="csY8" fmla="*/ 191347 h 697759"/>
              <a:gd name="csX9" fmla="*/ 237332 w 665315"/>
              <a:gd name="csY9" fmla="*/ 431059 h 697759"/>
              <a:gd name="csX10" fmla="*/ 383382 w 665315"/>
              <a:gd name="csY10" fmla="*/ 511228 h 697759"/>
              <a:gd name="csX11" fmla="*/ 388938 w 665315"/>
              <a:gd name="csY11" fmla="*/ 694585 h 697759"/>
              <a:gd name="csX0" fmla="*/ 388938 w 665315"/>
              <a:gd name="csY0" fmla="*/ 694585 h 697759"/>
              <a:gd name="csX1" fmla="*/ 452438 w 665315"/>
              <a:gd name="csY1" fmla="*/ 697759 h 697759"/>
              <a:gd name="csX2" fmla="*/ 643732 w 665315"/>
              <a:gd name="csY2" fmla="*/ 371528 h 697759"/>
              <a:gd name="csX3" fmla="*/ 592932 w 665315"/>
              <a:gd name="csY3" fmla="*/ 320728 h 697759"/>
              <a:gd name="csX4" fmla="*/ 431802 w 665315"/>
              <a:gd name="csY4" fmla="*/ 314378 h 697759"/>
              <a:gd name="csX5" fmla="*/ 456407 w 665315"/>
              <a:gd name="csY5" fmla="*/ 282628 h 697759"/>
              <a:gd name="csX6" fmla="*/ 538957 w 665315"/>
              <a:gd name="csY6" fmla="*/ 186584 h 697759"/>
              <a:gd name="csX7" fmla="*/ 638970 w 665315"/>
              <a:gd name="csY7" fmla="*/ 53 h 697759"/>
              <a:gd name="csX8" fmla="*/ 0 w 665315"/>
              <a:gd name="csY8" fmla="*/ 191347 h 697759"/>
              <a:gd name="csX9" fmla="*/ 134938 w 665315"/>
              <a:gd name="csY9" fmla="*/ 328668 h 697759"/>
              <a:gd name="csX10" fmla="*/ 237332 w 665315"/>
              <a:gd name="csY10" fmla="*/ 431059 h 697759"/>
              <a:gd name="csX11" fmla="*/ 383382 w 665315"/>
              <a:gd name="csY11" fmla="*/ 511228 h 697759"/>
              <a:gd name="csX12" fmla="*/ 388938 w 665315"/>
              <a:gd name="csY12" fmla="*/ 694585 h 697759"/>
              <a:gd name="csX0" fmla="*/ 388938 w 665315"/>
              <a:gd name="csY0" fmla="*/ 694585 h 697759"/>
              <a:gd name="csX1" fmla="*/ 452438 w 665315"/>
              <a:gd name="csY1" fmla="*/ 697759 h 697759"/>
              <a:gd name="csX2" fmla="*/ 643732 w 665315"/>
              <a:gd name="csY2" fmla="*/ 371528 h 697759"/>
              <a:gd name="csX3" fmla="*/ 592932 w 665315"/>
              <a:gd name="csY3" fmla="*/ 320728 h 697759"/>
              <a:gd name="csX4" fmla="*/ 431802 w 665315"/>
              <a:gd name="csY4" fmla="*/ 314378 h 697759"/>
              <a:gd name="csX5" fmla="*/ 456407 w 665315"/>
              <a:gd name="csY5" fmla="*/ 282628 h 697759"/>
              <a:gd name="csX6" fmla="*/ 538957 w 665315"/>
              <a:gd name="csY6" fmla="*/ 186584 h 697759"/>
              <a:gd name="csX7" fmla="*/ 638970 w 665315"/>
              <a:gd name="csY7" fmla="*/ 53 h 697759"/>
              <a:gd name="csX8" fmla="*/ 0 w 665315"/>
              <a:gd name="csY8" fmla="*/ 191347 h 697759"/>
              <a:gd name="csX9" fmla="*/ 80169 w 665315"/>
              <a:gd name="csY9" fmla="*/ 488212 h 697759"/>
              <a:gd name="csX10" fmla="*/ 237332 w 665315"/>
              <a:gd name="csY10" fmla="*/ 431059 h 697759"/>
              <a:gd name="csX11" fmla="*/ 383382 w 665315"/>
              <a:gd name="csY11" fmla="*/ 511228 h 697759"/>
              <a:gd name="csX12" fmla="*/ 388938 w 665315"/>
              <a:gd name="csY12" fmla="*/ 694585 h 697759"/>
              <a:gd name="csX0" fmla="*/ 388938 w 665315"/>
              <a:gd name="csY0" fmla="*/ 694585 h 697759"/>
              <a:gd name="csX1" fmla="*/ 452438 w 665315"/>
              <a:gd name="csY1" fmla="*/ 697759 h 697759"/>
              <a:gd name="csX2" fmla="*/ 643732 w 665315"/>
              <a:gd name="csY2" fmla="*/ 371528 h 697759"/>
              <a:gd name="csX3" fmla="*/ 592932 w 665315"/>
              <a:gd name="csY3" fmla="*/ 320728 h 697759"/>
              <a:gd name="csX4" fmla="*/ 431802 w 665315"/>
              <a:gd name="csY4" fmla="*/ 314378 h 697759"/>
              <a:gd name="csX5" fmla="*/ 456407 w 665315"/>
              <a:gd name="csY5" fmla="*/ 282628 h 697759"/>
              <a:gd name="csX6" fmla="*/ 538957 w 665315"/>
              <a:gd name="csY6" fmla="*/ 186584 h 697759"/>
              <a:gd name="csX7" fmla="*/ 638970 w 665315"/>
              <a:gd name="csY7" fmla="*/ 53 h 697759"/>
              <a:gd name="csX8" fmla="*/ 0 w 665315"/>
              <a:gd name="csY8" fmla="*/ 191347 h 697759"/>
              <a:gd name="csX9" fmla="*/ 39688 w 665315"/>
              <a:gd name="csY9" fmla="*/ 340574 h 697759"/>
              <a:gd name="csX10" fmla="*/ 80169 w 665315"/>
              <a:gd name="csY10" fmla="*/ 488212 h 697759"/>
              <a:gd name="csX11" fmla="*/ 237332 w 665315"/>
              <a:gd name="csY11" fmla="*/ 431059 h 697759"/>
              <a:gd name="csX12" fmla="*/ 383382 w 665315"/>
              <a:gd name="csY12" fmla="*/ 511228 h 697759"/>
              <a:gd name="csX13" fmla="*/ 388938 w 665315"/>
              <a:gd name="csY13" fmla="*/ 694585 h 697759"/>
              <a:gd name="csX0" fmla="*/ 388938 w 665315"/>
              <a:gd name="csY0" fmla="*/ 694585 h 697759"/>
              <a:gd name="csX1" fmla="*/ 452438 w 665315"/>
              <a:gd name="csY1" fmla="*/ 697759 h 697759"/>
              <a:gd name="csX2" fmla="*/ 643732 w 665315"/>
              <a:gd name="csY2" fmla="*/ 371528 h 697759"/>
              <a:gd name="csX3" fmla="*/ 592932 w 665315"/>
              <a:gd name="csY3" fmla="*/ 320728 h 697759"/>
              <a:gd name="csX4" fmla="*/ 431802 w 665315"/>
              <a:gd name="csY4" fmla="*/ 314378 h 697759"/>
              <a:gd name="csX5" fmla="*/ 456407 w 665315"/>
              <a:gd name="csY5" fmla="*/ 282628 h 697759"/>
              <a:gd name="csX6" fmla="*/ 538957 w 665315"/>
              <a:gd name="csY6" fmla="*/ 186584 h 697759"/>
              <a:gd name="csX7" fmla="*/ 638970 w 665315"/>
              <a:gd name="csY7" fmla="*/ 53 h 697759"/>
              <a:gd name="csX8" fmla="*/ 0 w 665315"/>
              <a:gd name="csY8" fmla="*/ 191347 h 697759"/>
              <a:gd name="csX9" fmla="*/ 63500 w 665315"/>
              <a:gd name="csY9" fmla="*/ 340574 h 697759"/>
              <a:gd name="csX10" fmla="*/ 80169 w 665315"/>
              <a:gd name="csY10" fmla="*/ 488212 h 697759"/>
              <a:gd name="csX11" fmla="*/ 237332 w 665315"/>
              <a:gd name="csY11" fmla="*/ 431059 h 697759"/>
              <a:gd name="csX12" fmla="*/ 383382 w 665315"/>
              <a:gd name="csY12" fmla="*/ 511228 h 697759"/>
              <a:gd name="csX13" fmla="*/ 388938 w 665315"/>
              <a:gd name="csY13" fmla="*/ 694585 h 697759"/>
              <a:gd name="csX0" fmla="*/ 421371 w 697748"/>
              <a:gd name="csY0" fmla="*/ 694585 h 697759"/>
              <a:gd name="csX1" fmla="*/ 484871 w 697748"/>
              <a:gd name="csY1" fmla="*/ 697759 h 697759"/>
              <a:gd name="csX2" fmla="*/ 676165 w 697748"/>
              <a:gd name="csY2" fmla="*/ 371528 h 697759"/>
              <a:gd name="csX3" fmla="*/ 625365 w 697748"/>
              <a:gd name="csY3" fmla="*/ 320728 h 697759"/>
              <a:gd name="csX4" fmla="*/ 464235 w 697748"/>
              <a:gd name="csY4" fmla="*/ 314378 h 697759"/>
              <a:gd name="csX5" fmla="*/ 488840 w 697748"/>
              <a:gd name="csY5" fmla="*/ 282628 h 697759"/>
              <a:gd name="csX6" fmla="*/ 571390 w 697748"/>
              <a:gd name="csY6" fmla="*/ 186584 h 697759"/>
              <a:gd name="csX7" fmla="*/ 671403 w 697748"/>
              <a:gd name="csY7" fmla="*/ 53 h 697759"/>
              <a:gd name="csX8" fmla="*/ 32433 w 697748"/>
              <a:gd name="csY8" fmla="*/ 191347 h 697759"/>
              <a:gd name="csX9" fmla="*/ 95933 w 697748"/>
              <a:gd name="csY9" fmla="*/ 340574 h 697759"/>
              <a:gd name="csX10" fmla="*/ 112602 w 697748"/>
              <a:gd name="csY10" fmla="*/ 488212 h 697759"/>
              <a:gd name="csX11" fmla="*/ 269765 w 697748"/>
              <a:gd name="csY11" fmla="*/ 431059 h 697759"/>
              <a:gd name="csX12" fmla="*/ 415815 w 697748"/>
              <a:gd name="csY12" fmla="*/ 511228 h 697759"/>
              <a:gd name="csX13" fmla="*/ 421371 w 697748"/>
              <a:gd name="csY13" fmla="*/ 694585 h 697759"/>
              <a:gd name="csX0" fmla="*/ 425936 w 702313"/>
              <a:gd name="csY0" fmla="*/ 694585 h 697759"/>
              <a:gd name="csX1" fmla="*/ 489436 w 702313"/>
              <a:gd name="csY1" fmla="*/ 697759 h 697759"/>
              <a:gd name="csX2" fmla="*/ 680730 w 702313"/>
              <a:gd name="csY2" fmla="*/ 371528 h 697759"/>
              <a:gd name="csX3" fmla="*/ 629930 w 702313"/>
              <a:gd name="csY3" fmla="*/ 320728 h 697759"/>
              <a:gd name="csX4" fmla="*/ 468800 w 702313"/>
              <a:gd name="csY4" fmla="*/ 314378 h 697759"/>
              <a:gd name="csX5" fmla="*/ 493405 w 702313"/>
              <a:gd name="csY5" fmla="*/ 282628 h 697759"/>
              <a:gd name="csX6" fmla="*/ 575955 w 702313"/>
              <a:gd name="csY6" fmla="*/ 186584 h 697759"/>
              <a:gd name="csX7" fmla="*/ 675968 w 702313"/>
              <a:gd name="csY7" fmla="*/ 53 h 697759"/>
              <a:gd name="csX8" fmla="*/ 36998 w 702313"/>
              <a:gd name="csY8" fmla="*/ 191347 h 697759"/>
              <a:gd name="csX9" fmla="*/ 100498 w 702313"/>
              <a:gd name="csY9" fmla="*/ 340574 h 697759"/>
              <a:gd name="csX10" fmla="*/ 117167 w 702313"/>
              <a:gd name="csY10" fmla="*/ 488212 h 697759"/>
              <a:gd name="csX11" fmla="*/ 274330 w 702313"/>
              <a:gd name="csY11" fmla="*/ 431059 h 697759"/>
              <a:gd name="csX12" fmla="*/ 420380 w 702313"/>
              <a:gd name="csY12" fmla="*/ 511228 h 697759"/>
              <a:gd name="csX13" fmla="*/ 425936 w 702313"/>
              <a:gd name="csY13" fmla="*/ 694585 h 697759"/>
              <a:gd name="csX0" fmla="*/ 388938 w 665315"/>
              <a:gd name="csY0" fmla="*/ 694585 h 697759"/>
              <a:gd name="csX1" fmla="*/ 452438 w 665315"/>
              <a:gd name="csY1" fmla="*/ 697759 h 697759"/>
              <a:gd name="csX2" fmla="*/ 643732 w 665315"/>
              <a:gd name="csY2" fmla="*/ 371528 h 697759"/>
              <a:gd name="csX3" fmla="*/ 592932 w 665315"/>
              <a:gd name="csY3" fmla="*/ 320728 h 697759"/>
              <a:gd name="csX4" fmla="*/ 431802 w 665315"/>
              <a:gd name="csY4" fmla="*/ 314378 h 697759"/>
              <a:gd name="csX5" fmla="*/ 456407 w 665315"/>
              <a:gd name="csY5" fmla="*/ 282628 h 697759"/>
              <a:gd name="csX6" fmla="*/ 538957 w 665315"/>
              <a:gd name="csY6" fmla="*/ 186584 h 697759"/>
              <a:gd name="csX7" fmla="*/ 638970 w 665315"/>
              <a:gd name="csY7" fmla="*/ 53 h 697759"/>
              <a:gd name="csX8" fmla="*/ 0 w 665315"/>
              <a:gd name="csY8" fmla="*/ 191347 h 697759"/>
              <a:gd name="csX9" fmla="*/ 63500 w 665315"/>
              <a:gd name="csY9" fmla="*/ 340574 h 697759"/>
              <a:gd name="csX10" fmla="*/ 80169 w 665315"/>
              <a:gd name="csY10" fmla="*/ 488212 h 697759"/>
              <a:gd name="csX11" fmla="*/ 237332 w 665315"/>
              <a:gd name="csY11" fmla="*/ 431059 h 697759"/>
              <a:gd name="csX12" fmla="*/ 383382 w 665315"/>
              <a:gd name="csY12" fmla="*/ 511228 h 697759"/>
              <a:gd name="csX13" fmla="*/ 388938 w 665315"/>
              <a:gd name="csY13" fmla="*/ 694585 h 697759"/>
              <a:gd name="csX0" fmla="*/ 400844 w 677221"/>
              <a:gd name="csY0" fmla="*/ 694585 h 697759"/>
              <a:gd name="csX1" fmla="*/ 464344 w 677221"/>
              <a:gd name="csY1" fmla="*/ 697759 h 697759"/>
              <a:gd name="csX2" fmla="*/ 655638 w 677221"/>
              <a:gd name="csY2" fmla="*/ 371528 h 697759"/>
              <a:gd name="csX3" fmla="*/ 604838 w 677221"/>
              <a:gd name="csY3" fmla="*/ 320728 h 697759"/>
              <a:gd name="csX4" fmla="*/ 443708 w 677221"/>
              <a:gd name="csY4" fmla="*/ 314378 h 697759"/>
              <a:gd name="csX5" fmla="*/ 468313 w 677221"/>
              <a:gd name="csY5" fmla="*/ 282628 h 697759"/>
              <a:gd name="csX6" fmla="*/ 550863 w 677221"/>
              <a:gd name="csY6" fmla="*/ 186584 h 697759"/>
              <a:gd name="csX7" fmla="*/ 650876 w 677221"/>
              <a:gd name="csY7" fmla="*/ 53 h 697759"/>
              <a:gd name="csX8" fmla="*/ 0 w 677221"/>
              <a:gd name="csY8" fmla="*/ 191347 h 697759"/>
              <a:gd name="csX9" fmla="*/ 75406 w 677221"/>
              <a:gd name="csY9" fmla="*/ 340574 h 697759"/>
              <a:gd name="csX10" fmla="*/ 92075 w 677221"/>
              <a:gd name="csY10" fmla="*/ 488212 h 697759"/>
              <a:gd name="csX11" fmla="*/ 249238 w 677221"/>
              <a:gd name="csY11" fmla="*/ 431059 h 697759"/>
              <a:gd name="csX12" fmla="*/ 395288 w 677221"/>
              <a:gd name="csY12" fmla="*/ 511228 h 697759"/>
              <a:gd name="csX13" fmla="*/ 400844 w 677221"/>
              <a:gd name="csY13" fmla="*/ 694585 h 6977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677221" h="697759">
                <a:moveTo>
                  <a:pt x="400844" y="694585"/>
                </a:moveTo>
                <a:lnTo>
                  <a:pt x="464344" y="697759"/>
                </a:lnTo>
                <a:lnTo>
                  <a:pt x="655638" y="371528"/>
                </a:lnTo>
                <a:lnTo>
                  <a:pt x="604838" y="320728"/>
                </a:lnTo>
                <a:cubicBezTo>
                  <a:pt x="573088" y="311203"/>
                  <a:pt x="466462" y="320728"/>
                  <a:pt x="443708" y="314378"/>
                </a:cubicBezTo>
                <a:cubicBezTo>
                  <a:pt x="420954" y="308028"/>
                  <a:pt x="450454" y="303927"/>
                  <a:pt x="468313" y="282628"/>
                </a:cubicBezTo>
                <a:cubicBezTo>
                  <a:pt x="486172" y="261329"/>
                  <a:pt x="520436" y="233680"/>
                  <a:pt x="550863" y="186584"/>
                </a:cubicBezTo>
                <a:cubicBezTo>
                  <a:pt x="581290" y="139488"/>
                  <a:pt x="738718" y="-3122"/>
                  <a:pt x="650876" y="53"/>
                </a:cubicBezTo>
                <a:lnTo>
                  <a:pt x="0" y="191347"/>
                </a:lnTo>
                <a:cubicBezTo>
                  <a:pt x="31750" y="265960"/>
                  <a:pt x="60060" y="291097"/>
                  <a:pt x="75406" y="340574"/>
                </a:cubicBezTo>
                <a:cubicBezTo>
                  <a:pt x="90752" y="390051"/>
                  <a:pt x="63103" y="473131"/>
                  <a:pt x="92075" y="488212"/>
                </a:cubicBezTo>
                <a:lnTo>
                  <a:pt x="249238" y="431059"/>
                </a:lnTo>
                <a:lnTo>
                  <a:pt x="395288" y="511228"/>
                </a:lnTo>
                <a:lnTo>
                  <a:pt x="400844" y="694585"/>
                </a:lnTo>
                <a:close/>
              </a:path>
            </a:pathLst>
          </a:custGeom>
          <a:solidFill>
            <a:schemeClr val="accent1">
              <a:alpha val="25000"/>
            </a:schemeClr>
          </a:solidFill>
          <a:ln w="12700">
            <a:solidFill>
              <a:schemeClr val="accent1">
                <a:shade val="15000"/>
                <a:alpha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F009762-CF85-2402-938A-56FE4F69503E}"/>
              </a:ext>
            </a:extLst>
          </p:cNvPr>
          <p:cNvGrpSpPr/>
          <p:nvPr/>
        </p:nvGrpSpPr>
        <p:grpSpPr>
          <a:xfrm>
            <a:off x="4764091" y="1874633"/>
            <a:ext cx="858638" cy="1728516"/>
            <a:chOff x="4764091" y="2203404"/>
            <a:chExt cx="858638" cy="1728516"/>
          </a:xfrm>
        </p:grpSpPr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8B0D9951-7711-29F7-0507-286ADA37E8CA}"/>
                </a:ext>
              </a:extLst>
            </p:cNvPr>
            <p:cNvSpPr txBox="1"/>
            <p:nvPr/>
          </p:nvSpPr>
          <p:spPr>
            <a:xfrm>
              <a:off x="4764091" y="2203404"/>
              <a:ext cx="858638" cy="369332"/>
            </a:xfrm>
            <a:prstGeom prst="rect">
              <a:avLst/>
            </a:prstGeom>
            <a:solidFill>
              <a:srgbClr val="00B0F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Wings</a:t>
              </a:r>
            </a:p>
          </p:txBody>
        </p: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146E977-EF38-3C9E-C352-F61683CE32D6}"/>
                </a:ext>
              </a:extLst>
            </p:cNvPr>
            <p:cNvCxnSpPr>
              <a:cxnSpLocks/>
              <a:stCxn id="20" idx="2"/>
            </p:cNvCxnSpPr>
            <p:nvPr/>
          </p:nvCxnSpPr>
          <p:spPr>
            <a:xfrm>
              <a:off x="5193410" y="2572736"/>
              <a:ext cx="0" cy="1359184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C65E184D-0701-784B-5DF3-FEEE779DAF11}"/>
              </a:ext>
            </a:extLst>
          </p:cNvPr>
          <p:cNvSpPr/>
          <p:nvPr/>
        </p:nvSpPr>
        <p:spPr>
          <a:xfrm>
            <a:off x="2905125" y="3121184"/>
            <a:ext cx="1903095" cy="1350646"/>
          </a:xfrm>
          <a:custGeom>
            <a:avLst/>
            <a:gdLst>
              <a:gd name="csX0" fmla="*/ 1912620 w 1912620"/>
              <a:gd name="csY0" fmla="*/ 922020 h 1325880"/>
              <a:gd name="csX1" fmla="*/ 1310640 w 1912620"/>
              <a:gd name="csY1" fmla="*/ 891540 h 1325880"/>
              <a:gd name="csX2" fmla="*/ 281940 w 1912620"/>
              <a:gd name="csY2" fmla="*/ 0 h 1325880"/>
              <a:gd name="csX3" fmla="*/ 0 w 1912620"/>
              <a:gd name="csY3" fmla="*/ 99060 h 1325880"/>
              <a:gd name="csX4" fmla="*/ 495300 w 1912620"/>
              <a:gd name="csY4" fmla="*/ 1295400 h 1325880"/>
              <a:gd name="csX5" fmla="*/ 807720 w 1912620"/>
              <a:gd name="csY5" fmla="*/ 1325880 h 1325880"/>
              <a:gd name="csX6" fmla="*/ 1112520 w 1912620"/>
              <a:gd name="csY6" fmla="*/ 1211580 h 1325880"/>
              <a:gd name="csX7" fmla="*/ 1912620 w 1912620"/>
              <a:gd name="csY7" fmla="*/ 922020 h 1325880"/>
              <a:gd name="csX0" fmla="*/ 1912620 w 1912620"/>
              <a:gd name="csY0" fmla="*/ 922020 h 1325880"/>
              <a:gd name="csX1" fmla="*/ 1363028 w 1912620"/>
              <a:gd name="csY1" fmla="*/ 891540 h 1325880"/>
              <a:gd name="csX2" fmla="*/ 281940 w 1912620"/>
              <a:gd name="csY2" fmla="*/ 0 h 1325880"/>
              <a:gd name="csX3" fmla="*/ 0 w 1912620"/>
              <a:gd name="csY3" fmla="*/ 99060 h 1325880"/>
              <a:gd name="csX4" fmla="*/ 495300 w 1912620"/>
              <a:gd name="csY4" fmla="*/ 1295400 h 1325880"/>
              <a:gd name="csX5" fmla="*/ 807720 w 1912620"/>
              <a:gd name="csY5" fmla="*/ 1325880 h 1325880"/>
              <a:gd name="csX6" fmla="*/ 1112520 w 1912620"/>
              <a:gd name="csY6" fmla="*/ 1211580 h 1325880"/>
              <a:gd name="csX7" fmla="*/ 1912620 w 1912620"/>
              <a:gd name="csY7" fmla="*/ 922020 h 1325880"/>
              <a:gd name="csX0" fmla="*/ 1912620 w 1912620"/>
              <a:gd name="csY0" fmla="*/ 922020 h 1325880"/>
              <a:gd name="csX1" fmla="*/ 1363028 w 1912620"/>
              <a:gd name="csY1" fmla="*/ 891540 h 1325880"/>
              <a:gd name="csX2" fmla="*/ 272415 w 1912620"/>
              <a:gd name="csY2" fmla="*/ 0 h 1325880"/>
              <a:gd name="csX3" fmla="*/ 0 w 1912620"/>
              <a:gd name="csY3" fmla="*/ 99060 h 1325880"/>
              <a:gd name="csX4" fmla="*/ 495300 w 1912620"/>
              <a:gd name="csY4" fmla="*/ 1295400 h 1325880"/>
              <a:gd name="csX5" fmla="*/ 807720 w 1912620"/>
              <a:gd name="csY5" fmla="*/ 1325880 h 1325880"/>
              <a:gd name="csX6" fmla="*/ 1112520 w 1912620"/>
              <a:gd name="csY6" fmla="*/ 1211580 h 1325880"/>
              <a:gd name="csX7" fmla="*/ 1912620 w 1912620"/>
              <a:gd name="csY7" fmla="*/ 922020 h 1325880"/>
              <a:gd name="csX0" fmla="*/ 1912620 w 1912620"/>
              <a:gd name="csY0" fmla="*/ 931545 h 1335405"/>
              <a:gd name="csX1" fmla="*/ 1363028 w 1912620"/>
              <a:gd name="csY1" fmla="*/ 901065 h 1335405"/>
              <a:gd name="csX2" fmla="*/ 281940 w 1912620"/>
              <a:gd name="csY2" fmla="*/ 0 h 1335405"/>
              <a:gd name="csX3" fmla="*/ 0 w 1912620"/>
              <a:gd name="csY3" fmla="*/ 108585 h 1335405"/>
              <a:gd name="csX4" fmla="*/ 495300 w 1912620"/>
              <a:gd name="csY4" fmla="*/ 1304925 h 1335405"/>
              <a:gd name="csX5" fmla="*/ 807720 w 1912620"/>
              <a:gd name="csY5" fmla="*/ 1335405 h 1335405"/>
              <a:gd name="csX6" fmla="*/ 1112520 w 1912620"/>
              <a:gd name="csY6" fmla="*/ 1221105 h 1335405"/>
              <a:gd name="csX7" fmla="*/ 1912620 w 1912620"/>
              <a:gd name="csY7" fmla="*/ 931545 h 1335405"/>
              <a:gd name="csX0" fmla="*/ 1912620 w 1912620"/>
              <a:gd name="csY0" fmla="*/ 931545 h 1335405"/>
              <a:gd name="csX1" fmla="*/ 1363028 w 1912620"/>
              <a:gd name="csY1" fmla="*/ 901065 h 1335405"/>
              <a:gd name="csX2" fmla="*/ 281940 w 1912620"/>
              <a:gd name="csY2" fmla="*/ 0 h 1335405"/>
              <a:gd name="csX3" fmla="*/ 0 w 1912620"/>
              <a:gd name="csY3" fmla="*/ 108585 h 1335405"/>
              <a:gd name="csX4" fmla="*/ 495300 w 1912620"/>
              <a:gd name="csY4" fmla="*/ 1304925 h 1335405"/>
              <a:gd name="csX5" fmla="*/ 807720 w 1912620"/>
              <a:gd name="csY5" fmla="*/ 1335405 h 1335405"/>
              <a:gd name="csX6" fmla="*/ 933450 w 1912620"/>
              <a:gd name="csY6" fmla="*/ 1279209 h 1335405"/>
              <a:gd name="csX7" fmla="*/ 1112520 w 1912620"/>
              <a:gd name="csY7" fmla="*/ 1221105 h 1335405"/>
              <a:gd name="csX8" fmla="*/ 1912620 w 1912620"/>
              <a:gd name="csY8" fmla="*/ 931545 h 1335405"/>
              <a:gd name="csX0" fmla="*/ 1912620 w 1912620"/>
              <a:gd name="csY0" fmla="*/ 931545 h 1336359"/>
              <a:gd name="csX1" fmla="*/ 1363028 w 1912620"/>
              <a:gd name="csY1" fmla="*/ 901065 h 1336359"/>
              <a:gd name="csX2" fmla="*/ 281940 w 1912620"/>
              <a:gd name="csY2" fmla="*/ 0 h 1336359"/>
              <a:gd name="csX3" fmla="*/ 0 w 1912620"/>
              <a:gd name="csY3" fmla="*/ 108585 h 1336359"/>
              <a:gd name="csX4" fmla="*/ 495300 w 1912620"/>
              <a:gd name="csY4" fmla="*/ 1304925 h 1336359"/>
              <a:gd name="csX5" fmla="*/ 807720 w 1912620"/>
              <a:gd name="csY5" fmla="*/ 1335405 h 1336359"/>
              <a:gd name="csX6" fmla="*/ 981075 w 1912620"/>
              <a:gd name="csY6" fmla="*/ 1336359 h 1336359"/>
              <a:gd name="csX7" fmla="*/ 1112520 w 1912620"/>
              <a:gd name="csY7" fmla="*/ 1221105 h 1336359"/>
              <a:gd name="csX8" fmla="*/ 1912620 w 1912620"/>
              <a:gd name="csY8" fmla="*/ 931545 h 1336359"/>
              <a:gd name="csX0" fmla="*/ 1912620 w 1912620"/>
              <a:gd name="csY0" fmla="*/ 931545 h 1345812"/>
              <a:gd name="csX1" fmla="*/ 1363028 w 1912620"/>
              <a:gd name="csY1" fmla="*/ 901065 h 1345812"/>
              <a:gd name="csX2" fmla="*/ 281940 w 1912620"/>
              <a:gd name="csY2" fmla="*/ 0 h 1345812"/>
              <a:gd name="csX3" fmla="*/ 0 w 1912620"/>
              <a:gd name="csY3" fmla="*/ 108585 h 1345812"/>
              <a:gd name="csX4" fmla="*/ 495300 w 1912620"/>
              <a:gd name="csY4" fmla="*/ 1304925 h 1345812"/>
              <a:gd name="csX5" fmla="*/ 807720 w 1912620"/>
              <a:gd name="csY5" fmla="*/ 1335405 h 1345812"/>
              <a:gd name="csX6" fmla="*/ 981075 w 1912620"/>
              <a:gd name="csY6" fmla="*/ 1336359 h 1345812"/>
              <a:gd name="csX7" fmla="*/ 1112520 w 1912620"/>
              <a:gd name="csY7" fmla="*/ 1221105 h 1345812"/>
              <a:gd name="csX8" fmla="*/ 1912620 w 1912620"/>
              <a:gd name="csY8" fmla="*/ 931545 h 1345812"/>
              <a:gd name="csX0" fmla="*/ 1912620 w 1912620"/>
              <a:gd name="csY0" fmla="*/ 931545 h 1345812"/>
              <a:gd name="csX1" fmla="*/ 1363028 w 1912620"/>
              <a:gd name="csY1" fmla="*/ 901065 h 1345812"/>
              <a:gd name="csX2" fmla="*/ 281940 w 1912620"/>
              <a:gd name="csY2" fmla="*/ 0 h 1345812"/>
              <a:gd name="csX3" fmla="*/ 0 w 1912620"/>
              <a:gd name="csY3" fmla="*/ 108585 h 1345812"/>
              <a:gd name="csX4" fmla="*/ 495300 w 1912620"/>
              <a:gd name="csY4" fmla="*/ 1304925 h 1345812"/>
              <a:gd name="csX5" fmla="*/ 807720 w 1912620"/>
              <a:gd name="csY5" fmla="*/ 1335405 h 1345812"/>
              <a:gd name="csX6" fmla="*/ 981075 w 1912620"/>
              <a:gd name="csY6" fmla="*/ 1336359 h 1345812"/>
              <a:gd name="csX7" fmla="*/ 1112520 w 1912620"/>
              <a:gd name="csY7" fmla="*/ 1221105 h 1345812"/>
              <a:gd name="csX8" fmla="*/ 1912620 w 1912620"/>
              <a:gd name="csY8" fmla="*/ 931545 h 1345812"/>
              <a:gd name="csX0" fmla="*/ 1912620 w 1912620"/>
              <a:gd name="csY0" fmla="*/ 931545 h 1337885"/>
              <a:gd name="csX1" fmla="*/ 1363028 w 1912620"/>
              <a:gd name="csY1" fmla="*/ 901065 h 1337885"/>
              <a:gd name="csX2" fmla="*/ 281940 w 1912620"/>
              <a:gd name="csY2" fmla="*/ 0 h 1337885"/>
              <a:gd name="csX3" fmla="*/ 0 w 1912620"/>
              <a:gd name="csY3" fmla="*/ 108585 h 1337885"/>
              <a:gd name="csX4" fmla="*/ 495300 w 1912620"/>
              <a:gd name="csY4" fmla="*/ 1304925 h 1337885"/>
              <a:gd name="csX5" fmla="*/ 807720 w 1912620"/>
              <a:gd name="csY5" fmla="*/ 1335405 h 1337885"/>
              <a:gd name="csX6" fmla="*/ 981075 w 1912620"/>
              <a:gd name="csY6" fmla="*/ 1336359 h 1337885"/>
              <a:gd name="csX7" fmla="*/ 1112520 w 1912620"/>
              <a:gd name="csY7" fmla="*/ 1221105 h 1337885"/>
              <a:gd name="csX8" fmla="*/ 1912620 w 1912620"/>
              <a:gd name="csY8" fmla="*/ 931545 h 1337885"/>
              <a:gd name="csX0" fmla="*/ 1912620 w 1912620"/>
              <a:gd name="csY0" fmla="*/ 931545 h 1350646"/>
              <a:gd name="csX1" fmla="*/ 1363028 w 1912620"/>
              <a:gd name="csY1" fmla="*/ 901065 h 1350646"/>
              <a:gd name="csX2" fmla="*/ 281940 w 1912620"/>
              <a:gd name="csY2" fmla="*/ 0 h 1350646"/>
              <a:gd name="csX3" fmla="*/ 0 w 1912620"/>
              <a:gd name="csY3" fmla="*/ 108585 h 1350646"/>
              <a:gd name="csX4" fmla="*/ 495300 w 1912620"/>
              <a:gd name="csY4" fmla="*/ 1304925 h 1350646"/>
              <a:gd name="csX5" fmla="*/ 807720 w 1912620"/>
              <a:gd name="csY5" fmla="*/ 1335405 h 1350646"/>
              <a:gd name="csX6" fmla="*/ 957262 w 1912620"/>
              <a:gd name="csY6" fmla="*/ 1350646 h 1350646"/>
              <a:gd name="csX7" fmla="*/ 1112520 w 1912620"/>
              <a:gd name="csY7" fmla="*/ 1221105 h 1350646"/>
              <a:gd name="csX8" fmla="*/ 1912620 w 1912620"/>
              <a:gd name="csY8" fmla="*/ 931545 h 1350646"/>
              <a:gd name="csX0" fmla="*/ 1912620 w 1912620"/>
              <a:gd name="csY0" fmla="*/ 931545 h 1350646"/>
              <a:gd name="csX1" fmla="*/ 1363028 w 1912620"/>
              <a:gd name="csY1" fmla="*/ 901065 h 1350646"/>
              <a:gd name="csX2" fmla="*/ 281940 w 1912620"/>
              <a:gd name="csY2" fmla="*/ 0 h 1350646"/>
              <a:gd name="csX3" fmla="*/ 0 w 1912620"/>
              <a:gd name="csY3" fmla="*/ 108585 h 1350646"/>
              <a:gd name="csX4" fmla="*/ 495300 w 1912620"/>
              <a:gd name="csY4" fmla="*/ 1304925 h 1350646"/>
              <a:gd name="csX5" fmla="*/ 807720 w 1912620"/>
              <a:gd name="csY5" fmla="*/ 1335405 h 1350646"/>
              <a:gd name="csX6" fmla="*/ 957262 w 1912620"/>
              <a:gd name="csY6" fmla="*/ 1350646 h 1350646"/>
              <a:gd name="csX7" fmla="*/ 1112520 w 1912620"/>
              <a:gd name="csY7" fmla="*/ 1221105 h 1350646"/>
              <a:gd name="csX8" fmla="*/ 1912620 w 1912620"/>
              <a:gd name="csY8" fmla="*/ 931545 h 1350646"/>
              <a:gd name="csX0" fmla="*/ 1912620 w 1912620"/>
              <a:gd name="csY0" fmla="*/ 931545 h 1350646"/>
              <a:gd name="csX1" fmla="*/ 1363028 w 1912620"/>
              <a:gd name="csY1" fmla="*/ 901065 h 1350646"/>
              <a:gd name="csX2" fmla="*/ 281940 w 1912620"/>
              <a:gd name="csY2" fmla="*/ 0 h 1350646"/>
              <a:gd name="csX3" fmla="*/ 0 w 1912620"/>
              <a:gd name="csY3" fmla="*/ 108585 h 1350646"/>
              <a:gd name="csX4" fmla="*/ 495300 w 1912620"/>
              <a:gd name="csY4" fmla="*/ 1304925 h 1350646"/>
              <a:gd name="csX5" fmla="*/ 807720 w 1912620"/>
              <a:gd name="csY5" fmla="*/ 1335405 h 1350646"/>
              <a:gd name="csX6" fmla="*/ 957262 w 1912620"/>
              <a:gd name="csY6" fmla="*/ 1350646 h 1350646"/>
              <a:gd name="csX7" fmla="*/ 1112520 w 1912620"/>
              <a:gd name="csY7" fmla="*/ 1221105 h 1350646"/>
              <a:gd name="csX8" fmla="*/ 1912620 w 1912620"/>
              <a:gd name="csY8" fmla="*/ 931545 h 1350646"/>
              <a:gd name="csX0" fmla="*/ 1912620 w 1912620"/>
              <a:gd name="csY0" fmla="*/ 931545 h 1350646"/>
              <a:gd name="csX1" fmla="*/ 1363028 w 1912620"/>
              <a:gd name="csY1" fmla="*/ 901065 h 1350646"/>
              <a:gd name="csX2" fmla="*/ 281940 w 1912620"/>
              <a:gd name="csY2" fmla="*/ 0 h 1350646"/>
              <a:gd name="csX3" fmla="*/ 0 w 1912620"/>
              <a:gd name="csY3" fmla="*/ 108585 h 1350646"/>
              <a:gd name="csX4" fmla="*/ 495300 w 1912620"/>
              <a:gd name="csY4" fmla="*/ 1304925 h 1350646"/>
              <a:gd name="csX5" fmla="*/ 807720 w 1912620"/>
              <a:gd name="csY5" fmla="*/ 1335405 h 1350646"/>
              <a:gd name="csX6" fmla="*/ 957262 w 1912620"/>
              <a:gd name="csY6" fmla="*/ 1350646 h 1350646"/>
              <a:gd name="csX7" fmla="*/ 1112520 w 1912620"/>
              <a:gd name="csY7" fmla="*/ 1221105 h 1350646"/>
              <a:gd name="csX8" fmla="*/ 1912620 w 1912620"/>
              <a:gd name="csY8" fmla="*/ 931545 h 1350646"/>
              <a:gd name="csX0" fmla="*/ 1912620 w 1912620"/>
              <a:gd name="csY0" fmla="*/ 931545 h 1350646"/>
              <a:gd name="csX1" fmla="*/ 1363028 w 1912620"/>
              <a:gd name="csY1" fmla="*/ 901065 h 1350646"/>
              <a:gd name="csX2" fmla="*/ 281940 w 1912620"/>
              <a:gd name="csY2" fmla="*/ 0 h 1350646"/>
              <a:gd name="csX3" fmla="*/ 0 w 1912620"/>
              <a:gd name="csY3" fmla="*/ 108585 h 1350646"/>
              <a:gd name="csX4" fmla="*/ 492125 w 1912620"/>
              <a:gd name="csY4" fmla="*/ 1295400 h 1350646"/>
              <a:gd name="csX5" fmla="*/ 807720 w 1912620"/>
              <a:gd name="csY5" fmla="*/ 1335405 h 1350646"/>
              <a:gd name="csX6" fmla="*/ 957262 w 1912620"/>
              <a:gd name="csY6" fmla="*/ 1350646 h 1350646"/>
              <a:gd name="csX7" fmla="*/ 1112520 w 1912620"/>
              <a:gd name="csY7" fmla="*/ 1221105 h 1350646"/>
              <a:gd name="csX8" fmla="*/ 1912620 w 1912620"/>
              <a:gd name="csY8" fmla="*/ 931545 h 1350646"/>
              <a:gd name="csX0" fmla="*/ 1909445 w 1909445"/>
              <a:gd name="csY0" fmla="*/ 931545 h 1350646"/>
              <a:gd name="csX1" fmla="*/ 1359853 w 1909445"/>
              <a:gd name="csY1" fmla="*/ 901065 h 1350646"/>
              <a:gd name="csX2" fmla="*/ 278765 w 1909445"/>
              <a:gd name="csY2" fmla="*/ 0 h 1350646"/>
              <a:gd name="csX3" fmla="*/ 0 w 1909445"/>
              <a:gd name="csY3" fmla="*/ 102235 h 1350646"/>
              <a:gd name="csX4" fmla="*/ 488950 w 1909445"/>
              <a:gd name="csY4" fmla="*/ 1295400 h 1350646"/>
              <a:gd name="csX5" fmla="*/ 804545 w 1909445"/>
              <a:gd name="csY5" fmla="*/ 1335405 h 1350646"/>
              <a:gd name="csX6" fmla="*/ 954087 w 1909445"/>
              <a:gd name="csY6" fmla="*/ 1350646 h 1350646"/>
              <a:gd name="csX7" fmla="*/ 1109345 w 1909445"/>
              <a:gd name="csY7" fmla="*/ 1221105 h 1350646"/>
              <a:gd name="csX8" fmla="*/ 1909445 w 1909445"/>
              <a:gd name="csY8" fmla="*/ 931545 h 1350646"/>
              <a:gd name="csX0" fmla="*/ 1903095 w 1903095"/>
              <a:gd name="csY0" fmla="*/ 931545 h 1350646"/>
              <a:gd name="csX1" fmla="*/ 1353503 w 1903095"/>
              <a:gd name="csY1" fmla="*/ 901065 h 1350646"/>
              <a:gd name="csX2" fmla="*/ 272415 w 1903095"/>
              <a:gd name="csY2" fmla="*/ 0 h 1350646"/>
              <a:gd name="csX3" fmla="*/ 0 w 1903095"/>
              <a:gd name="csY3" fmla="*/ 95885 h 1350646"/>
              <a:gd name="csX4" fmla="*/ 482600 w 1903095"/>
              <a:gd name="csY4" fmla="*/ 1295400 h 1350646"/>
              <a:gd name="csX5" fmla="*/ 798195 w 1903095"/>
              <a:gd name="csY5" fmla="*/ 1335405 h 1350646"/>
              <a:gd name="csX6" fmla="*/ 947737 w 1903095"/>
              <a:gd name="csY6" fmla="*/ 1350646 h 1350646"/>
              <a:gd name="csX7" fmla="*/ 1102995 w 1903095"/>
              <a:gd name="csY7" fmla="*/ 1221105 h 1350646"/>
              <a:gd name="csX8" fmla="*/ 1903095 w 1903095"/>
              <a:gd name="csY8" fmla="*/ 931545 h 13506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903095" h="1350646">
                <a:moveTo>
                  <a:pt x="1903095" y="931545"/>
                </a:moveTo>
                <a:lnTo>
                  <a:pt x="1353503" y="901065"/>
                </a:lnTo>
                <a:lnTo>
                  <a:pt x="272415" y="0"/>
                </a:lnTo>
                <a:lnTo>
                  <a:pt x="0" y="95885"/>
                </a:lnTo>
                <a:lnTo>
                  <a:pt x="482600" y="1295400"/>
                </a:lnTo>
                <a:lnTo>
                  <a:pt x="798195" y="1335405"/>
                </a:lnTo>
                <a:cubicBezTo>
                  <a:pt x="879157" y="1340644"/>
                  <a:pt x="861059" y="1350169"/>
                  <a:pt x="947737" y="1350646"/>
                </a:cubicBezTo>
                <a:cubicBezTo>
                  <a:pt x="1122362" y="1288733"/>
                  <a:pt x="1028700" y="1312387"/>
                  <a:pt x="1102995" y="1221105"/>
                </a:cubicBezTo>
                <a:lnTo>
                  <a:pt x="1903095" y="931545"/>
                </a:lnTo>
                <a:close/>
              </a:path>
            </a:pathLst>
          </a:custGeom>
          <a:solidFill>
            <a:srgbClr val="00B050">
              <a:alpha val="25000"/>
            </a:srgbClr>
          </a:solidFill>
          <a:ln w="12700">
            <a:solidFill>
              <a:srgbClr val="00B05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E9E05D5-D13B-D887-518C-BE4E956E3C30}"/>
              </a:ext>
            </a:extLst>
          </p:cNvPr>
          <p:cNvGrpSpPr/>
          <p:nvPr/>
        </p:nvGrpSpPr>
        <p:grpSpPr>
          <a:xfrm>
            <a:off x="2322699" y="1872478"/>
            <a:ext cx="1738786" cy="1258980"/>
            <a:chOff x="2322699" y="2201249"/>
            <a:chExt cx="1738786" cy="1258980"/>
          </a:xfrm>
        </p:grpSpPr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41D8C1C7-EA4E-7EE4-8766-1EAC421FF332}"/>
                </a:ext>
              </a:extLst>
            </p:cNvPr>
            <p:cNvSpPr txBox="1"/>
            <p:nvPr/>
          </p:nvSpPr>
          <p:spPr>
            <a:xfrm>
              <a:off x="2322699" y="2201249"/>
              <a:ext cx="1738786" cy="36933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Tail Assembly</a:t>
              </a: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1A4010BA-4238-5615-B6F4-EB4A16D1999A}"/>
                </a:ext>
              </a:extLst>
            </p:cNvPr>
            <p:cNvCxnSpPr>
              <a:cxnSpLocks/>
              <a:stCxn id="30" idx="2"/>
              <a:endCxn id="29" idx="2"/>
            </p:cNvCxnSpPr>
            <p:nvPr/>
          </p:nvCxnSpPr>
          <p:spPr>
            <a:xfrm flipH="1">
              <a:off x="3177540" y="2570581"/>
              <a:ext cx="14552" cy="889648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9B83F33-81E0-D95A-C55B-BA64FCD8CDB5}"/>
              </a:ext>
            </a:extLst>
          </p:cNvPr>
          <p:cNvSpPr/>
          <p:nvPr/>
        </p:nvSpPr>
        <p:spPr>
          <a:xfrm>
            <a:off x="2292350" y="4278154"/>
            <a:ext cx="1539875" cy="361950"/>
          </a:xfrm>
          <a:custGeom>
            <a:avLst/>
            <a:gdLst>
              <a:gd name="csX0" fmla="*/ 942975 w 1539875"/>
              <a:gd name="csY0" fmla="*/ 361950 h 361950"/>
              <a:gd name="csX1" fmla="*/ 0 w 1539875"/>
              <a:gd name="csY1" fmla="*/ 38100 h 361950"/>
              <a:gd name="csX2" fmla="*/ 139700 w 1539875"/>
              <a:gd name="csY2" fmla="*/ 0 h 361950"/>
              <a:gd name="csX3" fmla="*/ 1539875 w 1539875"/>
              <a:gd name="csY3" fmla="*/ 203200 h 361950"/>
              <a:gd name="csX4" fmla="*/ 1400175 w 1539875"/>
              <a:gd name="csY4" fmla="*/ 279400 h 361950"/>
              <a:gd name="csX5" fmla="*/ 1285875 w 1539875"/>
              <a:gd name="csY5" fmla="*/ 346075 h 361950"/>
              <a:gd name="csX6" fmla="*/ 1060450 w 1539875"/>
              <a:gd name="csY6" fmla="*/ 355600 h 361950"/>
              <a:gd name="csX7" fmla="*/ 942975 w 1539875"/>
              <a:gd name="csY7" fmla="*/ 361950 h 361950"/>
              <a:gd name="csX0" fmla="*/ 942975 w 1539875"/>
              <a:gd name="csY0" fmla="*/ 361950 h 361950"/>
              <a:gd name="csX1" fmla="*/ 0 w 1539875"/>
              <a:gd name="csY1" fmla="*/ 38100 h 361950"/>
              <a:gd name="csX2" fmla="*/ 139700 w 1539875"/>
              <a:gd name="csY2" fmla="*/ 0 h 361950"/>
              <a:gd name="csX3" fmla="*/ 1539875 w 1539875"/>
              <a:gd name="csY3" fmla="*/ 203200 h 361950"/>
              <a:gd name="csX4" fmla="*/ 1400175 w 1539875"/>
              <a:gd name="csY4" fmla="*/ 279400 h 361950"/>
              <a:gd name="csX5" fmla="*/ 1285875 w 1539875"/>
              <a:gd name="csY5" fmla="*/ 346075 h 361950"/>
              <a:gd name="csX6" fmla="*/ 1060450 w 1539875"/>
              <a:gd name="csY6" fmla="*/ 355600 h 361950"/>
              <a:gd name="csX7" fmla="*/ 942975 w 1539875"/>
              <a:gd name="csY7" fmla="*/ 361950 h 361950"/>
              <a:gd name="csX0" fmla="*/ 942975 w 1539875"/>
              <a:gd name="csY0" fmla="*/ 361950 h 361950"/>
              <a:gd name="csX1" fmla="*/ 0 w 1539875"/>
              <a:gd name="csY1" fmla="*/ 38100 h 361950"/>
              <a:gd name="csX2" fmla="*/ 139700 w 1539875"/>
              <a:gd name="csY2" fmla="*/ 0 h 361950"/>
              <a:gd name="csX3" fmla="*/ 1539875 w 1539875"/>
              <a:gd name="csY3" fmla="*/ 203200 h 361950"/>
              <a:gd name="csX4" fmla="*/ 1400175 w 1539875"/>
              <a:gd name="csY4" fmla="*/ 279400 h 361950"/>
              <a:gd name="csX5" fmla="*/ 1285875 w 1539875"/>
              <a:gd name="csY5" fmla="*/ 346075 h 361950"/>
              <a:gd name="csX6" fmla="*/ 1060450 w 1539875"/>
              <a:gd name="csY6" fmla="*/ 355600 h 361950"/>
              <a:gd name="csX7" fmla="*/ 942975 w 1539875"/>
              <a:gd name="csY7" fmla="*/ 361950 h 361950"/>
              <a:gd name="csX0" fmla="*/ 942975 w 1539875"/>
              <a:gd name="csY0" fmla="*/ 361950 h 361950"/>
              <a:gd name="csX1" fmla="*/ 0 w 1539875"/>
              <a:gd name="csY1" fmla="*/ 38100 h 361950"/>
              <a:gd name="csX2" fmla="*/ 139700 w 1539875"/>
              <a:gd name="csY2" fmla="*/ 0 h 361950"/>
              <a:gd name="csX3" fmla="*/ 1539875 w 1539875"/>
              <a:gd name="csY3" fmla="*/ 203200 h 361950"/>
              <a:gd name="csX4" fmla="*/ 1400175 w 1539875"/>
              <a:gd name="csY4" fmla="*/ 279400 h 361950"/>
              <a:gd name="csX5" fmla="*/ 1285875 w 1539875"/>
              <a:gd name="csY5" fmla="*/ 346075 h 361950"/>
              <a:gd name="csX6" fmla="*/ 1060450 w 1539875"/>
              <a:gd name="csY6" fmla="*/ 355600 h 361950"/>
              <a:gd name="csX7" fmla="*/ 942975 w 1539875"/>
              <a:gd name="csY7" fmla="*/ 361950 h 361950"/>
              <a:gd name="csX0" fmla="*/ 942975 w 1612627"/>
              <a:gd name="csY0" fmla="*/ 361950 h 361950"/>
              <a:gd name="csX1" fmla="*/ 0 w 1612627"/>
              <a:gd name="csY1" fmla="*/ 38100 h 361950"/>
              <a:gd name="csX2" fmla="*/ 139700 w 1612627"/>
              <a:gd name="csY2" fmla="*/ 0 h 361950"/>
              <a:gd name="csX3" fmla="*/ 1539875 w 1612627"/>
              <a:gd name="csY3" fmla="*/ 203200 h 361950"/>
              <a:gd name="csX4" fmla="*/ 1400175 w 1612627"/>
              <a:gd name="csY4" fmla="*/ 279400 h 361950"/>
              <a:gd name="csX5" fmla="*/ 1285875 w 1612627"/>
              <a:gd name="csY5" fmla="*/ 346075 h 361950"/>
              <a:gd name="csX6" fmla="*/ 1060450 w 1612627"/>
              <a:gd name="csY6" fmla="*/ 355600 h 361950"/>
              <a:gd name="csX7" fmla="*/ 942975 w 1612627"/>
              <a:gd name="csY7" fmla="*/ 361950 h 361950"/>
              <a:gd name="csX0" fmla="*/ 942975 w 1539875"/>
              <a:gd name="csY0" fmla="*/ 361950 h 361950"/>
              <a:gd name="csX1" fmla="*/ 0 w 1539875"/>
              <a:gd name="csY1" fmla="*/ 38100 h 361950"/>
              <a:gd name="csX2" fmla="*/ 139700 w 1539875"/>
              <a:gd name="csY2" fmla="*/ 0 h 361950"/>
              <a:gd name="csX3" fmla="*/ 1539875 w 1539875"/>
              <a:gd name="csY3" fmla="*/ 203200 h 361950"/>
              <a:gd name="csX4" fmla="*/ 1400175 w 1539875"/>
              <a:gd name="csY4" fmla="*/ 279400 h 361950"/>
              <a:gd name="csX5" fmla="*/ 1285875 w 1539875"/>
              <a:gd name="csY5" fmla="*/ 346075 h 361950"/>
              <a:gd name="csX6" fmla="*/ 1060450 w 1539875"/>
              <a:gd name="csY6" fmla="*/ 355600 h 361950"/>
              <a:gd name="csX7" fmla="*/ 942975 w 1539875"/>
              <a:gd name="csY7" fmla="*/ 361950 h 361950"/>
              <a:gd name="csX0" fmla="*/ 942975 w 1539875"/>
              <a:gd name="csY0" fmla="*/ 361950 h 361950"/>
              <a:gd name="csX1" fmla="*/ 0 w 1539875"/>
              <a:gd name="csY1" fmla="*/ 38100 h 361950"/>
              <a:gd name="csX2" fmla="*/ 139700 w 1539875"/>
              <a:gd name="csY2" fmla="*/ 0 h 361950"/>
              <a:gd name="csX3" fmla="*/ 1539875 w 1539875"/>
              <a:gd name="csY3" fmla="*/ 203200 h 361950"/>
              <a:gd name="csX4" fmla="*/ 1409700 w 1539875"/>
              <a:gd name="csY4" fmla="*/ 285750 h 361950"/>
              <a:gd name="csX5" fmla="*/ 1285875 w 1539875"/>
              <a:gd name="csY5" fmla="*/ 346075 h 361950"/>
              <a:gd name="csX6" fmla="*/ 1060450 w 1539875"/>
              <a:gd name="csY6" fmla="*/ 355600 h 361950"/>
              <a:gd name="csX7" fmla="*/ 942975 w 1539875"/>
              <a:gd name="csY7" fmla="*/ 361950 h 3619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539875" h="361950">
                <a:moveTo>
                  <a:pt x="942975" y="361950"/>
                </a:moveTo>
                <a:lnTo>
                  <a:pt x="0" y="38100"/>
                </a:lnTo>
                <a:lnTo>
                  <a:pt x="139700" y="0"/>
                </a:lnTo>
                <a:lnTo>
                  <a:pt x="1539875" y="203200"/>
                </a:lnTo>
                <a:lnTo>
                  <a:pt x="1409700" y="285750"/>
                </a:lnTo>
                <a:cubicBezTo>
                  <a:pt x="1367367" y="309563"/>
                  <a:pt x="1344083" y="334433"/>
                  <a:pt x="1285875" y="346075"/>
                </a:cubicBezTo>
                <a:cubicBezTo>
                  <a:pt x="1227667" y="357717"/>
                  <a:pt x="1131358" y="363008"/>
                  <a:pt x="1060450" y="355600"/>
                </a:cubicBezTo>
                <a:cubicBezTo>
                  <a:pt x="989542" y="348192"/>
                  <a:pt x="982133" y="359833"/>
                  <a:pt x="942975" y="361950"/>
                </a:cubicBezTo>
                <a:close/>
              </a:path>
            </a:pathLst>
          </a:custGeom>
          <a:solidFill>
            <a:srgbClr val="00B0F0">
              <a:alpha val="25000"/>
            </a:srgbClr>
          </a:solidFill>
          <a:ln w="12700">
            <a:solidFill>
              <a:srgbClr val="00B0F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3C93BD21-CDF2-8555-F9FA-066AE2F1D6B4}"/>
              </a:ext>
            </a:extLst>
          </p:cNvPr>
          <p:cNvGrpSpPr/>
          <p:nvPr/>
        </p:nvGrpSpPr>
        <p:grpSpPr>
          <a:xfrm>
            <a:off x="2369713" y="4522629"/>
            <a:ext cx="1072029" cy="1367871"/>
            <a:chOff x="2369713" y="4851400"/>
            <a:chExt cx="1072029" cy="1367871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8D79959-37D1-3547-18EB-418B7644ACE1}"/>
                </a:ext>
              </a:extLst>
            </p:cNvPr>
            <p:cNvSpPr txBox="1"/>
            <p:nvPr/>
          </p:nvSpPr>
          <p:spPr>
            <a:xfrm>
              <a:off x="2369713" y="5849939"/>
              <a:ext cx="1072029" cy="36933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Elevator</a:t>
              </a:r>
            </a:p>
          </p:txBody>
        </p: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87C41FB0-511F-950E-FD71-54DB31EE21BB}"/>
                </a:ext>
              </a:extLst>
            </p:cNvPr>
            <p:cNvCxnSpPr>
              <a:cxnSpLocks/>
              <a:stCxn id="38" idx="0"/>
            </p:cNvCxnSpPr>
            <p:nvPr/>
          </p:nvCxnSpPr>
          <p:spPr>
            <a:xfrm flipH="1" flipV="1">
              <a:off x="2902531" y="4851400"/>
              <a:ext cx="3197" cy="998539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AF2A30AF-3B4A-5B63-694F-57CEDB6AE3DF}"/>
              </a:ext>
            </a:extLst>
          </p:cNvPr>
          <p:cNvSpPr/>
          <p:nvPr/>
        </p:nvSpPr>
        <p:spPr>
          <a:xfrm>
            <a:off x="5851526" y="4186079"/>
            <a:ext cx="939180" cy="701852"/>
          </a:xfrm>
          <a:custGeom>
            <a:avLst/>
            <a:gdLst>
              <a:gd name="csX0" fmla="*/ 339725 w 946150"/>
              <a:gd name="csY0" fmla="*/ 22225 h 714375"/>
              <a:gd name="csX1" fmla="*/ 193675 w 946150"/>
              <a:gd name="csY1" fmla="*/ 168275 h 714375"/>
              <a:gd name="csX2" fmla="*/ 0 w 946150"/>
              <a:gd name="csY2" fmla="*/ 269875 h 714375"/>
              <a:gd name="csX3" fmla="*/ 47625 w 946150"/>
              <a:gd name="csY3" fmla="*/ 346075 h 714375"/>
              <a:gd name="csX4" fmla="*/ 53975 w 946150"/>
              <a:gd name="csY4" fmla="*/ 419100 h 714375"/>
              <a:gd name="csX5" fmla="*/ 269875 w 946150"/>
              <a:gd name="csY5" fmla="*/ 422275 h 714375"/>
              <a:gd name="csX6" fmla="*/ 307975 w 946150"/>
              <a:gd name="csY6" fmla="*/ 533400 h 714375"/>
              <a:gd name="csX7" fmla="*/ 387350 w 946150"/>
              <a:gd name="csY7" fmla="*/ 546100 h 714375"/>
              <a:gd name="csX8" fmla="*/ 469900 w 946150"/>
              <a:gd name="csY8" fmla="*/ 514350 h 714375"/>
              <a:gd name="csX9" fmla="*/ 542925 w 946150"/>
              <a:gd name="csY9" fmla="*/ 441325 h 714375"/>
              <a:gd name="csX10" fmla="*/ 603250 w 946150"/>
              <a:gd name="csY10" fmla="*/ 482600 h 714375"/>
              <a:gd name="csX11" fmla="*/ 622300 w 946150"/>
              <a:gd name="csY11" fmla="*/ 514350 h 714375"/>
              <a:gd name="csX12" fmla="*/ 736600 w 946150"/>
              <a:gd name="csY12" fmla="*/ 695325 h 714375"/>
              <a:gd name="csX13" fmla="*/ 825500 w 946150"/>
              <a:gd name="csY13" fmla="*/ 714375 h 714375"/>
              <a:gd name="csX14" fmla="*/ 946150 w 946150"/>
              <a:gd name="csY14" fmla="*/ 628650 h 714375"/>
              <a:gd name="csX15" fmla="*/ 946150 w 946150"/>
              <a:gd name="csY15" fmla="*/ 565150 h 714375"/>
              <a:gd name="csX16" fmla="*/ 936625 w 946150"/>
              <a:gd name="csY16" fmla="*/ 409575 h 714375"/>
              <a:gd name="csX17" fmla="*/ 860425 w 946150"/>
              <a:gd name="csY17" fmla="*/ 257175 h 714375"/>
              <a:gd name="csX18" fmla="*/ 755650 w 946150"/>
              <a:gd name="csY18" fmla="*/ 285750 h 714375"/>
              <a:gd name="csX19" fmla="*/ 758825 w 946150"/>
              <a:gd name="csY19" fmla="*/ 212725 h 714375"/>
              <a:gd name="csX20" fmla="*/ 708025 w 946150"/>
              <a:gd name="csY20" fmla="*/ 152400 h 714375"/>
              <a:gd name="csX21" fmla="*/ 654050 w 946150"/>
              <a:gd name="csY21" fmla="*/ 136525 h 714375"/>
              <a:gd name="csX22" fmla="*/ 444500 w 946150"/>
              <a:gd name="csY22" fmla="*/ 161925 h 714375"/>
              <a:gd name="csX23" fmla="*/ 415925 w 946150"/>
              <a:gd name="csY23" fmla="*/ 155575 h 714375"/>
              <a:gd name="csX24" fmla="*/ 457200 w 946150"/>
              <a:gd name="csY24" fmla="*/ 57150 h 714375"/>
              <a:gd name="csX25" fmla="*/ 450850 w 946150"/>
              <a:gd name="csY25" fmla="*/ 0 h 714375"/>
              <a:gd name="csX26" fmla="*/ 339725 w 946150"/>
              <a:gd name="csY26" fmla="*/ 22225 h 714375"/>
              <a:gd name="csX0" fmla="*/ 339725 w 946150"/>
              <a:gd name="csY0" fmla="*/ 22225 h 714375"/>
              <a:gd name="csX1" fmla="*/ 193675 w 946150"/>
              <a:gd name="csY1" fmla="*/ 168275 h 714375"/>
              <a:gd name="csX2" fmla="*/ 0 w 946150"/>
              <a:gd name="csY2" fmla="*/ 269875 h 714375"/>
              <a:gd name="csX3" fmla="*/ 47625 w 946150"/>
              <a:gd name="csY3" fmla="*/ 346075 h 714375"/>
              <a:gd name="csX4" fmla="*/ 53975 w 946150"/>
              <a:gd name="csY4" fmla="*/ 419100 h 714375"/>
              <a:gd name="csX5" fmla="*/ 269875 w 946150"/>
              <a:gd name="csY5" fmla="*/ 422275 h 714375"/>
              <a:gd name="csX6" fmla="*/ 307975 w 946150"/>
              <a:gd name="csY6" fmla="*/ 517525 h 714375"/>
              <a:gd name="csX7" fmla="*/ 387350 w 946150"/>
              <a:gd name="csY7" fmla="*/ 546100 h 714375"/>
              <a:gd name="csX8" fmla="*/ 469900 w 946150"/>
              <a:gd name="csY8" fmla="*/ 514350 h 714375"/>
              <a:gd name="csX9" fmla="*/ 542925 w 946150"/>
              <a:gd name="csY9" fmla="*/ 441325 h 714375"/>
              <a:gd name="csX10" fmla="*/ 603250 w 946150"/>
              <a:gd name="csY10" fmla="*/ 482600 h 714375"/>
              <a:gd name="csX11" fmla="*/ 622300 w 946150"/>
              <a:gd name="csY11" fmla="*/ 514350 h 714375"/>
              <a:gd name="csX12" fmla="*/ 736600 w 946150"/>
              <a:gd name="csY12" fmla="*/ 695325 h 714375"/>
              <a:gd name="csX13" fmla="*/ 825500 w 946150"/>
              <a:gd name="csY13" fmla="*/ 714375 h 714375"/>
              <a:gd name="csX14" fmla="*/ 946150 w 946150"/>
              <a:gd name="csY14" fmla="*/ 628650 h 714375"/>
              <a:gd name="csX15" fmla="*/ 946150 w 946150"/>
              <a:gd name="csY15" fmla="*/ 565150 h 714375"/>
              <a:gd name="csX16" fmla="*/ 936625 w 946150"/>
              <a:gd name="csY16" fmla="*/ 409575 h 714375"/>
              <a:gd name="csX17" fmla="*/ 860425 w 946150"/>
              <a:gd name="csY17" fmla="*/ 257175 h 714375"/>
              <a:gd name="csX18" fmla="*/ 755650 w 946150"/>
              <a:gd name="csY18" fmla="*/ 285750 h 714375"/>
              <a:gd name="csX19" fmla="*/ 758825 w 946150"/>
              <a:gd name="csY19" fmla="*/ 212725 h 714375"/>
              <a:gd name="csX20" fmla="*/ 708025 w 946150"/>
              <a:gd name="csY20" fmla="*/ 152400 h 714375"/>
              <a:gd name="csX21" fmla="*/ 654050 w 946150"/>
              <a:gd name="csY21" fmla="*/ 136525 h 714375"/>
              <a:gd name="csX22" fmla="*/ 444500 w 946150"/>
              <a:gd name="csY22" fmla="*/ 161925 h 714375"/>
              <a:gd name="csX23" fmla="*/ 415925 w 946150"/>
              <a:gd name="csY23" fmla="*/ 155575 h 714375"/>
              <a:gd name="csX24" fmla="*/ 457200 w 946150"/>
              <a:gd name="csY24" fmla="*/ 57150 h 714375"/>
              <a:gd name="csX25" fmla="*/ 450850 w 946150"/>
              <a:gd name="csY25" fmla="*/ 0 h 714375"/>
              <a:gd name="csX26" fmla="*/ 339725 w 946150"/>
              <a:gd name="csY26" fmla="*/ 22225 h 714375"/>
              <a:gd name="csX0" fmla="*/ 339725 w 946150"/>
              <a:gd name="csY0" fmla="*/ 22225 h 714375"/>
              <a:gd name="csX1" fmla="*/ 193675 w 946150"/>
              <a:gd name="csY1" fmla="*/ 168275 h 714375"/>
              <a:gd name="csX2" fmla="*/ 0 w 946150"/>
              <a:gd name="csY2" fmla="*/ 269875 h 714375"/>
              <a:gd name="csX3" fmla="*/ 47625 w 946150"/>
              <a:gd name="csY3" fmla="*/ 346075 h 714375"/>
              <a:gd name="csX4" fmla="*/ 53975 w 946150"/>
              <a:gd name="csY4" fmla="*/ 419100 h 714375"/>
              <a:gd name="csX5" fmla="*/ 269875 w 946150"/>
              <a:gd name="csY5" fmla="*/ 422275 h 714375"/>
              <a:gd name="csX6" fmla="*/ 307975 w 946150"/>
              <a:gd name="csY6" fmla="*/ 517525 h 714375"/>
              <a:gd name="csX7" fmla="*/ 387350 w 946150"/>
              <a:gd name="csY7" fmla="*/ 546100 h 714375"/>
              <a:gd name="csX8" fmla="*/ 469900 w 946150"/>
              <a:gd name="csY8" fmla="*/ 514350 h 714375"/>
              <a:gd name="csX9" fmla="*/ 542925 w 946150"/>
              <a:gd name="csY9" fmla="*/ 441325 h 714375"/>
              <a:gd name="csX10" fmla="*/ 603250 w 946150"/>
              <a:gd name="csY10" fmla="*/ 482600 h 714375"/>
              <a:gd name="csX11" fmla="*/ 622300 w 946150"/>
              <a:gd name="csY11" fmla="*/ 514350 h 714375"/>
              <a:gd name="csX12" fmla="*/ 736600 w 946150"/>
              <a:gd name="csY12" fmla="*/ 695325 h 714375"/>
              <a:gd name="csX13" fmla="*/ 825500 w 946150"/>
              <a:gd name="csY13" fmla="*/ 714375 h 714375"/>
              <a:gd name="csX14" fmla="*/ 946150 w 946150"/>
              <a:gd name="csY14" fmla="*/ 628650 h 714375"/>
              <a:gd name="csX15" fmla="*/ 946150 w 946150"/>
              <a:gd name="csY15" fmla="*/ 565150 h 714375"/>
              <a:gd name="csX16" fmla="*/ 936625 w 946150"/>
              <a:gd name="csY16" fmla="*/ 409575 h 714375"/>
              <a:gd name="csX17" fmla="*/ 860425 w 946150"/>
              <a:gd name="csY17" fmla="*/ 257175 h 714375"/>
              <a:gd name="csX18" fmla="*/ 755650 w 946150"/>
              <a:gd name="csY18" fmla="*/ 285750 h 714375"/>
              <a:gd name="csX19" fmla="*/ 758825 w 946150"/>
              <a:gd name="csY19" fmla="*/ 212725 h 714375"/>
              <a:gd name="csX20" fmla="*/ 708025 w 946150"/>
              <a:gd name="csY20" fmla="*/ 152400 h 714375"/>
              <a:gd name="csX21" fmla="*/ 654050 w 946150"/>
              <a:gd name="csY21" fmla="*/ 136525 h 714375"/>
              <a:gd name="csX22" fmla="*/ 444500 w 946150"/>
              <a:gd name="csY22" fmla="*/ 161925 h 714375"/>
              <a:gd name="csX23" fmla="*/ 415925 w 946150"/>
              <a:gd name="csY23" fmla="*/ 155575 h 714375"/>
              <a:gd name="csX24" fmla="*/ 457200 w 946150"/>
              <a:gd name="csY24" fmla="*/ 57150 h 714375"/>
              <a:gd name="csX25" fmla="*/ 450850 w 946150"/>
              <a:gd name="csY25" fmla="*/ 0 h 714375"/>
              <a:gd name="csX26" fmla="*/ 339725 w 946150"/>
              <a:gd name="csY26" fmla="*/ 22225 h 714375"/>
              <a:gd name="csX0" fmla="*/ 339725 w 946150"/>
              <a:gd name="csY0" fmla="*/ 22225 h 714375"/>
              <a:gd name="csX1" fmla="*/ 193675 w 946150"/>
              <a:gd name="csY1" fmla="*/ 168275 h 714375"/>
              <a:gd name="csX2" fmla="*/ 0 w 946150"/>
              <a:gd name="csY2" fmla="*/ 269875 h 714375"/>
              <a:gd name="csX3" fmla="*/ 47625 w 946150"/>
              <a:gd name="csY3" fmla="*/ 346075 h 714375"/>
              <a:gd name="csX4" fmla="*/ 53975 w 946150"/>
              <a:gd name="csY4" fmla="*/ 419100 h 714375"/>
              <a:gd name="csX5" fmla="*/ 269875 w 946150"/>
              <a:gd name="csY5" fmla="*/ 422275 h 714375"/>
              <a:gd name="csX6" fmla="*/ 307975 w 946150"/>
              <a:gd name="csY6" fmla="*/ 517525 h 714375"/>
              <a:gd name="csX7" fmla="*/ 387350 w 946150"/>
              <a:gd name="csY7" fmla="*/ 546100 h 714375"/>
              <a:gd name="csX8" fmla="*/ 469900 w 946150"/>
              <a:gd name="csY8" fmla="*/ 514350 h 714375"/>
              <a:gd name="csX9" fmla="*/ 542925 w 946150"/>
              <a:gd name="csY9" fmla="*/ 441325 h 714375"/>
              <a:gd name="csX10" fmla="*/ 603250 w 946150"/>
              <a:gd name="csY10" fmla="*/ 482600 h 714375"/>
              <a:gd name="csX11" fmla="*/ 622300 w 946150"/>
              <a:gd name="csY11" fmla="*/ 514350 h 714375"/>
              <a:gd name="csX12" fmla="*/ 736600 w 946150"/>
              <a:gd name="csY12" fmla="*/ 695325 h 714375"/>
              <a:gd name="csX13" fmla="*/ 825500 w 946150"/>
              <a:gd name="csY13" fmla="*/ 714375 h 714375"/>
              <a:gd name="csX14" fmla="*/ 946150 w 946150"/>
              <a:gd name="csY14" fmla="*/ 628650 h 714375"/>
              <a:gd name="csX15" fmla="*/ 946150 w 946150"/>
              <a:gd name="csY15" fmla="*/ 565150 h 714375"/>
              <a:gd name="csX16" fmla="*/ 936625 w 946150"/>
              <a:gd name="csY16" fmla="*/ 409575 h 714375"/>
              <a:gd name="csX17" fmla="*/ 860425 w 946150"/>
              <a:gd name="csY17" fmla="*/ 257175 h 714375"/>
              <a:gd name="csX18" fmla="*/ 755650 w 946150"/>
              <a:gd name="csY18" fmla="*/ 285750 h 714375"/>
              <a:gd name="csX19" fmla="*/ 758825 w 946150"/>
              <a:gd name="csY19" fmla="*/ 212725 h 714375"/>
              <a:gd name="csX20" fmla="*/ 708025 w 946150"/>
              <a:gd name="csY20" fmla="*/ 152400 h 714375"/>
              <a:gd name="csX21" fmla="*/ 654050 w 946150"/>
              <a:gd name="csY21" fmla="*/ 136525 h 714375"/>
              <a:gd name="csX22" fmla="*/ 444500 w 946150"/>
              <a:gd name="csY22" fmla="*/ 161925 h 714375"/>
              <a:gd name="csX23" fmla="*/ 415925 w 946150"/>
              <a:gd name="csY23" fmla="*/ 155575 h 714375"/>
              <a:gd name="csX24" fmla="*/ 457200 w 946150"/>
              <a:gd name="csY24" fmla="*/ 57150 h 714375"/>
              <a:gd name="csX25" fmla="*/ 450850 w 946150"/>
              <a:gd name="csY25" fmla="*/ 0 h 714375"/>
              <a:gd name="csX26" fmla="*/ 339725 w 946150"/>
              <a:gd name="csY26" fmla="*/ 22225 h 714375"/>
              <a:gd name="csX0" fmla="*/ 339725 w 946150"/>
              <a:gd name="csY0" fmla="*/ 22225 h 714375"/>
              <a:gd name="csX1" fmla="*/ 193675 w 946150"/>
              <a:gd name="csY1" fmla="*/ 168275 h 714375"/>
              <a:gd name="csX2" fmla="*/ 0 w 946150"/>
              <a:gd name="csY2" fmla="*/ 269875 h 714375"/>
              <a:gd name="csX3" fmla="*/ 47625 w 946150"/>
              <a:gd name="csY3" fmla="*/ 346075 h 714375"/>
              <a:gd name="csX4" fmla="*/ 53975 w 946150"/>
              <a:gd name="csY4" fmla="*/ 419100 h 714375"/>
              <a:gd name="csX5" fmla="*/ 269875 w 946150"/>
              <a:gd name="csY5" fmla="*/ 422275 h 714375"/>
              <a:gd name="csX6" fmla="*/ 307975 w 946150"/>
              <a:gd name="csY6" fmla="*/ 517525 h 714375"/>
              <a:gd name="csX7" fmla="*/ 387350 w 946150"/>
              <a:gd name="csY7" fmla="*/ 546100 h 714375"/>
              <a:gd name="csX8" fmla="*/ 469900 w 946150"/>
              <a:gd name="csY8" fmla="*/ 514350 h 714375"/>
              <a:gd name="csX9" fmla="*/ 542925 w 946150"/>
              <a:gd name="csY9" fmla="*/ 441325 h 714375"/>
              <a:gd name="csX10" fmla="*/ 603250 w 946150"/>
              <a:gd name="csY10" fmla="*/ 482600 h 714375"/>
              <a:gd name="csX11" fmla="*/ 622300 w 946150"/>
              <a:gd name="csY11" fmla="*/ 514350 h 714375"/>
              <a:gd name="csX12" fmla="*/ 736600 w 946150"/>
              <a:gd name="csY12" fmla="*/ 695325 h 714375"/>
              <a:gd name="csX13" fmla="*/ 825500 w 946150"/>
              <a:gd name="csY13" fmla="*/ 714375 h 714375"/>
              <a:gd name="csX14" fmla="*/ 946150 w 946150"/>
              <a:gd name="csY14" fmla="*/ 628650 h 714375"/>
              <a:gd name="csX15" fmla="*/ 946150 w 946150"/>
              <a:gd name="csY15" fmla="*/ 565150 h 714375"/>
              <a:gd name="csX16" fmla="*/ 936625 w 946150"/>
              <a:gd name="csY16" fmla="*/ 409575 h 714375"/>
              <a:gd name="csX17" fmla="*/ 860425 w 946150"/>
              <a:gd name="csY17" fmla="*/ 257175 h 714375"/>
              <a:gd name="csX18" fmla="*/ 755650 w 946150"/>
              <a:gd name="csY18" fmla="*/ 285750 h 714375"/>
              <a:gd name="csX19" fmla="*/ 758825 w 946150"/>
              <a:gd name="csY19" fmla="*/ 212725 h 714375"/>
              <a:gd name="csX20" fmla="*/ 708025 w 946150"/>
              <a:gd name="csY20" fmla="*/ 152400 h 714375"/>
              <a:gd name="csX21" fmla="*/ 654050 w 946150"/>
              <a:gd name="csY21" fmla="*/ 136525 h 714375"/>
              <a:gd name="csX22" fmla="*/ 444500 w 946150"/>
              <a:gd name="csY22" fmla="*/ 161925 h 714375"/>
              <a:gd name="csX23" fmla="*/ 415925 w 946150"/>
              <a:gd name="csY23" fmla="*/ 155575 h 714375"/>
              <a:gd name="csX24" fmla="*/ 457200 w 946150"/>
              <a:gd name="csY24" fmla="*/ 57150 h 714375"/>
              <a:gd name="csX25" fmla="*/ 450850 w 946150"/>
              <a:gd name="csY25" fmla="*/ 0 h 714375"/>
              <a:gd name="csX26" fmla="*/ 339725 w 946150"/>
              <a:gd name="csY26" fmla="*/ 22225 h 714375"/>
              <a:gd name="csX0" fmla="*/ 339725 w 946150"/>
              <a:gd name="csY0" fmla="*/ 22225 h 714375"/>
              <a:gd name="csX1" fmla="*/ 193675 w 946150"/>
              <a:gd name="csY1" fmla="*/ 168275 h 714375"/>
              <a:gd name="csX2" fmla="*/ 0 w 946150"/>
              <a:gd name="csY2" fmla="*/ 269875 h 714375"/>
              <a:gd name="csX3" fmla="*/ 47625 w 946150"/>
              <a:gd name="csY3" fmla="*/ 346075 h 714375"/>
              <a:gd name="csX4" fmla="*/ 53975 w 946150"/>
              <a:gd name="csY4" fmla="*/ 419100 h 714375"/>
              <a:gd name="csX5" fmla="*/ 269875 w 946150"/>
              <a:gd name="csY5" fmla="*/ 422275 h 714375"/>
              <a:gd name="csX6" fmla="*/ 307975 w 946150"/>
              <a:gd name="csY6" fmla="*/ 517525 h 714375"/>
              <a:gd name="csX7" fmla="*/ 387350 w 946150"/>
              <a:gd name="csY7" fmla="*/ 546100 h 714375"/>
              <a:gd name="csX8" fmla="*/ 469900 w 946150"/>
              <a:gd name="csY8" fmla="*/ 514350 h 714375"/>
              <a:gd name="csX9" fmla="*/ 542925 w 946150"/>
              <a:gd name="csY9" fmla="*/ 441325 h 714375"/>
              <a:gd name="csX10" fmla="*/ 603250 w 946150"/>
              <a:gd name="csY10" fmla="*/ 482600 h 714375"/>
              <a:gd name="csX11" fmla="*/ 622300 w 946150"/>
              <a:gd name="csY11" fmla="*/ 514350 h 714375"/>
              <a:gd name="csX12" fmla="*/ 736600 w 946150"/>
              <a:gd name="csY12" fmla="*/ 695325 h 714375"/>
              <a:gd name="csX13" fmla="*/ 825500 w 946150"/>
              <a:gd name="csY13" fmla="*/ 714375 h 714375"/>
              <a:gd name="csX14" fmla="*/ 946150 w 946150"/>
              <a:gd name="csY14" fmla="*/ 628650 h 714375"/>
              <a:gd name="csX15" fmla="*/ 946150 w 946150"/>
              <a:gd name="csY15" fmla="*/ 565150 h 714375"/>
              <a:gd name="csX16" fmla="*/ 936625 w 946150"/>
              <a:gd name="csY16" fmla="*/ 409575 h 714375"/>
              <a:gd name="csX17" fmla="*/ 860425 w 946150"/>
              <a:gd name="csY17" fmla="*/ 257175 h 714375"/>
              <a:gd name="csX18" fmla="*/ 755650 w 946150"/>
              <a:gd name="csY18" fmla="*/ 285750 h 714375"/>
              <a:gd name="csX19" fmla="*/ 758825 w 946150"/>
              <a:gd name="csY19" fmla="*/ 212725 h 714375"/>
              <a:gd name="csX20" fmla="*/ 708025 w 946150"/>
              <a:gd name="csY20" fmla="*/ 152400 h 714375"/>
              <a:gd name="csX21" fmla="*/ 654050 w 946150"/>
              <a:gd name="csY21" fmla="*/ 136525 h 714375"/>
              <a:gd name="csX22" fmla="*/ 444500 w 946150"/>
              <a:gd name="csY22" fmla="*/ 161925 h 714375"/>
              <a:gd name="csX23" fmla="*/ 415925 w 946150"/>
              <a:gd name="csY23" fmla="*/ 155575 h 714375"/>
              <a:gd name="csX24" fmla="*/ 457200 w 946150"/>
              <a:gd name="csY24" fmla="*/ 57150 h 714375"/>
              <a:gd name="csX25" fmla="*/ 450850 w 946150"/>
              <a:gd name="csY25" fmla="*/ 0 h 714375"/>
              <a:gd name="csX26" fmla="*/ 339725 w 946150"/>
              <a:gd name="csY26" fmla="*/ 22225 h 714375"/>
              <a:gd name="csX0" fmla="*/ 339725 w 946150"/>
              <a:gd name="csY0" fmla="*/ 22225 h 714375"/>
              <a:gd name="csX1" fmla="*/ 193675 w 946150"/>
              <a:gd name="csY1" fmla="*/ 168275 h 714375"/>
              <a:gd name="csX2" fmla="*/ 0 w 946150"/>
              <a:gd name="csY2" fmla="*/ 269875 h 714375"/>
              <a:gd name="csX3" fmla="*/ 47625 w 946150"/>
              <a:gd name="csY3" fmla="*/ 346075 h 714375"/>
              <a:gd name="csX4" fmla="*/ 53975 w 946150"/>
              <a:gd name="csY4" fmla="*/ 419100 h 714375"/>
              <a:gd name="csX5" fmla="*/ 269875 w 946150"/>
              <a:gd name="csY5" fmla="*/ 422275 h 714375"/>
              <a:gd name="csX6" fmla="*/ 307975 w 946150"/>
              <a:gd name="csY6" fmla="*/ 517525 h 714375"/>
              <a:gd name="csX7" fmla="*/ 387350 w 946150"/>
              <a:gd name="csY7" fmla="*/ 546100 h 714375"/>
              <a:gd name="csX8" fmla="*/ 469900 w 946150"/>
              <a:gd name="csY8" fmla="*/ 514350 h 714375"/>
              <a:gd name="csX9" fmla="*/ 542925 w 946150"/>
              <a:gd name="csY9" fmla="*/ 441325 h 714375"/>
              <a:gd name="csX10" fmla="*/ 603250 w 946150"/>
              <a:gd name="csY10" fmla="*/ 482600 h 714375"/>
              <a:gd name="csX11" fmla="*/ 622300 w 946150"/>
              <a:gd name="csY11" fmla="*/ 514350 h 714375"/>
              <a:gd name="csX12" fmla="*/ 736600 w 946150"/>
              <a:gd name="csY12" fmla="*/ 695325 h 714375"/>
              <a:gd name="csX13" fmla="*/ 825500 w 946150"/>
              <a:gd name="csY13" fmla="*/ 714375 h 714375"/>
              <a:gd name="csX14" fmla="*/ 946150 w 946150"/>
              <a:gd name="csY14" fmla="*/ 628650 h 714375"/>
              <a:gd name="csX15" fmla="*/ 946150 w 946150"/>
              <a:gd name="csY15" fmla="*/ 565150 h 714375"/>
              <a:gd name="csX16" fmla="*/ 936625 w 946150"/>
              <a:gd name="csY16" fmla="*/ 409575 h 714375"/>
              <a:gd name="csX17" fmla="*/ 860425 w 946150"/>
              <a:gd name="csY17" fmla="*/ 257175 h 714375"/>
              <a:gd name="csX18" fmla="*/ 755650 w 946150"/>
              <a:gd name="csY18" fmla="*/ 285750 h 714375"/>
              <a:gd name="csX19" fmla="*/ 758825 w 946150"/>
              <a:gd name="csY19" fmla="*/ 212725 h 714375"/>
              <a:gd name="csX20" fmla="*/ 708025 w 946150"/>
              <a:gd name="csY20" fmla="*/ 152400 h 714375"/>
              <a:gd name="csX21" fmla="*/ 654050 w 946150"/>
              <a:gd name="csY21" fmla="*/ 136525 h 714375"/>
              <a:gd name="csX22" fmla="*/ 444500 w 946150"/>
              <a:gd name="csY22" fmla="*/ 161925 h 714375"/>
              <a:gd name="csX23" fmla="*/ 415925 w 946150"/>
              <a:gd name="csY23" fmla="*/ 155575 h 714375"/>
              <a:gd name="csX24" fmla="*/ 457200 w 946150"/>
              <a:gd name="csY24" fmla="*/ 57150 h 714375"/>
              <a:gd name="csX25" fmla="*/ 450850 w 946150"/>
              <a:gd name="csY25" fmla="*/ 0 h 714375"/>
              <a:gd name="csX26" fmla="*/ 339725 w 946150"/>
              <a:gd name="csY26" fmla="*/ 22225 h 714375"/>
              <a:gd name="csX0" fmla="*/ 339725 w 946150"/>
              <a:gd name="csY0" fmla="*/ 22225 h 714375"/>
              <a:gd name="csX1" fmla="*/ 193675 w 946150"/>
              <a:gd name="csY1" fmla="*/ 168275 h 714375"/>
              <a:gd name="csX2" fmla="*/ 0 w 946150"/>
              <a:gd name="csY2" fmla="*/ 269875 h 714375"/>
              <a:gd name="csX3" fmla="*/ 47625 w 946150"/>
              <a:gd name="csY3" fmla="*/ 346075 h 714375"/>
              <a:gd name="csX4" fmla="*/ 53975 w 946150"/>
              <a:gd name="csY4" fmla="*/ 419100 h 714375"/>
              <a:gd name="csX5" fmla="*/ 269875 w 946150"/>
              <a:gd name="csY5" fmla="*/ 422275 h 714375"/>
              <a:gd name="csX6" fmla="*/ 307975 w 946150"/>
              <a:gd name="csY6" fmla="*/ 517525 h 714375"/>
              <a:gd name="csX7" fmla="*/ 387350 w 946150"/>
              <a:gd name="csY7" fmla="*/ 546100 h 714375"/>
              <a:gd name="csX8" fmla="*/ 469900 w 946150"/>
              <a:gd name="csY8" fmla="*/ 514350 h 714375"/>
              <a:gd name="csX9" fmla="*/ 542925 w 946150"/>
              <a:gd name="csY9" fmla="*/ 441325 h 714375"/>
              <a:gd name="csX10" fmla="*/ 603250 w 946150"/>
              <a:gd name="csY10" fmla="*/ 482600 h 714375"/>
              <a:gd name="csX11" fmla="*/ 622300 w 946150"/>
              <a:gd name="csY11" fmla="*/ 514350 h 714375"/>
              <a:gd name="csX12" fmla="*/ 736600 w 946150"/>
              <a:gd name="csY12" fmla="*/ 695325 h 714375"/>
              <a:gd name="csX13" fmla="*/ 825500 w 946150"/>
              <a:gd name="csY13" fmla="*/ 714375 h 714375"/>
              <a:gd name="csX14" fmla="*/ 946150 w 946150"/>
              <a:gd name="csY14" fmla="*/ 628650 h 714375"/>
              <a:gd name="csX15" fmla="*/ 946150 w 946150"/>
              <a:gd name="csY15" fmla="*/ 565150 h 714375"/>
              <a:gd name="csX16" fmla="*/ 936625 w 946150"/>
              <a:gd name="csY16" fmla="*/ 409575 h 714375"/>
              <a:gd name="csX17" fmla="*/ 860425 w 946150"/>
              <a:gd name="csY17" fmla="*/ 257175 h 714375"/>
              <a:gd name="csX18" fmla="*/ 755650 w 946150"/>
              <a:gd name="csY18" fmla="*/ 285750 h 714375"/>
              <a:gd name="csX19" fmla="*/ 758825 w 946150"/>
              <a:gd name="csY19" fmla="*/ 212725 h 714375"/>
              <a:gd name="csX20" fmla="*/ 708025 w 946150"/>
              <a:gd name="csY20" fmla="*/ 152400 h 714375"/>
              <a:gd name="csX21" fmla="*/ 654050 w 946150"/>
              <a:gd name="csY21" fmla="*/ 136525 h 714375"/>
              <a:gd name="csX22" fmla="*/ 444500 w 946150"/>
              <a:gd name="csY22" fmla="*/ 161925 h 714375"/>
              <a:gd name="csX23" fmla="*/ 415925 w 946150"/>
              <a:gd name="csY23" fmla="*/ 155575 h 714375"/>
              <a:gd name="csX24" fmla="*/ 457200 w 946150"/>
              <a:gd name="csY24" fmla="*/ 57150 h 714375"/>
              <a:gd name="csX25" fmla="*/ 450850 w 946150"/>
              <a:gd name="csY25" fmla="*/ 0 h 714375"/>
              <a:gd name="csX26" fmla="*/ 339725 w 946150"/>
              <a:gd name="csY26" fmla="*/ 22225 h 714375"/>
              <a:gd name="csX0" fmla="*/ 339725 w 946150"/>
              <a:gd name="csY0" fmla="*/ 22225 h 714375"/>
              <a:gd name="csX1" fmla="*/ 193675 w 946150"/>
              <a:gd name="csY1" fmla="*/ 168275 h 714375"/>
              <a:gd name="csX2" fmla="*/ 0 w 946150"/>
              <a:gd name="csY2" fmla="*/ 269875 h 714375"/>
              <a:gd name="csX3" fmla="*/ 47625 w 946150"/>
              <a:gd name="csY3" fmla="*/ 346075 h 714375"/>
              <a:gd name="csX4" fmla="*/ 53975 w 946150"/>
              <a:gd name="csY4" fmla="*/ 419100 h 714375"/>
              <a:gd name="csX5" fmla="*/ 269875 w 946150"/>
              <a:gd name="csY5" fmla="*/ 422275 h 714375"/>
              <a:gd name="csX6" fmla="*/ 307975 w 946150"/>
              <a:gd name="csY6" fmla="*/ 517525 h 714375"/>
              <a:gd name="csX7" fmla="*/ 387350 w 946150"/>
              <a:gd name="csY7" fmla="*/ 546100 h 714375"/>
              <a:gd name="csX8" fmla="*/ 469900 w 946150"/>
              <a:gd name="csY8" fmla="*/ 514350 h 714375"/>
              <a:gd name="csX9" fmla="*/ 542925 w 946150"/>
              <a:gd name="csY9" fmla="*/ 441325 h 714375"/>
              <a:gd name="csX10" fmla="*/ 603250 w 946150"/>
              <a:gd name="csY10" fmla="*/ 482600 h 714375"/>
              <a:gd name="csX11" fmla="*/ 622300 w 946150"/>
              <a:gd name="csY11" fmla="*/ 514350 h 714375"/>
              <a:gd name="csX12" fmla="*/ 704850 w 946150"/>
              <a:gd name="csY12" fmla="*/ 619125 h 714375"/>
              <a:gd name="csX13" fmla="*/ 825500 w 946150"/>
              <a:gd name="csY13" fmla="*/ 714375 h 714375"/>
              <a:gd name="csX14" fmla="*/ 946150 w 946150"/>
              <a:gd name="csY14" fmla="*/ 628650 h 714375"/>
              <a:gd name="csX15" fmla="*/ 946150 w 946150"/>
              <a:gd name="csY15" fmla="*/ 565150 h 714375"/>
              <a:gd name="csX16" fmla="*/ 936625 w 946150"/>
              <a:gd name="csY16" fmla="*/ 409575 h 714375"/>
              <a:gd name="csX17" fmla="*/ 860425 w 946150"/>
              <a:gd name="csY17" fmla="*/ 257175 h 714375"/>
              <a:gd name="csX18" fmla="*/ 755650 w 946150"/>
              <a:gd name="csY18" fmla="*/ 285750 h 714375"/>
              <a:gd name="csX19" fmla="*/ 758825 w 946150"/>
              <a:gd name="csY19" fmla="*/ 212725 h 714375"/>
              <a:gd name="csX20" fmla="*/ 708025 w 946150"/>
              <a:gd name="csY20" fmla="*/ 152400 h 714375"/>
              <a:gd name="csX21" fmla="*/ 654050 w 946150"/>
              <a:gd name="csY21" fmla="*/ 136525 h 714375"/>
              <a:gd name="csX22" fmla="*/ 444500 w 946150"/>
              <a:gd name="csY22" fmla="*/ 161925 h 714375"/>
              <a:gd name="csX23" fmla="*/ 415925 w 946150"/>
              <a:gd name="csY23" fmla="*/ 155575 h 714375"/>
              <a:gd name="csX24" fmla="*/ 457200 w 946150"/>
              <a:gd name="csY24" fmla="*/ 57150 h 714375"/>
              <a:gd name="csX25" fmla="*/ 450850 w 946150"/>
              <a:gd name="csY25" fmla="*/ 0 h 714375"/>
              <a:gd name="csX26" fmla="*/ 339725 w 946150"/>
              <a:gd name="csY26" fmla="*/ 22225 h 714375"/>
              <a:gd name="csX0" fmla="*/ 339725 w 946150"/>
              <a:gd name="csY0" fmla="*/ 22225 h 714375"/>
              <a:gd name="csX1" fmla="*/ 193675 w 946150"/>
              <a:gd name="csY1" fmla="*/ 168275 h 714375"/>
              <a:gd name="csX2" fmla="*/ 0 w 946150"/>
              <a:gd name="csY2" fmla="*/ 269875 h 714375"/>
              <a:gd name="csX3" fmla="*/ 47625 w 946150"/>
              <a:gd name="csY3" fmla="*/ 346075 h 714375"/>
              <a:gd name="csX4" fmla="*/ 53975 w 946150"/>
              <a:gd name="csY4" fmla="*/ 419100 h 714375"/>
              <a:gd name="csX5" fmla="*/ 269875 w 946150"/>
              <a:gd name="csY5" fmla="*/ 422275 h 714375"/>
              <a:gd name="csX6" fmla="*/ 307975 w 946150"/>
              <a:gd name="csY6" fmla="*/ 517525 h 714375"/>
              <a:gd name="csX7" fmla="*/ 387350 w 946150"/>
              <a:gd name="csY7" fmla="*/ 546100 h 714375"/>
              <a:gd name="csX8" fmla="*/ 469900 w 946150"/>
              <a:gd name="csY8" fmla="*/ 514350 h 714375"/>
              <a:gd name="csX9" fmla="*/ 542925 w 946150"/>
              <a:gd name="csY9" fmla="*/ 441325 h 714375"/>
              <a:gd name="csX10" fmla="*/ 603250 w 946150"/>
              <a:gd name="csY10" fmla="*/ 482600 h 714375"/>
              <a:gd name="csX11" fmla="*/ 622300 w 946150"/>
              <a:gd name="csY11" fmla="*/ 514350 h 714375"/>
              <a:gd name="csX12" fmla="*/ 704850 w 946150"/>
              <a:gd name="csY12" fmla="*/ 619125 h 714375"/>
              <a:gd name="csX13" fmla="*/ 825500 w 946150"/>
              <a:gd name="csY13" fmla="*/ 714375 h 714375"/>
              <a:gd name="csX14" fmla="*/ 946150 w 946150"/>
              <a:gd name="csY14" fmla="*/ 628650 h 714375"/>
              <a:gd name="csX15" fmla="*/ 946150 w 946150"/>
              <a:gd name="csY15" fmla="*/ 565150 h 714375"/>
              <a:gd name="csX16" fmla="*/ 936625 w 946150"/>
              <a:gd name="csY16" fmla="*/ 409575 h 714375"/>
              <a:gd name="csX17" fmla="*/ 860425 w 946150"/>
              <a:gd name="csY17" fmla="*/ 257175 h 714375"/>
              <a:gd name="csX18" fmla="*/ 755650 w 946150"/>
              <a:gd name="csY18" fmla="*/ 285750 h 714375"/>
              <a:gd name="csX19" fmla="*/ 758825 w 946150"/>
              <a:gd name="csY19" fmla="*/ 212725 h 714375"/>
              <a:gd name="csX20" fmla="*/ 708025 w 946150"/>
              <a:gd name="csY20" fmla="*/ 152400 h 714375"/>
              <a:gd name="csX21" fmla="*/ 654050 w 946150"/>
              <a:gd name="csY21" fmla="*/ 136525 h 714375"/>
              <a:gd name="csX22" fmla="*/ 444500 w 946150"/>
              <a:gd name="csY22" fmla="*/ 161925 h 714375"/>
              <a:gd name="csX23" fmla="*/ 415925 w 946150"/>
              <a:gd name="csY23" fmla="*/ 155575 h 714375"/>
              <a:gd name="csX24" fmla="*/ 457200 w 946150"/>
              <a:gd name="csY24" fmla="*/ 57150 h 714375"/>
              <a:gd name="csX25" fmla="*/ 450850 w 946150"/>
              <a:gd name="csY25" fmla="*/ 0 h 714375"/>
              <a:gd name="csX26" fmla="*/ 339725 w 946150"/>
              <a:gd name="csY26" fmla="*/ 22225 h 714375"/>
              <a:gd name="csX0" fmla="*/ 339725 w 946150"/>
              <a:gd name="csY0" fmla="*/ 22225 h 714375"/>
              <a:gd name="csX1" fmla="*/ 193675 w 946150"/>
              <a:gd name="csY1" fmla="*/ 168275 h 714375"/>
              <a:gd name="csX2" fmla="*/ 0 w 946150"/>
              <a:gd name="csY2" fmla="*/ 269875 h 714375"/>
              <a:gd name="csX3" fmla="*/ 47625 w 946150"/>
              <a:gd name="csY3" fmla="*/ 346075 h 714375"/>
              <a:gd name="csX4" fmla="*/ 53975 w 946150"/>
              <a:gd name="csY4" fmla="*/ 419100 h 714375"/>
              <a:gd name="csX5" fmla="*/ 269875 w 946150"/>
              <a:gd name="csY5" fmla="*/ 422275 h 714375"/>
              <a:gd name="csX6" fmla="*/ 307975 w 946150"/>
              <a:gd name="csY6" fmla="*/ 517525 h 714375"/>
              <a:gd name="csX7" fmla="*/ 387350 w 946150"/>
              <a:gd name="csY7" fmla="*/ 546100 h 714375"/>
              <a:gd name="csX8" fmla="*/ 469900 w 946150"/>
              <a:gd name="csY8" fmla="*/ 514350 h 714375"/>
              <a:gd name="csX9" fmla="*/ 542925 w 946150"/>
              <a:gd name="csY9" fmla="*/ 441325 h 714375"/>
              <a:gd name="csX10" fmla="*/ 603250 w 946150"/>
              <a:gd name="csY10" fmla="*/ 482600 h 714375"/>
              <a:gd name="csX11" fmla="*/ 622300 w 946150"/>
              <a:gd name="csY11" fmla="*/ 514350 h 714375"/>
              <a:gd name="csX12" fmla="*/ 704850 w 946150"/>
              <a:gd name="csY12" fmla="*/ 619125 h 714375"/>
              <a:gd name="csX13" fmla="*/ 825500 w 946150"/>
              <a:gd name="csY13" fmla="*/ 714375 h 714375"/>
              <a:gd name="csX14" fmla="*/ 946150 w 946150"/>
              <a:gd name="csY14" fmla="*/ 628650 h 714375"/>
              <a:gd name="csX15" fmla="*/ 946150 w 946150"/>
              <a:gd name="csY15" fmla="*/ 565150 h 714375"/>
              <a:gd name="csX16" fmla="*/ 936625 w 946150"/>
              <a:gd name="csY16" fmla="*/ 409575 h 714375"/>
              <a:gd name="csX17" fmla="*/ 860425 w 946150"/>
              <a:gd name="csY17" fmla="*/ 257175 h 714375"/>
              <a:gd name="csX18" fmla="*/ 755650 w 946150"/>
              <a:gd name="csY18" fmla="*/ 285750 h 714375"/>
              <a:gd name="csX19" fmla="*/ 758825 w 946150"/>
              <a:gd name="csY19" fmla="*/ 212725 h 714375"/>
              <a:gd name="csX20" fmla="*/ 708025 w 946150"/>
              <a:gd name="csY20" fmla="*/ 152400 h 714375"/>
              <a:gd name="csX21" fmla="*/ 654050 w 946150"/>
              <a:gd name="csY21" fmla="*/ 136525 h 714375"/>
              <a:gd name="csX22" fmla="*/ 444500 w 946150"/>
              <a:gd name="csY22" fmla="*/ 161925 h 714375"/>
              <a:gd name="csX23" fmla="*/ 415925 w 946150"/>
              <a:gd name="csY23" fmla="*/ 155575 h 714375"/>
              <a:gd name="csX24" fmla="*/ 457200 w 946150"/>
              <a:gd name="csY24" fmla="*/ 57150 h 714375"/>
              <a:gd name="csX25" fmla="*/ 450850 w 946150"/>
              <a:gd name="csY25" fmla="*/ 0 h 714375"/>
              <a:gd name="csX26" fmla="*/ 339725 w 946150"/>
              <a:gd name="csY26" fmla="*/ 22225 h 714375"/>
              <a:gd name="csX0" fmla="*/ 339725 w 946150"/>
              <a:gd name="csY0" fmla="*/ 22225 h 725859"/>
              <a:gd name="csX1" fmla="*/ 193675 w 946150"/>
              <a:gd name="csY1" fmla="*/ 168275 h 725859"/>
              <a:gd name="csX2" fmla="*/ 0 w 946150"/>
              <a:gd name="csY2" fmla="*/ 269875 h 725859"/>
              <a:gd name="csX3" fmla="*/ 47625 w 946150"/>
              <a:gd name="csY3" fmla="*/ 346075 h 725859"/>
              <a:gd name="csX4" fmla="*/ 53975 w 946150"/>
              <a:gd name="csY4" fmla="*/ 419100 h 725859"/>
              <a:gd name="csX5" fmla="*/ 269875 w 946150"/>
              <a:gd name="csY5" fmla="*/ 422275 h 725859"/>
              <a:gd name="csX6" fmla="*/ 307975 w 946150"/>
              <a:gd name="csY6" fmla="*/ 517525 h 725859"/>
              <a:gd name="csX7" fmla="*/ 387350 w 946150"/>
              <a:gd name="csY7" fmla="*/ 546100 h 725859"/>
              <a:gd name="csX8" fmla="*/ 469900 w 946150"/>
              <a:gd name="csY8" fmla="*/ 514350 h 725859"/>
              <a:gd name="csX9" fmla="*/ 542925 w 946150"/>
              <a:gd name="csY9" fmla="*/ 441325 h 725859"/>
              <a:gd name="csX10" fmla="*/ 603250 w 946150"/>
              <a:gd name="csY10" fmla="*/ 482600 h 725859"/>
              <a:gd name="csX11" fmla="*/ 622300 w 946150"/>
              <a:gd name="csY11" fmla="*/ 514350 h 725859"/>
              <a:gd name="csX12" fmla="*/ 704850 w 946150"/>
              <a:gd name="csY12" fmla="*/ 619125 h 725859"/>
              <a:gd name="csX13" fmla="*/ 825500 w 946150"/>
              <a:gd name="csY13" fmla="*/ 714375 h 725859"/>
              <a:gd name="csX14" fmla="*/ 946150 w 946150"/>
              <a:gd name="csY14" fmla="*/ 628650 h 725859"/>
              <a:gd name="csX15" fmla="*/ 946150 w 946150"/>
              <a:gd name="csY15" fmla="*/ 565150 h 725859"/>
              <a:gd name="csX16" fmla="*/ 936625 w 946150"/>
              <a:gd name="csY16" fmla="*/ 409575 h 725859"/>
              <a:gd name="csX17" fmla="*/ 860425 w 946150"/>
              <a:gd name="csY17" fmla="*/ 257175 h 725859"/>
              <a:gd name="csX18" fmla="*/ 755650 w 946150"/>
              <a:gd name="csY18" fmla="*/ 285750 h 725859"/>
              <a:gd name="csX19" fmla="*/ 758825 w 946150"/>
              <a:gd name="csY19" fmla="*/ 212725 h 725859"/>
              <a:gd name="csX20" fmla="*/ 708025 w 946150"/>
              <a:gd name="csY20" fmla="*/ 152400 h 725859"/>
              <a:gd name="csX21" fmla="*/ 654050 w 946150"/>
              <a:gd name="csY21" fmla="*/ 136525 h 725859"/>
              <a:gd name="csX22" fmla="*/ 444500 w 946150"/>
              <a:gd name="csY22" fmla="*/ 161925 h 725859"/>
              <a:gd name="csX23" fmla="*/ 415925 w 946150"/>
              <a:gd name="csY23" fmla="*/ 155575 h 725859"/>
              <a:gd name="csX24" fmla="*/ 457200 w 946150"/>
              <a:gd name="csY24" fmla="*/ 57150 h 725859"/>
              <a:gd name="csX25" fmla="*/ 450850 w 946150"/>
              <a:gd name="csY25" fmla="*/ 0 h 725859"/>
              <a:gd name="csX26" fmla="*/ 339725 w 946150"/>
              <a:gd name="csY26" fmla="*/ 22225 h 725859"/>
              <a:gd name="csX0" fmla="*/ 339725 w 946150"/>
              <a:gd name="csY0" fmla="*/ 22225 h 715902"/>
              <a:gd name="csX1" fmla="*/ 193675 w 946150"/>
              <a:gd name="csY1" fmla="*/ 168275 h 715902"/>
              <a:gd name="csX2" fmla="*/ 0 w 946150"/>
              <a:gd name="csY2" fmla="*/ 269875 h 715902"/>
              <a:gd name="csX3" fmla="*/ 47625 w 946150"/>
              <a:gd name="csY3" fmla="*/ 346075 h 715902"/>
              <a:gd name="csX4" fmla="*/ 53975 w 946150"/>
              <a:gd name="csY4" fmla="*/ 419100 h 715902"/>
              <a:gd name="csX5" fmla="*/ 269875 w 946150"/>
              <a:gd name="csY5" fmla="*/ 422275 h 715902"/>
              <a:gd name="csX6" fmla="*/ 307975 w 946150"/>
              <a:gd name="csY6" fmla="*/ 517525 h 715902"/>
              <a:gd name="csX7" fmla="*/ 387350 w 946150"/>
              <a:gd name="csY7" fmla="*/ 546100 h 715902"/>
              <a:gd name="csX8" fmla="*/ 469900 w 946150"/>
              <a:gd name="csY8" fmla="*/ 514350 h 715902"/>
              <a:gd name="csX9" fmla="*/ 542925 w 946150"/>
              <a:gd name="csY9" fmla="*/ 441325 h 715902"/>
              <a:gd name="csX10" fmla="*/ 603250 w 946150"/>
              <a:gd name="csY10" fmla="*/ 482600 h 715902"/>
              <a:gd name="csX11" fmla="*/ 622300 w 946150"/>
              <a:gd name="csY11" fmla="*/ 514350 h 715902"/>
              <a:gd name="csX12" fmla="*/ 704850 w 946150"/>
              <a:gd name="csY12" fmla="*/ 619125 h 715902"/>
              <a:gd name="csX13" fmla="*/ 825500 w 946150"/>
              <a:gd name="csY13" fmla="*/ 714375 h 715902"/>
              <a:gd name="csX14" fmla="*/ 946150 w 946150"/>
              <a:gd name="csY14" fmla="*/ 628650 h 715902"/>
              <a:gd name="csX15" fmla="*/ 946150 w 946150"/>
              <a:gd name="csY15" fmla="*/ 565150 h 715902"/>
              <a:gd name="csX16" fmla="*/ 936625 w 946150"/>
              <a:gd name="csY16" fmla="*/ 409575 h 715902"/>
              <a:gd name="csX17" fmla="*/ 860425 w 946150"/>
              <a:gd name="csY17" fmla="*/ 257175 h 715902"/>
              <a:gd name="csX18" fmla="*/ 755650 w 946150"/>
              <a:gd name="csY18" fmla="*/ 285750 h 715902"/>
              <a:gd name="csX19" fmla="*/ 758825 w 946150"/>
              <a:gd name="csY19" fmla="*/ 212725 h 715902"/>
              <a:gd name="csX20" fmla="*/ 708025 w 946150"/>
              <a:gd name="csY20" fmla="*/ 152400 h 715902"/>
              <a:gd name="csX21" fmla="*/ 654050 w 946150"/>
              <a:gd name="csY21" fmla="*/ 136525 h 715902"/>
              <a:gd name="csX22" fmla="*/ 444500 w 946150"/>
              <a:gd name="csY22" fmla="*/ 161925 h 715902"/>
              <a:gd name="csX23" fmla="*/ 415925 w 946150"/>
              <a:gd name="csY23" fmla="*/ 155575 h 715902"/>
              <a:gd name="csX24" fmla="*/ 457200 w 946150"/>
              <a:gd name="csY24" fmla="*/ 57150 h 715902"/>
              <a:gd name="csX25" fmla="*/ 450850 w 946150"/>
              <a:gd name="csY25" fmla="*/ 0 h 715902"/>
              <a:gd name="csX26" fmla="*/ 339725 w 946150"/>
              <a:gd name="csY26" fmla="*/ 22225 h 715902"/>
              <a:gd name="csX0" fmla="*/ 339725 w 946150"/>
              <a:gd name="csY0" fmla="*/ 22225 h 728589"/>
              <a:gd name="csX1" fmla="*/ 193675 w 946150"/>
              <a:gd name="csY1" fmla="*/ 168275 h 728589"/>
              <a:gd name="csX2" fmla="*/ 0 w 946150"/>
              <a:gd name="csY2" fmla="*/ 269875 h 728589"/>
              <a:gd name="csX3" fmla="*/ 47625 w 946150"/>
              <a:gd name="csY3" fmla="*/ 346075 h 728589"/>
              <a:gd name="csX4" fmla="*/ 53975 w 946150"/>
              <a:gd name="csY4" fmla="*/ 419100 h 728589"/>
              <a:gd name="csX5" fmla="*/ 269875 w 946150"/>
              <a:gd name="csY5" fmla="*/ 422275 h 728589"/>
              <a:gd name="csX6" fmla="*/ 307975 w 946150"/>
              <a:gd name="csY6" fmla="*/ 517525 h 728589"/>
              <a:gd name="csX7" fmla="*/ 387350 w 946150"/>
              <a:gd name="csY7" fmla="*/ 546100 h 728589"/>
              <a:gd name="csX8" fmla="*/ 469900 w 946150"/>
              <a:gd name="csY8" fmla="*/ 514350 h 728589"/>
              <a:gd name="csX9" fmla="*/ 542925 w 946150"/>
              <a:gd name="csY9" fmla="*/ 441325 h 728589"/>
              <a:gd name="csX10" fmla="*/ 603250 w 946150"/>
              <a:gd name="csY10" fmla="*/ 482600 h 728589"/>
              <a:gd name="csX11" fmla="*/ 622300 w 946150"/>
              <a:gd name="csY11" fmla="*/ 514350 h 728589"/>
              <a:gd name="csX12" fmla="*/ 704850 w 946150"/>
              <a:gd name="csY12" fmla="*/ 619125 h 728589"/>
              <a:gd name="csX13" fmla="*/ 825500 w 946150"/>
              <a:gd name="csY13" fmla="*/ 714375 h 728589"/>
              <a:gd name="csX14" fmla="*/ 946150 w 946150"/>
              <a:gd name="csY14" fmla="*/ 628650 h 728589"/>
              <a:gd name="csX15" fmla="*/ 946150 w 946150"/>
              <a:gd name="csY15" fmla="*/ 565150 h 728589"/>
              <a:gd name="csX16" fmla="*/ 936625 w 946150"/>
              <a:gd name="csY16" fmla="*/ 409575 h 728589"/>
              <a:gd name="csX17" fmla="*/ 860425 w 946150"/>
              <a:gd name="csY17" fmla="*/ 257175 h 728589"/>
              <a:gd name="csX18" fmla="*/ 755650 w 946150"/>
              <a:gd name="csY18" fmla="*/ 285750 h 728589"/>
              <a:gd name="csX19" fmla="*/ 758825 w 946150"/>
              <a:gd name="csY19" fmla="*/ 212725 h 728589"/>
              <a:gd name="csX20" fmla="*/ 708025 w 946150"/>
              <a:gd name="csY20" fmla="*/ 152400 h 728589"/>
              <a:gd name="csX21" fmla="*/ 654050 w 946150"/>
              <a:gd name="csY21" fmla="*/ 136525 h 728589"/>
              <a:gd name="csX22" fmla="*/ 444500 w 946150"/>
              <a:gd name="csY22" fmla="*/ 161925 h 728589"/>
              <a:gd name="csX23" fmla="*/ 415925 w 946150"/>
              <a:gd name="csY23" fmla="*/ 155575 h 728589"/>
              <a:gd name="csX24" fmla="*/ 457200 w 946150"/>
              <a:gd name="csY24" fmla="*/ 57150 h 728589"/>
              <a:gd name="csX25" fmla="*/ 450850 w 946150"/>
              <a:gd name="csY25" fmla="*/ 0 h 728589"/>
              <a:gd name="csX26" fmla="*/ 339725 w 946150"/>
              <a:gd name="csY26" fmla="*/ 22225 h 728589"/>
              <a:gd name="csX0" fmla="*/ 339725 w 946150"/>
              <a:gd name="csY0" fmla="*/ 22225 h 728589"/>
              <a:gd name="csX1" fmla="*/ 193675 w 946150"/>
              <a:gd name="csY1" fmla="*/ 168275 h 728589"/>
              <a:gd name="csX2" fmla="*/ 0 w 946150"/>
              <a:gd name="csY2" fmla="*/ 269875 h 728589"/>
              <a:gd name="csX3" fmla="*/ 47625 w 946150"/>
              <a:gd name="csY3" fmla="*/ 346075 h 728589"/>
              <a:gd name="csX4" fmla="*/ 53975 w 946150"/>
              <a:gd name="csY4" fmla="*/ 419100 h 728589"/>
              <a:gd name="csX5" fmla="*/ 269875 w 946150"/>
              <a:gd name="csY5" fmla="*/ 422275 h 728589"/>
              <a:gd name="csX6" fmla="*/ 307975 w 946150"/>
              <a:gd name="csY6" fmla="*/ 517525 h 728589"/>
              <a:gd name="csX7" fmla="*/ 387350 w 946150"/>
              <a:gd name="csY7" fmla="*/ 546100 h 728589"/>
              <a:gd name="csX8" fmla="*/ 469900 w 946150"/>
              <a:gd name="csY8" fmla="*/ 514350 h 728589"/>
              <a:gd name="csX9" fmla="*/ 542925 w 946150"/>
              <a:gd name="csY9" fmla="*/ 441325 h 728589"/>
              <a:gd name="csX10" fmla="*/ 603250 w 946150"/>
              <a:gd name="csY10" fmla="*/ 482600 h 728589"/>
              <a:gd name="csX11" fmla="*/ 622300 w 946150"/>
              <a:gd name="csY11" fmla="*/ 514350 h 728589"/>
              <a:gd name="csX12" fmla="*/ 704850 w 946150"/>
              <a:gd name="csY12" fmla="*/ 619125 h 728589"/>
              <a:gd name="csX13" fmla="*/ 825500 w 946150"/>
              <a:gd name="csY13" fmla="*/ 714375 h 728589"/>
              <a:gd name="csX14" fmla="*/ 946150 w 946150"/>
              <a:gd name="csY14" fmla="*/ 628650 h 728589"/>
              <a:gd name="csX15" fmla="*/ 946150 w 946150"/>
              <a:gd name="csY15" fmla="*/ 565150 h 728589"/>
              <a:gd name="csX16" fmla="*/ 936625 w 946150"/>
              <a:gd name="csY16" fmla="*/ 409575 h 728589"/>
              <a:gd name="csX17" fmla="*/ 860425 w 946150"/>
              <a:gd name="csY17" fmla="*/ 257175 h 728589"/>
              <a:gd name="csX18" fmla="*/ 755650 w 946150"/>
              <a:gd name="csY18" fmla="*/ 285750 h 728589"/>
              <a:gd name="csX19" fmla="*/ 758825 w 946150"/>
              <a:gd name="csY19" fmla="*/ 212725 h 728589"/>
              <a:gd name="csX20" fmla="*/ 708025 w 946150"/>
              <a:gd name="csY20" fmla="*/ 152400 h 728589"/>
              <a:gd name="csX21" fmla="*/ 654050 w 946150"/>
              <a:gd name="csY21" fmla="*/ 136525 h 728589"/>
              <a:gd name="csX22" fmla="*/ 444500 w 946150"/>
              <a:gd name="csY22" fmla="*/ 161925 h 728589"/>
              <a:gd name="csX23" fmla="*/ 415925 w 946150"/>
              <a:gd name="csY23" fmla="*/ 155575 h 728589"/>
              <a:gd name="csX24" fmla="*/ 457200 w 946150"/>
              <a:gd name="csY24" fmla="*/ 57150 h 728589"/>
              <a:gd name="csX25" fmla="*/ 450850 w 946150"/>
              <a:gd name="csY25" fmla="*/ 0 h 728589"/>
              <a:gd name="csX26" fmla="*/ 339725 w 946150"/>
              <a:gd name="csY26" fmla="*/ 22225 h 728589"/>
              <a:gd name="csX0" fmla="*/ 339725 w 946150"/>
              <a:gd name="csY0" fmla="*/ 22225 h 714375"/>
              <a:gd name="csX1" fmla="*/ 193675 w 946150"/>
              <a:gd name="csY1" fmla="*/ 168275 h 714375"/>
              <a:gd name="csX2" fmla="*/ 0 w 946150"/>
              <a:gd name="csY2" fmla="*/ 269875 h 714375"/>
              <a:gd name="csX3" fmla="*/ 47625 w 946150"/>
              <a:gd name="csY3" fmla="*/ 346075 h 714375"/>
              <a:gd name="csX4" fmla="*/ 53975 w 946150"/>
              <a:gd name="csY4" fmla="*/ 419100 h 714375"/>
              <a:gd name="csX5" fmla="*/ 269875 w 946150"/>
              <a:gd name="csY5" fmla="*/ 422275 h 714375"/>
              <a:gd name="csX6" fmla="*/ 307975 w 946150"/>
              <a:gd name="csY6" fmla="*/ 517525 h 714375"/>
              <a:gd name="csX7" fmla="*/ 387350 w 946150"/>
              <a:gd name="csY7" fmla="*/ 546100 h 714375"/>
              <a:gd name="csX8" fmla="*/ 469900 w 946150"/>
              <a:gd name="csY8" fmla="*/ 514350 h 714375"/>
              <a:gd name="csX9" fmla="*/ 542925 w 946150"/>
              <a:gd name="csY9" fmla="*/ 441325 h 714375"/>
              <a:gd name="csX10" fmla="*/ 603250 w 946150"/>
              <a:gd name="csY10" fmla="*/ 482600 h 714375"/>
              <a:gd name="csX11" fmla="*/ 622300 w 946150"/>
              <a:gd name="csY11" fmla="*/ 514350 h 714375"/>
              <a:gd name="csX12" fmla="*/ 704850 w 946150"/>
              <a:gd name="csY12" fmla="*/ 619125 h 714375"/>
              <a:gd name="csX13" fmla="*/ 825500 w 946150"/>
              <a:gd name="csY13" fmla="*/ 714375 h 714375"/>
              <a:gd name="csX14" fmla="*/ 946150 w 946150"/>
              <a:gd name="csY14" fmla="*/ 628650 h 714375"/>
              <a:gd name="csX15" fmla="*/ 946150 w 946150"/>
              <a:gd name="csY15" fmla="*/ 565150 h 714375"/>
              <a:gd name="csX16" fmla="*/ 936625 w 946150"/>
              <a:gd name="csY16" fmla="*/ 409575 h 714375"/>
              <a:gd name="csX17" fmla="*/ 860425 w 946150"/>
              <a:gd name="csY17" fmla="*/ 257175 h 714375"/>
              <a:gd name="csX18" fmla="*/ 755650 w 946150"/>
              <a:gd name="csY18" fmla="*/ 285750 h 714375"/>
              <a:gd name="csX19" fmla="*/ 758825 w 946150"/>
              <a:gd name="csY19" fmla="*/ 212725 h 714375"/>
              <a:gd name="csX20" fmla="*/ 708025 w 946150"/>
              <a:gd name="csY20" fmla="*/ 152400 h 714375"/>
              <a:gd name="csX21" fmla="*/ 654050 w 946150"/>
              <a:gd name="csY21" fmla="*/ 136525 h 714375"/>
              <a:gd name="csX22" fmla="*/ 444500 w 946150"/>
              <a:gd name="csY22" fmla="*/ 161925 h 714375"/>
              <a:gd name="csX23" fmla="*/ 415925 w 946150"/>
              <a:gd name="csY23" fmla="*/ 155575 h 714375"/>
              <a:gd name="csX24" fmla="*/ 457200 w 946150"/>
              <a:gd name="csY24" fmla="*/ 57150 h 714375"/>
              <a:gd name="csX25" fmla="*/ 450850 w 946150"/>
              <a:gd name="csY25" fmla="*/ 0 h 714375"/>
              <a:gd name="csX26" fmla="*/ 339725 w 946150"/>
              <a:gd name="csY26" fmla="*/ 22225 h 714375"/>
              <a:gd name="csX0" fmla="*/ 339725 w 946150"/>
              <a:gd name="csY0" fmla="*/ 22225 h 714375"/>
              <a:gd name="csX1" fmla="*/ 193675 w 946150"/>
              <a:gd name="csY1" fmla="*/ 168275 h 714375"/>
              <a:gd name="csX2" fmla="*/ 0 w 946150"/>
              <a:gd name="csY2" fmla="*/ 269875 h 714375"/>
              <a:gd name="csX3" fmla="*/ 47625 w 946150"/>
              <a:gd name="csY3" fmla="*/ 346075 h 714375"/>
              <a:gd name="csX4" fmla="*/ 53975 w 946150"/>
              <a:gd name="csY4" fmla="*/ 419100 h 714375"/>
              <a:gd name="csX5" fmla="*/ 269875 w 946150"/>
              <a:gd name="csY5" fmla="*/ 422275 h 714375"/>
              <a:gd name="csX6" fmla="*/ 307975 w 946150"/>
              <a:gd name="csY6" fmla="*/ 517525 h 714375"/>
              <a:gd name="csX7" fmla="*/ 387350 w 946150"/>
              <a:gd name="csY7" fmla="*/ 546100 h 714375"/>
              <a:gd name="csX8" fmla="*/ 469900 w 946150"/>
              <a:gd name="csY8" fmla="*/ 514350 h 714375"/>
              <a:gd name="csX9" fmla="*/ 542925 w 946150"/>
              <a:gd name="csY9" fmla="*/ 441325 h 714375"/>
              <a:gd name="csX10" fmla="*/ 603250 w 946150"/>
              <a:gd name="csY10" fmla="*/ 482600 h 714375"/>
              <a:gd name="csX11" fmla="*/ 622300 w 946150"/>
              <a:gd name="csY11" fmla="*/ 514350 h 714375"/>
              <a:gd name="csX12" fmla="*/ 704850 w 946150"/>
              <a:gd name="csY12" fmla="*/ 619125 h 714375"/>
              <a:gd name="csX13" fmla="*/ 825500 w 946150"/>
              <a:gd name="csY13" fmla="*/ 714375 h 714375"/>
              <a:gd name="csX14" fmla="*/ 946150 w 946150"/>
              <a:gd name="csY14" fmla="*/ 628650 h 714375"/>
              <a:gd name="csX15" fmla="*/ 946150 w 946150"/>
              <a:gd name="csY15" fmla="*/ 565150 h 714375"/>
              <a:gd name="csX16" fmla="*/ 936625 w 946150"/>
              <a:gd name="csY16" fmla="*/ 409575 h 714375"/>
              <a:gd name="csX17" fmla="*/ 860425 w 946150"/>
              <a:gd name="csY17" fmla="*/ 257175 h 714375"/>
              <a:gd name="csX18" fmla="*/ 755650 w 946150"/>
              <a:gd name="csY18" fmla="*/ 285750 h 714375"/>
              <a:gd name="csX19" fmla="*/ 758825 w 946150"/>
              <a:gd name="csY19" fmla="*/ 212725 h 714375"/>
              <a:gd name="csX20" fmla="*/ 708025 w 946150"/>
              <a:gd name="csY20" fmla="*/ 152400 h 714375"/>
              <a:gd name="csX21" fmla="*/ 654050 w 946150"/>
              <a:gd name="csY21" fmla="*/ 136525 h 714375"/>
              <a:gd name="csX22" fmla="*/ 444500 w 946150"/>
              <a:gd name="csY22" fmla="*/ 161925 h 714375"/>
              <a:gd name="csX23" fmla="*/ 415925 w 946150"/>
              <a:gd name="csY23" fmla="*/ 155575 h 714375"/>
              <a:gd name="csX24" fmla="*/ 457200 w 946150"/>
              <a:gd name="csY24" fmla="*/ 57150 h 714375"/>
              <a:gd name="csX25" fmla="*/ 450850 w 946150"/>
              <a:gd name="csY25" fmla="*/ 0 h 714375"/>
              <a:gd name="csX26" fmla="*/ 339725 w 946150"/>
              <a:gd name="csY26" fmla="*/ 22225 h 714375"/>
              <a:gd name="csX0" fmla="*/ 339725 w 960261"/>
              <a:gd name="csY0" fmla="*/ 22225 h 714375"/>
              <a:gd name="csX1" fmla="*/ 193675 w 960261"/>
              <a:gd name="csY1" fmla="*/ 168275 h 714375"/>
              <a:gd name="csX2" fmla="*/ 0 w 960261"/>
              <a:gd name="csY2" fmla="*/ 269875 h 714375"/>
              <a:gd name="csX3" fmla="*/ 47625 w 960261"/>
              <a:gd name="csY3" fmla="*/ 346075 h 714375"/>
              <a:gd name="csX4" fmla="*/ 53975 w 960261"/>
              <a:gd name="csY4" fmla="*/ 419100 h 714375"/>
              <a:gd name="csX5" fmla="*/ 269875 w 960261"/>
              <a:gd name="csY5" fmla="*/ 422275 h 714375"/>
              <a:gd name="csX6" fmla="*/ 307975 w 960261"/>
              <a:gd name="csY6" fmla="*/ 517525 h 714375"/>
              <a:gd name="csX7" fmla="*/ 387350 w 960261"/>
              <a:gd name="csY7" fmla="*/ 546100 h 714375"/>
              <a:gd name="csX8" fmla="*/ 469900 w 960261"/>
              <a:gd name="csY8" fmla="*/ 514350 h 714375"/>
              <a:gd name="csX9" fmla="*/ 542925 w 960261"/>
              <a:gd name="csY9" fmla="*/ 441325 h 714375"/>
              <a:gd name="csX10" fmla="*/ 603250 w 960261"/>
              <a:gd name="csY10" fmla="*/ 482600 h 714375"/>
              <a:gd name="csX11" fmla="*/ 622300 w 960261"/>
              <a:gd name="csY11" fmla="*/ 514350 h 714375"/>
              <a:gd name="csX12" fmla="*/ 704850 w 960261"/>
              <a:gd name="csY12" fmla="*/ 619125 h 714375"/>
              <a:gd name="csX13" fmla="*/ 825500 w 960261"/>
              <a:gd name="csY13" fmla="*/ 714375 h 714375"/>
              <a:gd name="csX14" fmla="*/ 946150 w 960261"/>
              <a:gd name="csY14" fmla="*/ 628650 h 714375"/>
              <a:gd name="csX15" fmla="*/ 946150 w 960261"/>
              <a:gd name="csY15" fmla="*/ 565150 h 714375"/>
              <a:gd name="csX16" fmla="*/ 936625 w 960261"/>
              <a:gd name="csY16" fmla="*/ 409575 h 714375"/>
              <a:gd name="csX17" fmla="*/ 860425 w 960261"/>
              <a:gd name="csY17" fmla="*/ 257175 h 714375"/>
              <a:gd name="csX18" fmla="*/ 755650 w 960261"/>
              <a:gd name="csY18" fmla="*/ 285750 h 714375"/>
              <a:gd name="csX19" fmla="*/ 758825 w 960261"/>
              <a:gd name="csY19" fmla="*/ 212725 h 714375"/>
              <a:gd name="csX20" fmla="*/ 708025 w 960261"/>
              <a:gd name="csY20" fmla="*/ 152400 h 714375"/>
              <a:gd name="csX21" fmla="*/ 654050 w 960261"/>
              <a:gd name="csY21" fmla="*/ 136525 h 714375"/>
              <a:gd name="csX22" fmla="*/ 444500 w 960261"/>
              <a:gd name="csY22" fmla="*/ 161925 h 714375"/>
              <a:gd name="csX23" fmla="*/ 415925 w 960261"/>
              <a:gd name="csY23" fmla="*/ 155575 h 714375"/>
              <a:gd name="csX24" fmla="*/ 457200 w 960261"/>
              <a:gd name="csY24" fmla="*/ 57150 h 714375"/>
              <a:gd name="csX25" fmla="*/ 450850 w 960261"/>
              <a:gd name="csY25" fmla="*/ 0 h 714375"/>
              <a:gd name="csX26" fmla="*/ 339725 w 960261"/>
              <a:gd name="csY26" fmla="*/ 22225 h 714375"/>
              <a:gd name="csX0" fmla="*/ 339725 w 955792"/>
              <a:gd name="csY0" fmla="*/ 22225 h 701675"/>
              <a:gd name="csX1" fmla="*/ 193675 w 955792"/>
              <a:gd name="csY1" fmla="*/ 168275 h 701675"/>
              <a:gd name="csX2" fmla="*/ 0 w 955792"/>
              <a:gd name="csY2" fmla="*/ 269875 h 701675"/>
              <a:gd name="csX3" fmla="*/ 47625 w 955792"/>
              <a:gd name="csY3" fmla="*/ 346075 h 701675"/>
              <a:gd name="csX4" fmla="*/ 53975 w 955792"/>
              <a:gd name="csY4" fmla="*/ 419100 h 701675"/>
              <a:gd name="csX5" fmla="*/ 269875 w 955792"/>
              <a:gd name="csY5" fmla="*/ 422275 h 701675"/>
              <a:gd name="csX6" fmla="*/ 307975 w 955792"/>
              <a:gd name="csY6" fmla="*/ 517525 h 701675"/>
              <a:gd name="csX7" fmla="*/ 387350 w 955792"/>
              <a:gd name="csY7" fmla="*/ 546100 h 701675"/>
              <a:gd name="csX8" fmla="*/ 469900 w 955792"/>
              <a:gd name="csY8" fmla="*/ 514350 h 701675"/>
              <a:gd name="csX9" fmla="*/ 542925 w 955792"/>
              <a:gd name="csY9" fmla="*/ 441325 h 701675"/>
              <a:gd name="csX10" fmla="*/ 603250 w 955792"/>
              <a:gd name="csY10" fmla="*/ 482600 h 701675"/>
              <a:gd name="csX11" fmla="*/ 622300 w 955792"/>
              <a:gd name="csY11" fmla="*/ 514350 h 701675"/>
              <a:gd name="csX12" fmla="*/ 704850 w 955792"/>
              <a:gd name="csY12" fmla="*/ 619125 h 701675"/>
              <a:gd name="csX13" fmla="*/ 815975 w 955792"/>
              <a:gd name="csY13" fmla="*/ 701675 h 701675"/>
              <a:gd name="csX14" fmla="*/ 946150 w 955792"/>
              <a:gd name="csY14" fmla="*/ 628650 h 701675"/>
              <a:gd name="csX15" fmla="*/ 946150 w 955792"/>
              <a:gd name="csY15" fmla="*/ 565150 h 701675"/>
              <a:gd name="csX16" fmla="*/ 936625 w 955792"/>
              <a:gd name="csY16" fmla="*/ 409575 h 701675"/>
              <a:gd name="csX17" fmla="*/ 860425 w 955792"/>
              <a:gd name="csY17" fmla="*/ 257175 h 701675"/>
              <a:gd name="csX18" fmla="*/ 755650 w 955792"/>
              <a:gd name="csY18" fmla="*/ 285750 h 701675"/>
              <a:gd name="csX19" fmla="*/ 758825 w 955792"/>
              <a:gd name="csY19" fmla="*/ 212725 h 701675"/>
              <a:gd name="csX20" fmla="*/ 708025 w 955792"/>
              <a:gd name="csY20" fmla="*/ 152400 h 701675"/>
              <a:gd name="csX21" fmla="*/ 654050 w 955792"/>
              <a:gd name="csY21" fmla="*/ 136525 h 701675"/>
              <a:gd name="csX22" fmla="*/ 444500 w 955792"/>
              <a:gd name="csY22" fmla="*/ 161925 h 701675"/>
              <a:gd name="csX23" fmla="*/ 415925 w 955792"/>
              <a:gd name="csY23" fmla="*/ 155575 h 701675"/>
              <a:gd name="csX24" fmla="*/ 457200 w 955792"/>
              <a:gd name="csY24" fmla="*/ 57150 h 701675"/>
              <a:gd name="csX25" fmla="*/ 450850 w 955792"/>
              <a:gd name="csY25" fmla="*/ 0 h 701675"/>
              <a:gd name="csX26" fmla="*/ 339725 w 955792"/>
              <a:gd name="csY26" fmla="*/ 22225 h 701675"/>
              <a:gd name="csX0" fmla="*/ 339725 w 955792"/>
              <a:gd name="csY0" fmla="*/ 22225 h 701675"/>
              <a:gd name="csX1" fmla="*/ 193675 w 955792"/>
              <a:gd name="csY1" fmla="*/ 168275 h 701675"/>
              <a:gd name="csX2" fmla="*/ 0 w 955792"/>
              <a:gd name="csY2" fmla="*/ 269875 h 701675"/>
              <a:gd name="csX3" fmla="*/ 47625 w 955792"/>
              <a:gd name="csY3" fmla="*/ 346075 h 701675"/>
              <a:gd name="csX4" fmla="*/ 53975 w 955792"/>
              <a:gd name="csY4" fmla="*/ 419100 h 701675"/>
              <a:gd name="csX5" fmla="*/ 269875 w 955792"/>
              <a:gd name="csY5" fmla="*/ 422275 h 701675"/>
              <a:gd name="csX6" fmla="*/ 307975 w 955792"/>
              <a:gd name="csY6" fmla="*/ 517525 h 701675"/>
              <a:gd name="csX7" fmla="*/ 387350 w 955792"/>
              <a:gd name="csY7" fmla="*/ 546100 h 701675"/>
              <a:gd name="csX8" fmla="*/ 469900 w 955792"/>
              <a:gd name="csY8" fmla="*/ 514350 h 701675"/>
              <a:gd name="csX9" fmla="*/ 542925 w 955792"/>
              <a:gd name="csY9" fmla="*/ 441325 h 701675"/>
              <a:gd name="csX10" fmla="*/ 603250 w 955792"/>
              <a:gd name="csY10" fmla="*/ 482600 h 701675"/>
              <a:gd name="csX11" fmla="*/ 622300 w 955792"/>
              <a:gd name="csY11" fmla="*/ 514350 h 701675"/>
              <a:gd name="csX12" fmla="*/ 704850 w 955792"/>
              <a:gd name="csY12" fmla="*/ 619125 h 701675"/>
              <a:gd name="csX13" fmla="*/ 815975 w 955792"/>
              <a:gd name="csY13" fmla="*/ 701675 h 701675"/>
              <a:gd name="csX14" fmla="*/ 946150 w 955792"/>
              <a:gd name="csY14" fmla="*/ 628650 h 701675"/>
              <a:gd name="csX15" fmla="*/ 946150 w 955792"/>
              <a:gd name="csY15" fmla="*/ 565150 h 701675"/>
              <a:gd name="csX16" fmla="*/ 936625 w 955792"/>
              <a:gd name="csY16" fmla="*/ 409575 h 701675"/>
              <a:gd name="csX17" fmla="*/ 860425 w 955792"/>
              <a:gd name="csY17" fmla="*/ 257175 h 701675"/>
              <a:gd name="csX18" fmla="*/ 755650 w 955792"/>
              <a:gd name="csY18" fmla="*/ 285750 h 701675"/>
              <a:gd name="csX19" fmla="*/ 758825 w 955792"/>
              <a:gd name="csY19" fmla="*/ 212725 h 701675"/>
              <a:gd name="csX20" fmla="*/ 708025 w 955792"/>
              <a:gd name="csY20" fmla="*/ 152400 h 701675"/>
              <a:gd name="csX21" fmla="*/ 654050 w 955792"/>
              <a:gd name="csY21" fmla="*/ 136525 h 701675"/>
              <a:gd name="csX22" fmla="*/ 444500 w 955792"/>
              <a:gd name="csY22" fmla="*/ 161925 h 701675"/>
              <a:gd name="csX23" fmla="*/ 415925 w 955792"/>
              <a:gd name="csY23" fmla="*/ 155575 h 701675"/>
              <a:gd name="csX24" fmla="*/ 457200 w 955792"/>
              <a:gd name="csY24" fmla="*/ 57150 h 701675"/>
              <a:gd name="csX25" fmla="*/ 450850 w 955792"/>
              <a:gd name="csY25" fmla="*/ 0 h 701675"/>
              <a:gd name="csX26" fmla="*/ 339725 w 955792"/>
              <a:gd name="csY26" fmla="*/ 22225 h 701675"/>
              <a:gd name="csX0" fmla="*/ 339725 w 955792"/>
              <a:gd name="csY0" fmla="*/ 22225 h 709857"/>
              <a:gd name="csX1" fmla="*/ 193675 w 955792"/>
              <a:gd name="csY1" fmla="*/ 168275 h 709857"/>
              <a:gd name="csX2" fmla="*/ 0 w 955792"/>
              <a:gd name="csY2" fmla="*/ 269875 h 709857"/>
              <a:gd name="csX3" fmla="*/ 47625 w 955792"/>
              <a:gd name="csY3" fmla="*/ 346075 h 709857"/>
              <a:gd name="csX4" fmla="*/ 53975 w 955792"/>
              <a:gd name="csY4" fmla="*/ 419100 h 709857"/>
              <a:gd name="csX5" fmla="*/ 269875 w 955792"/>
              <a:gd name="csY5" fmla="*/ 422275 h 709857"/>
              <a:gd name="csX6" fmla="*/ 307975 w 955792"/>
              <a:gd name="csY6" fmla="*/ 517525 h 709857"/>
              <a:gd name="csX7" fmla="*/ 387350 w 955792"/>
              <a:gd name="csY7" fmla="*/ 546100 h 709857"/>
              <a:gd name="csX8" fmla="*/ 469900 w 955792"/>
              <a:gd name="csY8" fmla="*/ 514350 h 709857"/>
              <a:gd name="csX9" fmla="*/ 542925 w 955792"/>
              <a:gd name="csY9" fmla="*/ 441325 h 709857"/>
              <a:gd name="csX10" fmla="*/ 603250 w 955792"/>
              <a:gd name="csY10" fmla="*/ 482600 h 709857"/>
              <a:gd name="csX11" fmla="*/ 622300 w 955792"/>
              <a:gd name="csY11" fmla="*/ 514350 h 709857"/>
              <a:gd name="csX12" fmla="*/ 704850 w 955792"/>
              <a:gd name="csY12" fmla="*/ 619125 h 709857"/>
              <a:gd name="csX13" fmla="*/ 815975 w 955792"/>
              <a:gd name="csY13" fmla="*/ 701675 h 709857"/>
              <a:gd name="csX14" fmla="*/ 946150 w 955792"/>
              <a:gd name="csY14" fmla="*/ 628650 h 709857"/>
              <a:gd name="csX15" fmla="*/ 946150 w 955792"/>
              <a:gd name="csY15" fmla="*/ 565150 h 709857"/>
              <a:gd name="csX16" fmla="*/ 936625 w 955792"/>
              <a:gd name="csY16" fmla="*/ 409575 h 709857"/>
              <a:gd name="csX17" fmla="*/ 860425 w 955792"/>
              <a:gd name="csY17" fmla="*/ 257175 h 709857"/>
              <a:gd name="csX18" fmla="*/ 755650 w 955792"/>
              <a:gd name="csY18" fmla="*/ 285750 h 709857"/>
              <a:gd name="csX19" fmla="*/ 758825 w 955792"/>
              <a:gd name="csY19" fmla="*/ 212725 h 709857"/>
              <a:gd name="csX20" fmla="*/ 708025 w 955792"/>
              <a:gd name="csY20" fmla="*/ 152400 h 709857"/>
              <a:gd name="csX21" fmla="*/ 654050 w 955792"/>
              <a:gd name="csY21" fmla="*/ 136525 h 709857"/>
              <a:gd name="csX22" fmla="*/ 444500 w 955792"/>
              <a:gd name="csY22" fmla="*/ 161925 h 709857"/>
              <a:gd name="csX23" fmla="*/ 415925 w 955792"/>
              <a:gd name="csY23" fmla="*/ 155575 h 709857"/>
              <a:gd name="csX24" fmla="*/ 457200 w 955792"/>
              <a:gd name="csY24" fmla="*/ 57150 h 709857"/>
              <a:gd name="csX25" fmla="*/ 450850 w 955792"/>
              <a:gd name="csY25" fmla="*/ 0 h 709857"/>
              <a:gd name="csX26" fmla="*/ 339725 w 955792"/>
              <a:gd name="csY26" fmla="*/ 22225 h 709857"/>
              <a:gd name="csX0" fmla="*/ 339725 w 955792"/>
              <a:gd name="csY0" fmla="*/ 22225 h 702168"/>
              <a:gd name="csX1" fmla="*/ 193675 w 955792"/>
              <a:gd name="csY1" fmla="*/ 168275 h 702168"/>
              <a:gd name="csX2" fmla="*/ 0 w 955792"/>
              <a:gd name="csY2" fmla="*/ 269875 h 702168"/>
              <a:gd name="csX3" fmla="*/ 47625 w 955792"/>
              <a:gd name="csY3" fmla="*/ 346075 h 702168"/>
              <a:gd name="csX4" fmla="*/ 53975 w 955792"/>
              <a:gd name="csY4" fmla="*/ 419100 h 702168"/>
              <a:gd name="csX5" fmla="*/ 269875 w 955792"/>
              <a:gd name="csY5" fmla="*/ 422275 h 702168"/>
              <a:gd name="csX6" fmla="*/ 307975 w 955792"/>
              <a:gd name="csY6" fmla="*/ 517525 h 702168"/>
              <a:gd name="csX7" fmla="*/ 387350 w 955792"/>
              <a:gd name="csY7" fmla="*/ 546100 h 702168"/>
              <a:gd name="csX8" fmla="*/ 469900 w 955792"/>
              <a:gd name="csY8" fmla="*/ 514350 h 702168"/>
              <a:gd name="csX9" fmla="*/ 542925 w 955792"/>
              <a:gd name="csY9" fmla="*/ 441325 h 702168"/>
              <a:gd name="csX10" fmla="*/ 603250 w 955792"/>
              <a:gd name="csY10" fmla="*/ 482600 h 702168"/>
              <a:gd name="csX11" fmla="*/ 622300 w 955792"/>
              <a:gd name="csY11" fmla="*/ 514350 h 702168"/>
              <a:gd name="csX12" fmla="*/ 704850 w 955792"/>
              <a:gd name="csY12" fmla="*/ 619125 h 702168"/>
              <a:gd name="csX13" fmla="*/ 815975 w 955792"/>
              <a:gd name="csY13" fmla="*/ 701675 h 702168"/>
              <a:gd name="csX14" fmla="*/ 946150 w 955792"/>
              <a:gd name="csY14" fmla="*/ 628650 h 702168"/>
              <a:gd name="csX15" fmla="*/ 946150 w 955792"/>
              <a:gd name="csY15" fmla="*/ 565150 h 702168"/>
              <a:gd name="csX16" fmla="*/ 936625 w 955792"/>
              <a:gd name="csY16" fmla="*/ 409575 h 702168"/>
              <a:gd name="csX17" fmla="*/ 860425 w 955792"/>
              <a:gd name="csY17" fmla="*/ 257175 h 702168"/>
              <a:gd name="csX18" fmla="*/ 755650 w 955792"/>
              <a:gd name="csY18" fmla="*/ 285750 h 702168"/>
              <a:gd name="csX19" fmla="*/ 758825 w 955792"/>
              <a:gd name="csY19" fmla="*/ 212725 h 702168"/>
              <a:gd name="csX20" fmla="*/ 708025 w 955792"/>
              <a:gd name="csY20" fmla="*/ 152400 h 702168"/>
              <a:gd name="csX21" fmla="*/ 654050 w 955792"/>
              <a:gd name="csY21" fmla="*/ 136525 h 702168"/>
              <a:gd name="csX22" fmla="*/ 444500 w 955792"/>
              <a:gd name="csY22" fmla="*/ 161925 h 702168"/>
              <a:gd name="csX23" fmla="*/ 415925 w 955792"/>
              <a:gd name="csY23" fmla="*/ 155575 h 702168"/>
              <a:gd name="csX24" fmla="*/ 457200 w 955792"/>
              <a:gd name="csY24" fmla="*/ 57150 h 702168"/>
              <a:gd name="csX25" fmla="*/ 450850 w 955792"/>
              <a:gd name="csY25" fmla="*/ 0 h 702168"/>
              <a:gd name="csX26" fmla="*/ 339725 w 955792"/>
              <a:gd name="csY26" fmla="*/ 22225 h 702168"/>
              <a:gd name="csX0" fmla="*/ 339725 w 946150"/>
              <a:gd name="csY0" fmla="*/ 22225 h 702395"/>
              <a:gd name="csX1" fmla="*/ 193675 w 946150"/>
              <a:gd name="csY1" fmla="*/ 168275 h 702395"/>
              <a:gd name="csX2" fmla="*/ 0 w 946150"/>
              <a:gd name="csY2" fmla="*/ 269875 h 702395"/>
              <a:gd name="csX3" fmla="*/ 47625 w 946150"/>
              <a:gd name="csY3" fmla="*/ 346075 h 702395"/>
              <a:gd name="csX4" fmla="*/ 53975 w 946150"/>
              <a:gd name="csY4" fmla="*/ 419100 h 702395"/>
              <a:gd name="csX5" fmla="*/ 269875 w 946150"/>
              <a:gd name="csY5" fmla="*/ 422275 h 702395"/>
              <a:gd name="csX6" fmla="*/ 307975 w 946150"/>
              <a:gd name="csY6" fmla="*/ 517525 h 702395"/>
              <a:gd name="csX7" fmla="*/ 387350 w 946150"/>
              <a:gd name="csY7" fmla="*/ 546100 h 702395"/>
              <a:gd name="csX8" fmla="*/ 469900 w 946150"/>
              <a:gd name="csY8" fmla="*/ 514350 h 702395"/>
              <a:gd name="csX9" fmla="*/ 542925 w 946150"/>
              <a:gd name="csY9" fmla="*/ 441325 h 702395"/>
              <a:gd name="csX10" fmla="*/ 603250 w 946150"/>
              <a:gd name="csY10" fmla="*/ 482600 h 702395"/>
              <a:gd name="csX11" fmla="*/ 622300 w 946150"/>
              <a:gd name="csY11" fmla="*/ 514350 h 702395"/>
              <a:gd name="csX12" fmla="*/ 704850 w 946150"/>
              <a:gd name="csY12" fmla="*/ 619125 h 702395"/>
              <a:gd name="csX13" fmla="*/ 815975 w 946150"/>
              <a:gd name="csY13" fmla="*/ 701675 h 702395"/>
              <a:gd name="csX14" fmla="*/ 923925 w 946150"/>
              <a:gd name="csY14" fmla="*/ 654050 h 702395"/>
              <a:gd name="csX15" fmla="*/ 946150 w 946150"/>
              <a:gd name="csY15" fmla="*/ 565150 h 702395"/>
              <a:gd name="csX16" fmla="*/ 936625 w 946150"/>
              <a:gd name="csY16" fmla="*/ 409575 h 702395"/>
              <a:gd name="csX17" fmla="*/ 860425 w 946150"/>
              <a:gd name="csY17" fmla="*/ 257175 h 702395"/>
              <a:gd name="csX18" fmla="*/ 755650 w 946150"/>
              <a:gd name="csY18" fmla="*/ 285750 h 702395"/>
              <a:gd name="csX19" fmla="*/ 758825 w 946150"/>
              <a:gd name="csY19" fmla="*/ 212725 h 702395"/>
              <a:gd name="csX20" fmla="*/ 708025 w 946150"/>
              <a:gd name="csY20" fmla="*/ 152400 h 702395"/>
              <a:gd name="csX21" fmla="*/ 654050 w 946150"/>
              <a:gd name="csY21" fmla="*/ 136525 h 702395"/>
              <a:gd name="csX22" fmla="*/ 444500 w 946150"/>
              <a:gd name="csY22" fmla="*/ 161925 h 702395"/>
              <a:gd name="csX23" fmla="*/ 415925 w 946150"/>
              <a:gd name="csY23" fmla="*/ 155575 h 702395"/>
              <a:gd name="csX24" fmla="*/ 457200 w 946150"/>
              <a:gd name="csY24" fmla="*/ 57150 h 702395"/>
              <a:gd name="csX25" fmla="*/ 450850 w 946150"/>
              <a:gd name="csY25" fmla="*/ 0 h 702395"/>
              <a:gd name="csX26" fmla="*/ 339725 w 946150"/>
              <a:gd name="csY26" fmla="*/ 22225 h 702395"/>
              <a:gd name="csX0" fmla="*/ 339725 w 946150"/>
              <a:gd name="csY0" fmla="*/ 22225 h 701852"/>
              <a:gd name="csX1" fmla="*/ 193675 w 946150"/>
              <a:gd name="csY1" fmla="*/ 168275 h 701852"/>
              <a:gd name="csX2" fmla="*/ 0 w 946150"/>
              <a:gd name="csY2" fmla="*/ 269875 h 701852"/>
              <a:gd name="csX3" fmla="*/ 47625 w 946150"/>
              <a:gd name="csY3" fmla="*/ 346075 h 701852"/>
              <a:gd name="csX4" fmla="*/ 53975 w 946150"/>
              <a:gd name="csY4" fmla="*/ 419100 h 701852"/>
              <a:gd name="csX5" fmla="*/ 269875 w 946150"/>
              <a:gd name="csY5" fmla="*/ 422275 h 701852"/>
              <a:gd name="csX6" fmla="*/ 307975 w 946150"/>
              <a:gd name="csY6" fmla="*/ 517525 h 701852"/>
              <a:gd name="csX7" fmla="*/ 387350 w 946150"/>
              <a:gd name="csY7" fmla="*/ 546100 h 701852"/>
              <a:gd name="csX8" fmla="*/ 469900 w 946150"/>
              <a:gd name="csY8" fmla="*/ 514350 h 701852"/>
              <a:gd name="csX9" fmla="*/ 542925 w 946150"/>
              <a:gd name="csY9" fmla="*/ 441325 h 701852"/>
              <a:gd name="csX10" fmla="*/ 603250 w 946150"/>
              <a:gd name="csY10" fmla="*/ 482600 h 701852"/>
              <a:gd name="csX11" fmla="*/ 622300 w 946150"/>
              <a:gd name="csY11" fmla="*/ 514350 h 701852"/>
              <a:gd name="csX12" fmla="*/ 704850 w 946150"/>
              <a:gd name="csY12" fmla="*/ 638175 h 701852"/>
              <a:gd name="csX13" fmla="*/ 815975 w 946150"/>
              <a:gd name="csY13" fmla="*/ 701675 h 701852"/>
              <a:gd name="csX14" fmla="*/ 923925 w 946150"/>
              <a:gd name="csY14" fmla="*/ 654050 h 701852"/>
              <a:gd name="csX15" fmla="*/ 946150 w 946150"/>
              <a:gd name="csY15" fmla="*/ 565150 h 701852"/>
              <a:gd name="csX16" fmla="*/ 936625 w 946150"/>
              <a:gd name="csY16" fmla="*/ 409575 h 701852"/>
              <a:gd name="csX17" fmla="*/ 860425 w 946150"/>
              <a:gd name="csY17" fmla="*/ 257175 h 701852"/>
              <a:gd name="csX18" fmla="*/ 755650 w 946150"/>
              <a:gd name="csY18" fmla="*/ 285750 h 701852"/>
              <a:gd name="csX19" fmla="*/ 758825 w 946150"/>
              <a:gd name="csY19" fmla="*/ 212725 h 701852"/>
              <a:gd name="csX20" fmla="*/ 708025 w 946150"/>
              <a:gd name="csY20" fmla="*/ 152400 h 701852"/>
              <a:gd name="csX21" fmla="*/ 654050 w 946150"/>
              <a:gd name="csY21" fmla="*/ 136525 h 701852"/>
              <a:gd name="csX22" fmla="*/ 444500 w 946150"/>
              <a:gd name="csY22" fmla="*/ 161925 h 701852"/>
              <a:gd name="csX23" fmla="*/ 415925 w 946150"/>
              <a:gd name="csY23" fmla="*/ 155575 h 701852"/>
              <a:gd name="csX24" fmla="*/ 457200 w 946150"/>
              <a:gd name="csY24" fmla="*/ 57150 h 701852"/>
              <a:gd name="csX25" fmla="*/ 450850 w 946150"/>
              <a:gd name="csY25" fmla="*/ 0 h 701852"/>
              <a:gd name="csX26" fmla="*/ 339725 w 946150"/>
              <a:gd name="csY26" fmla="*/ 22225 h 701852"/>
              <a:gd name="csX0" fmla="*/ 339725 w 946150"/>
              <a:gd name="csY0" fmla="*/ 22225 h 701852"/>
              <a:gd name="csX1" fmla="*/ 193675 w 946150"/>
              <a:gd name="csY1" fmla="*/ 168275 h 701852"/>
              <a:gd name="csX2" fmla="*/ 0 w 946150"/>
              <a:gd name="csY2" fmla="*/ 269875 h 701852"/>
              <a:gd name="csX3" fmla="*/ 47625 w 946150"/>
              <a:gd name="csY3" fmla="*/ 346075 h 701852"/>
              <a:gd name="csX4" fmla="*/ 53975 w 946150"/>
              <a:gd name="csY4" fmla="*/ 419100 h 701852"/>
              <a:gd name="csX5" fmla="*/ 269875 w 946150"/>
              <a:gd name="csY5" fmla="*/ 422275 h 701852"/>
              <a:gd name="csX6" fmla="*/ 307975 w 946150"/>
              <a:gd name="csY6" fmla="*/ 517525 h 701852"/>
              <a:gd name="csX7" fmla="*/ 387350 w 946150"/>
              <a:gd name="csY7" fmla="*/ 546100 h 701852"/>
              <a:gd name="csX8" fmla="*/ 469900 w 946150"/>
              <a:gd name="csY8" fmla="*/ 514350 h 701852"/>
              <a:gd name="csX9" fmla="*/ 542925 w 946150"/>
              <a:gd name="csY9" fmla="*/ 441325 h 701852"/>
              <a:gd name="csX10" fmla="*/ 603250 w 946150"/>
              <a:gd name="csY10" fmla="*/ 482600 h 701852"/>
              <a:gd name="csX11" fmla="*/ 622300 w 946150"/>
              <a:gd name="csY11" fmla="*/ 514350 h 701852"/>
              <a:gd name="csX12" fmla="*/ 704850 w 946150"/>
              <a:gd name="csY12" fmla="*/ 638175 h 701852"/>
              <a:gd name="csX13" fmla="*/ 815975 w 946150"/>
              <a:gd name="csY13" fmla="*/ 701675 h 701852"/>
              <a:gd name="csX14" fmla="*/ 923925 w 946150"/>
              <a:gd name="csY14" fmla="*/ 654050 h 701852"/>
              <a:gd name="csX15" fmla="*/ 946150 w 946150"/>
              <a:gd name="csY15" fmla="*/ 565150 h 701852"/>
              <a:gd name="csX16" fmla="*/ 936625 w 946150"/>
              <a:gd name="csY16" fmla="*/ 409575 h 701852"/>
              <a:gd name="csX17" fmla="*/ 860425 w 946150"/>
              <a:gd name="csY17" fmla="*/ 257175 h 701852"/>
              <a:gd name="csX18" fmla="*/ 755650 w 946150"/>
              <a:gd name="csY18" fmla="*/ 285750 h 701852"/>
              <a:gd name="csX19" fmla="*/ 758825 w 946150"/>
              <a:gd name="csY19" fmla="*/ 212725 h 701852"/>
              <a:gd name="csX20" fmla="*/ 708025 w 946150"/>
              <a:gd name="csY20" fmla="*/ 152400 h 701852"/>
              <a:gd name="csX21" fmla="*/ 654050 w 946150"/>
              <a:gd name="csY21" fmla="*/ 136525 h 701852"/>
              <a:gd name="csX22" fmla="*/ 444500 w 946150"/>
              <a:gd name="csY22" fmla="*/ 161925 h 701852"/>
              <a:gd name="csX23" fmla="*/ 415925 w 946150"/>
              <a:gd name="csY23" fmla="*/ 155575 h 701852"/>
              <a:gd name="csX24" fmla="*/ 457200 w 946150"/>
              <a:gd name="csY24" fmla="*/ 57150 h 701852"/>
              <a:gd name="csX25" fmla="*/ 450850 w 946150"/>
              <a:gd name="csY25" fmla="*/ 0 h 701852"/>
              <a:gd name="csX26" fmla="*/ 339725 w 946150"/>
              <a:gd name="csY26" fmla="*/ 22225 h 701852"/>
              <a:gd name="csX0" fmla="*/ 339725 w 947140"/>
              <a:gd name="csY0" fmla="*/ 22225 h 701852"/>
              <a:gd name="csX1" fmla="*/ 193675 w 947140"/>
              <a:gd name="csY1" fmla="*/ 168275 h 701852"/>
              <a:gd name="csX2" fmla="*/ 0 w 947140"/>
              <a:gd name="csY2" fmla="*/ 269875 h 701852"/>
              <a:gd name="csX3" fmla="*/ 47625 w 947140"/>
              <a:gd name="csY3" fmla="*/ 346075 h 701852"/>
              <a:gd name="csX4" fmla="*/ 53975 w 947140"/>
              <a:gd name="csY4" fmla="*/ 419100 h 701852"/>
              <a:gd name="csX5" fmla="*/ 269875 w 947140"/>
              <a:gd name="csY5" fmla="*/ 422275 h 701852"/>
              <a:gd name="csX6" fmla="*/ 307975 w 947140"/>
              <a:gd name="csY6" fmla="*/ 517525 h 701852"/>
              <a:gd name="csX7" fmla="*/ 387350 w 947140"/>
              <a:gd name="csY7" fmla="*/ 546100 h 701852"/>
              <a:gd name="csX8" fmla="*/ 469900 w 947140"/>
              <a:gd name="csY8" fmla="*/ 514350 h 701852"/>
              <a:gd name="csX9" fmla="*/ 542925 w 947140"/>
              <a:gd name="csY9" fmla="*/ 441325 h 701852"/>
              <a:gd name="csX10" fmla="*/ 603250 w 947140"/>
              <a:gd name="csY10" fmla="*/ 482600 h 701852"/>
              <a:gd name="csX11" fmla="*/ 622300 w 947140"/>
              <a:gd name="csY11" fmla="*/ 514350 h 701852"/>
              <a:gd name="csX12" fmla="*/ 704850 w 947140"/>
              <a:gd name="csY12" fmla="*/ 638175 h 701852"/>
              <a:gd name="csX13" fmla="*/ 815975 w 947140"/>
              <a:gd name="csY13" fmla="*/ 701675 h 701852"/>
              <a:gd name="csX14" fmla="*/ 923925 w 947140"/>
              <a:gd name="csY14" fmla="*/ 654050 h 701852"/>
              <a:gd name="csX15" fmla="*/ 946150 w 947140"/>
              <a:gd name="csY15" fmla="*/ 565150 h 701852"/>
              <a:gd name="csX16" fmla="*/ 936625 w 947140"/>
              <a:gd name="csY16" fmla="*/ 409575 h 701852"/>
              <a:gd name="csX17" fmla="*/ 860425 w 947140"/>
              <a:gd name="csY17" fmla="*/ 257175 h 701852"/>
              <a:gd name="csX18" fmla="*/ 755650 w 947140"/>
              <a:gd name="csY18" fmla="*/ 285750 h 701852"/>
              <a:gd name="csX19" fmla="*/ 758825 w 947140"/>
              <a:gd name="csY19" fmla="*/ 212725 h 701852"/>
              <a:gd name="csX20" fmla="*/ 708025 w 947140"/>
              <a:gd name="csY20" fmla="*/ 152400 h 701852"/>
              <a:gd name="csX21" fmla="*/ 654050 w 947140"/>
              <a:gd name="csY21" fmla="*/ 136525 h 701852"/>
              <a:gd name="csX22" fmla="*/ 444500 w 947140"/>
              <a:gd name="csY22" fmla="*/ 161925 h 701852"/>
              <a:gd name="csX23" fmla="*/ 415925 w 947140"/>
              <a:gd name="csY23" fmla="*/ 155575 h 701852"/>
              <a:gd name="csX24" fmla="*/ 457200 w 947140"/>
              <a:gd name="csY24" fmla="*/ 57150 h 701852"/>
              <a:gd name="csX25" fmla="*/ 450850 w 947140"/>
              <a:gd name="csY25" fmla="*/ 0 h 701852"/>
              <a:gd name="csX26" fmla="*/ 339725 w 947140"/>
              <a:gd name="csY26" fmla="*/ 22225 h 701852"/>
              <a:gd name="csX0" fmla="*/ 339725 w 947140"/>
              <a:gd name="csY0" fmla="*/ 22225 h 701852"/>
              <a:gd name="csX1" fmla="*/ 193675 w 947140"/>
              <a:gd name="csY1" fmla="*/ 168275 h 701852"/>
              <a:gd name="csX2" fmla="*/ 0 w 947140"/>
              <a:gd name="csY2" fmla="*/ 269875 h 701852"/>
              <a:gd name="csX3" fmla="*/ 47625 w 947140"/>
              <a:gd name="csY3" fmla="*/ 346075 h 701852"/>
              <a:gd name="csX4" fmla="*/ 53975 w 947140"/>
              <a:gd name="csY4" fmla="*/ 419100 h 701852"/>
              <a:gd name="csX5" fmla="*/ 269875 w 947140"/>
              <a:gd name="csY5" fmla="*/ 422275 h 701852"/>
              <a:gd name="csX6" fmla="*/ 307975 w 947140"/>
              <a:gd name="csY6" fmla="*/ 517525 h 701852"/>
              <a:gd name="csX7" fmla="*/ 387350 w 947140"/>
              <a:gd name="csY7" fmla="*/ 546100 h 701852"/>
              <a:gd name="csX8" fmla="*/ 469900 w 947140"/>
              <a:gd name="csY8" fmla="*/ 514350 h 701852"/>
              <a:gd name="csX9" fmla="*/ 542925 w 947140"/>
              <a:gd name="csY9" fmla="*/ 441325 h 701852"/>
              <a:gd name="csX10" fmla="*/ 603250 w 947140"/>
              <a:gd name="csY10" fmla="*/ 482600 h 701852"/>
              <a:gd name="csX11" fmla="*/ 622300 w 947140"/>
              <a:gd name="csY11" fmla="*/ 514350 h 701852"/>
              <a:gd name="csX12" fmla="*/ 704850 w 947140"/>
              <a:gd name="csY12" fmla="*/ 638175 h 701852"/>
              <a:gd name="csX13" fmla="*/ 815975 w 947140"/>
              <a:gd name="csY13" fmla="*/ 701675 h 701852"/>
              <a:gd name="csX14" fmla="*/ 923925 w 947140"/>
              <a:gd name="csY14" fmla="*/ 654050 h 701852"/>
              <a:gd name="csX15" fmla="*/ 946150 w 947140"/>
              <a:gd name="csY15" fmla="*/ 565150 h 701852"/>
              <a:gd name="csX16" fmla="*/ 936625 w 947140"/>
              <a:gd name="csY16" fmla="*/ 409575 h 701852"/>
              <a:gd name="csX17" fmla="*/ 860425 w 947140"/>
              <a:gd name="csY17" fmla="*/ 257175 h 701852"/>
              <a:gd name="csX18" fmla="*/ 755650 w 947140"/>
              <a:gd name="csY18" fmla="*/ 285750 h 701852"/>
              <a:gd name="csX19" fmla="*/ 758825 w 947140"/>
              <a:gd name="csY19" fmla="*/ 212725 h 701852"/>
              <a:gd name="csX20" fmla="*/ 708025 w 947140"/>
              <a:gd name="csY20" fmla="*/ 152400 h 701852"/>
              <a:gd name="csX21" fmla="*/ 654050 w 947140"/>
              <a:gd name="csY21" fmla="*/ 136525 h 701852"/>
              <a:gd name="csX22" fmla="*/ 444500 w 947140"/>
              <a:gd name="csY22" fmla="*/ 161925 h 701852"/>
              <a:gd name="csX23" fmla="*/ 415925 w 947140"/>
              <a:gd name="csY23" fmla="*/ 155575 h 701852"/>
              <a:gd name="csX24" fmla="*/ 457200 w 947140"/>
              <a:gd name="csY24" fmla="*/ 57150 h 701852"/>
              <a:gd name="csX25" fmla="*/ 450850 w 947140"/>
              <a:gd name="csY25" fmla="*/ 0 h 701852"/>
              <a:gd name="csX26" fmla="*/ 339725 w 947140"/>
              <a:gd name="csY26" fmla="*/ 22225 h 701852"/>
              <a:gd name="csX0" fmla="*/ 339725 w 948705"/>
              <a:gd name="csY0" fmla="*/ 22225 h 701852"/>
              <a:gd name="csX1" fmla="*/ 193675 w 948705"/>
              <a:gd name="csY1" fmla="*/ 168275 h 701852"/>
              <a:gd name="csX2" fmla="*/ 0 w 948705"/>
              <a:gd name="csY2" fmla="*/ 269875 h 701852"/>
              <a:gd name="csX3" fmla="*/ 47625 w 948705"/>
              <a:gd name="csY3" fmla="*/ 346075 h 701852"/>
              <a:gd name="csX4" fmla="*/ 53975 w 948705"/>
              <a:gd name="csY4" fmla="*/ 419100 h 701852"/>
              <a:gd name="csX5" fmla="*/ 269875 w 948705"/>
              <a:gd name="csY5" fmla="*/ 422275 h 701852"/>
              <a:gd name="csX6" fmla="*/ 307975 w 948705"/>
              <a:gd name="csY6" fmla="*/ 517525 h 701852"/>
              <a:gd name="csX7" fmla="*/ 387350 w 948705"/>
              <a:gd name="csY7" fmla="*/ 546100 h 701852"/>
              <a:gd name="csX8" fmla="*/ 469900 w 948705"/>
              <a:gd name="csY8" fmla="*/ 514350 h 701852"/>
              <a:gd name="csX9" fmla="*/ 542925 w 948705"/>
              <a:gd name="csY9" fmla="*/ 441325 h 701852"/>
              <a:gd name="csX10" fmla="*/ 603250 w 948705"/>
              <a:gd name="csY10" fmla="*/ 482600 h 701852"/>
              <a:gd name="csX11" fmla="*/ 622300 w 948705"/>
              <a:gd name="csY11" fmla="*/ 514350 h 701852"/>
              <a:gd name="csX12" fmla="*/ 704850 w 948705"/>
              <a:gd name="csY12" fmla="*/ 638175 h 701852"/>
              <a:gd name="csX13" fmla="*/ 815975 w 948705"/>
              <a:gd name="csY13" fmla="*/ 701675 h 701852"/>
              <a:gd name="csX14" fmla="*/ 923925 w 948705"/>
              <a:gd name="csY14" fmla="*/ 654050 h 701852"/>
              <a:gd name="csX15" fmla="*/ 946150 w 948705"/>
              <a:gd name="csY15" fmla="*/ 565150 h 701852"/>
              <a:gd name="csX16" fmla="*/ 936625 w 948705"/>
              <a:gd name="csY16" fmla="*/ 409575 h 701852"/>
              <a:gd name="csX17" fmla="*/ 860425 w 948705"/>
              <a:gd name="csY17" fmla="*/ 257175 h 701852"/>
              <a:gd name="csX18" fmla="*/ 755650 w 948705"/>
              <a:gd name="csY18" fmla="*/ 285750 h 701852"/>
              <a:gd name="csX19" fmla="*/ 758825 w 948705"/>
              <a:gd name="csY19" fmla="*/ 212725 h 701852"/>
              <a:gd name="csX20" fmla="*/ 708025 w 948705"/>
              <a:gd name="csY20" fmla="*/ 152400 h 701852"/>
              <a:gd name="csX21" fmla="*/ 654050 w 948705"/>
              <a:gd name="csY21" fmla="*/ 136525 h 701852"/>
              <a:gd name="csX22" fmla="*/ 444500 w 948705"/>
              <a:gd name="csY22" fmla="*/ 161925 h 701852"/>
              <a:gd name="csX23" fmla="*/ 415925 w 948705"/>
              <a:gd name="csY23" fmla="*/ 155575 h 701852"/>
              <a:gd name="csX24" fmla="*/ 457200 w 948705"/>
              <a:gd name="csY24" fmla="*/ 57150 h 701852"/>
              <a:gd name="csX25" fmla="*/ 450850 w 948705"/>
              <a:gd name="csY25" fmla="*/ 0 h 701852"/>
              <a:gd name="csX26" fmla="*/ 339725 w 948705"/>
              <a:gd name="csY26" fmla="*/ 22225 h 701852"/>
              <a:gd name="csX0" fmla="*/ 339725 w 948705"/>
              <a:gd name="csY0" fmla="*/ 22225 h 701852"/>
              <a:gd name="csX1" fmla="*/ 193675 w 948705"/>
              <a:gd name="csY1" fmla="*/ 168275 h 701852"/>
              <a:gd name="csX2" fmla="*/ 0 w 948705"/>
              <a:gd name="csY2" fmla="*/ 269875 h 701852"/>
              <a:gd name="csX3" fmla="*/ 47625 w 948705"/>
              <a:gd name="csY3" fmla="*/ 346075 h 701852"/>
              <a:gd name="csX4" fmla="*/ 53975 w 948705"/>
              <a:gd name="csY4" fmla="*/ 419100 h 701852"/>
              <a:gd name="csX5" fmla="*/ 269875 w 948705"/>
              <a:gd name="csY5" fmla="*/ 422275 h 701852"/>
              <a:gd name="csX6" fmla="*/ 307975 w 948705"/>
              <a:gd name="csY6" fmla="*/ 517525 h 701852"/>
              <a:gd name="csX7" fmla="*/ 387350 w 948705"/>
              <a:gd name="csY7" fmla="*/ 546100 h 701852"/>
              <a:gd name="csX8" fmla="*/ 469900 w 948705"/>
              <a:gd name="csY8" fmla="*/ 514350 h 701852"/>
              <a:gd name="csX9" fmla="*/ 542925 w 948705"/>
              <a:gd name="csY9" fmla="*/ 441325 h 701852"/>
              <a:gd name="csX10" fmla="*/ 603250 w 948705"/>
              <a:gd name="csY10" fmla="*/ 482600 h 701852"/>
              <a:gd name="csX11" fmla="*/ 622300 w 948705"/>
              <a:gd name="csY11" fmla="*/ 514350 h 701852"/>
              <a:gd name="csX12" fmla="*/ 704850 w 948705"/>
              <a:gd name="csY12" fmla="*/ 638175 h 701852"/>
              <a:gd name="csX13" fmla="*/ 815975 w 948705"/>
              <a:gd name="csY13" fmla="*/ 701675 h 701852"/>
              <a:gd name="csX14" fmla="*/ 923925 w 948705"/>
              <a:gd name="csY14" fmla="*/ 654050 h 701852"/>
              <a:gd name="csX15" fmla="*/ 946150 w 948705"/>
              <a:gd name="csY15" fmla="*/ 565150 h 701852"/>
              <a:gd name="csX16" fmla="*/ 936625 w 948705"/>
              <a:gd name="csY16" fmla="*/ 409575 h 701852"/>
              <a:gd name="csX17" fmla="*/ 860425 w 948705"/>
              <a:gd name="csY17" fmla="*/ 257175 h 701852"/>
              <a:gd name="csX18" fmla="*/ 755650 w 948705"/>
              <a:gd name="csY18" fmla="*/ 285750 h 701852"/>
              <a:gd name="csX19" fmla="*/ 758825 w 948705"/>
              <a:gd name="csY19" fmla="*/ 212725 h 701852"/>
              <a:gd name="csX20" fmla="*/ 708025 w 948705"/>
              <a:gd name="csY20" fmla="*/ 152400 h 701852"/>
              <a:gd name="csX21" fmla="*/ 654050 w 948705"/>
              <a:gd name="csY21" fmla="*/ 136525 h 701852"/>
              <a:gd name="csX22" fmla="*/ 444500 w 948705"/>
              <a:gd name="csY22" fmla="*/ 161925 h 701852"/>
              <a:gd name="csX23" fmla="*/ 415925 w 948705"/>
              <a:gd name="csY23" fmla="*/ 155575 h 701852"/>
              <a:gd name="csX24" fmla="*/ 457200 w 948705"/>
              <a:gd name="csY24" fmla="*/ 57150 h 701852"/>
              <a:gd name="csX25" fmla="*/ 450850 w 948705"/>
              <a:gd name="csY25" fmla="*/ 0 h 701852"/>
              <a:gd name="csX26" fmla="*/ 339725 w 948705"/>
              <a:gd name="csY26" fmla="*/ 22225 h 701852"/>
              <a:gd name="csX0" fmla="*/ 339725 w 948705"/>
              <a:gd name="csY0" fmla="*/ 22225 h 701852"/>
              <a:gd name="csX1" fmla="*/ 193675 w 948705"/>
              <a:gd name="csY1" fmla="*/ 168275 h 701852"/>
              <a:gd name="csX2" fmla="*/ 0 w 948705"/>
              <a:gd name="csY2" fmla="*/ 269875 h 701852"/>
              <a:gd name="csX3" fmla="*/ 47625 w 948705"/>
              <a:gd name="csY3" fmla="*/ 346075 h 701852"/>
              <a:gd name="csX4" fmla="*/ 53975 w 948705"/>
              <a:gd name="csY4" fmla="*/ 419100 h 701852"/>
              <a:gd name="csX5" fmla="*/ 269875 w 948705"/>
              <a:gd name="csY5" fmla="*/ 422275 h 701852"/>
              <a:gd name="csX6" fmla="*/ 307975 w 948705"/>
              <a:gd name="csY6" fmla="*/ 517525 h 701852"/>
              <a:gd name="csX7" fmla="*/ 387350 w 948705"/>
              <a:gd name="csY7" fmla="*/ 546100 h 701852"/>
              <a:gd name="csX8" fmla="*/ 469900 w 948705"/>
              <a:gd name="csY8" fmla="*/ 514350 h 701852"/>
              <a:gd name="csX9" fmla="*/ 542925 w 948705"/>
              <a:gd name="csY9" fmla="*/ 441325 h 701852"/>
              <a:gd name="csX10" fmla="*/ 603250 w 948705"/>
              <a:gd name="csY10" fmla="*/ 482600 h 701852"/>
              <a:gd name="csX11" fmla="*/ 622300 w 948705"/>
              <a:gd name="csY11" fmla="*/ 514350 h 701852"/>
              <a:gd name="csX12" fmla="*/ 704850 w 948705"/>
              <a:gd name="csY12" fmla="*/ 638175 h 701852"/>
              <a:gd name="csX13" fmla="*/ 815975 w 948705"/>
              <a:gd name="csY13" fmla="*/ 701675 h 701852"/>
              <a:gd name="csX14" fmla="*/ 923925 w 948705"/>
              <a:gd name="csY14" fmla="*/ 654050 h 701852"/>
              <a:gd name="csX15" fmla="*/ 946150 w 948705"/>
              <a:gd name="csY15" fmla="*/ 565150 h 701852"/>
              <a:gd name="csX16" fmla="*/ 936625 w 948705"/>
              <a:gd name="csY16" fmla="*/ 409575 h 701852"/>
              <a:gd name="csX17" fmla="*/ 860425 w 948705"/>
              <a:gd name="csY17" fmla="*/ 257175 h 701852"/>
              <a:gd name="csX18" fmla="*/ 755650 w 948705"/>
              <a:gd name="csY18" fmla="*/ 285750 h 701852"/>
              <a:gd name="csX19" fmla="*/ 758825 w 948705"/>
              <a:gd name="csY19" fmla="*/ 212725 h 701852"/>
              <a:gd name="csX20" fmla="*/ 708025 w 948705"/>
              <a:gd name="csY20" fmla="*/ 152400 h 701852"/>
              <a:gd name="csX21" fmla="*/ 654050 w 948705"/>
              <a:gd name="csY21" fmla="*/ 136525 h 701852"/>
              <a:gd name="csX22" fmla="*/ 444500 w 948705"/>
              <a:gd name="csY22" fmla="*/ 161925 h 701852"/>
              <a:gd name="csX23" fmla="*/ 415925 w 948705"/>
              <a:gd name="csY23" fmla="*/ 155575 h 701852"/>
              <a:gd name="csX24" fmla="*/ 457200 w 948705"/>
              <a:gd name="csY24" fmla="*/ 57150 h 701852"/>
              <a:gd name="csX25" fmla="*/ 450850 w 948705"/>
              <a:gd name="csY25" fmla="*/ 0 h 701852"/>
              <a:gd name="csX26" fmla="*/ 339725 w 948705"/>
              <a:gd name="csY26" fmla="*/ 22225 h 701852"/>
              <a:gd name="csX0" fmla="*/ 339725 w 948705"/>
              <a:gd name="csY0" fmla="*/ 22225 h 701852"/>
              <a:gd name="csX1" fmla="*/ 193675 w 948705"/>
              <a:gd name="csY1" fmla="*/ 168275 h 701852"/>
              <a:gd name="csX2" fmla="*/ 0 w 948705"/>
              <a:gd name="csY2" fmla="*/ 269875 h 701852"/>
              <a:gd name="csX3" fmla="*/ 47625 w 948705"/>
              <a:gd name="csY3" fmla="*/ 346075 h 701852"/>
              <a:gd name="csX4" fmla="*/ 53975 w 948705"/>
              <a:gd name="csY4" fmla="*/ 419100 h 701852"/>
              <a:gd name="csX5" fmla="*/ 269875 w 948705"/>
              <a:gd name="csY5" fmla="*/ 422275 h 701852"/>
              <a:gd name="csX6" fmla="*/ 307975 w 948705"/>
              <a:gd name="csY6" fmla="*/ 517525 h 701852"/>
              <a:gd name="csX7" fmla="*/ 387350 w 948705"/>
              <a:gd name="csY7" fmla="*/ 546100 h 701852"/>
              <a:gd name="csX8" fmla="*/ 469900 w 948705"/>
              <a:gd name="csY8" fmla="*/ 514350 h 701852"/>
              <a:gd name="csX9" fmla="*/ 542925 w 948705"/>
              <a:gd name="csY9" fmla="*/ 441325 h 701852"/>
              <a:gd name="csX10" fmla="*/ 603250 w 948705"/>
              <a:gd name="csY10" fmla="*/ 482600 h 701852"/>
              <a:gd name="csX11" fmla="*/ 622300 w 948705"/>
              <a:gd name="csY11" fmla="*/ 514350 h 701852"/>
              <a:gd name="csX12" fmla="*/ 704850 w 948705"/>
              <a:gd name="csY12" fmla="*/ 638175 h 701852"/>
              <a:gd name="csX13" fmla="*/ 815975 w 948705"/>
              <a:gd name="csY13" fmla="*/ 701675 h 701852"/>
              <a:gd name="csX14" fmla="*/ 923925 w 948705"/>
              <a:gd name="csY14" fmla="*/ 654050 h 701852"/>
              <a:gd name="csX15" fmla="*/ 946150 w 948705"/>
              <a:gd name="csY15" fmla="*/ 565150 h 701852"/>
              <a:gd name="csX16" fmla="*/ 936625 w 948705"/>
              <a:gd name="csY16" fmla="*/ 409575 h 701852"/>
              <a:gd name="csX17" fmla="*/ 860425 w 948705"/>
              <a:gd name="csY17" fmla="*/ 257175 h 701852"/>
              <a:gd name="csX18" fmla="*/ 755650 w 948705"/>
              <a:gd name="csY18" fmla="*/ 285750 h 701852"/>
              <a:gd name="csX19" fmla="*/ 758825 w 948705"/>
              <a:gd name="csY19" fmla="*/ 212725 h 701852"/>
              <a:gd name="csX20" fmla="*/ 708025 w 948705"/>
              <a:gd name="csY20" fmla="*/ 152400 h 701852"/>
              <a:gd name="csX21" fmla="*/ 654050 w 948705"/>
              <a:gd name="csY21" fmla="*/ 136525 h 701852"/>
              <a:gd name="csX22" fmla="*/ 444500 w 948705"/>
              <a:gd name="csY22" fmla="*/ 161925 h 701852"/>
              <a:gd name="csX23" fmla="*/ 415925 w 948705"/>
              <a:gd name="csY23" fmla="*/ 155575 h 701852"/>
              <a:gd name="csX24" fmla="*/ 457200 w 948705"/>
              <a:gd name="csY24" fmla="*/ 57150 h 701852"/>
              <a:gd name="csX25" fmla="*/ 450850 w 948705"/>
              <a:gd name="csY25" fmla="*/ 0 h 701852"/>
              <a:gd name="csX26" fmla="*/ 339725 w 948705"/>
              <a:gd name="csY26" fmla="*/ 22225 h 701852"/>
              <a:gd name="csX0" fmla="*/ 339725 w 948705"/>
              <a:gd name="csY0" fmla="*/ 22225 h 701852"/>
              <a:gd name="csX1" fmla="*/ 193675 w 948705"/>
              <a:gd name="csY1" fmla="*/ 168275 h 701852"/>
              <a:gd name="csX2" fmla="*/ 0 w 948705"/>
              <a:gd name="csY2" fmla="*/ 269875 h 701852"/>
              <a:gd name="csX3" fmla="*/ 47625 w 948705"/>
              <a:gd name="csY3" fmla="*/ 346075 h 701852"/>
              <a:gd name="csX4" fmla="*/ 53975 w 948705"/>
              <a:gd name="csY4" fmla="*/ 419100 h 701852"/>
              <a:gd name="csX5" fmla="*/ 269875 w 948705"/>
              <a:gd name="csY5" fmla="*/ 422275 h 701852"/>
              <a:gd name="csX6" fmla="*/ 307975 w 948705"/>
              <a:gd name="csY6" fmla="*/ 517525 h 701852"/>
              <a:gd name="csX7" fmla="*/ 387350 w 948705"/>
              <a:gd name="csY7" fmla="*/ 546100 h 701852"/>
              <a:gd name="csX8" fmla="*/ 469900 w 948705"/>
              <a:gd name="csY8" fmla="*/ 514350 h 701852"/>
              <a:gd name="csX9" fmla="*/ 542925 w 948705"/>
              <a:gd name="csY9" fmla="*/ 441325 h 701852"/>
              <a:gd name="csX10" fmla="*/ 603250 w 948705"/>
              <a:gd name="csY10" fmla="*/ 482600 h 701852"/>
              <a:gd name="csX11" fmla="*/ 622300 w 948705"/>
              <a:gd name="csY11" fmla="*/ 514350 h 701852"/>
              <a:gd name="csX12" fmla="*/ 704850 w 948705"/>
              <a:gd name="csY12" fmla="*/ 638175 h 701852"/>
              <a:gd name="csX13" fmla="*/ 815975 w 948705"/>
              <a:gd name="csY13" fmla="*/ 701675 h 701852"/>
              <a:gd name="csX14" fmla="*/ 923925 w 948705"/>
              <a:gd name="csY14" fmla="*/ 654050 h 701852"/>
              <a:gd name="csX15" fmla="*/ 946150 w 948705"/>
              <a:gd name="csY15" fmla="*/ 565150 h 701852"/>
              <a:gd name="csX16" fmla="*/ 936625 w 948705"/>
              <a:gd name="csY16" fmla="*/ 409575 h 701852"/>
              <a:gd name="csX17" fmla="*/ 860425 w 948705"/>
              <a:gd name="csY17" fmla="*/ 257175 h 701852"/>
              <a:gd name="csX18" fmla="*/ 765175 w 948705"/>
              <a:gd name="csY18" fmla="*/ 285750 h 701852"/>
              <a:gd name="csX19" fmla="*/ 758825 w 948705"/>
              <a:gd name="csY19" fmla="*/ 212725 h 701852"/>
              <a:gd name="csX20" fmla="*/ 708025 w 948705"/>
              <a:gd name="csY20" fmla="*/ 152400 h 701852"/>
              <a:gd name="csX21" fmla="*/ 654050 w 948705"/>
              <a:gd name="csY21" fmla="*/ 136525 h 701852"/>
              <a:gd name="csX22" fmla="*/ 444500 w 948705"/>
              <a:gd name="csY22" fmla="*/ 161925 h 701852"/>
              <a:gd name="csX23" fmla="*/ 415925 w 948705"/>
              <a:gd name="csY23" fmla="*/ 155575 h 701852"/>
              <a:gd name="csX24" fmla="*/ 457200 w 948705"/>
              <a:gd name="csY24" fmla="*/ 57150 h 701852"/>
              <a:gd name="csX25" fmla="*/ 450850 w 948705"/>
              <a:gd name="csY25" fmla="*/ 0 h 701852"/>
              <a:gd name="csX26" fmla="*/ 339725 w 948705"/>
              <a:gd name="csY26" fmla="*/ 22225 h 701852"/>
              <a:gd name="csX0" fmla="*/ 339725 w 948705"/>
              <a:gd name="csY0" fmla="*/ 22225 h 701852"/>
              <a:gd name="csX1" fmla="*/ 193675 w 948705"/>
              <a:gd name="csY1" fmla="*/ 168275 h 701852"/>
              <a:gd name="csX2" fmla="*/ 0 w 948705"/>
              <a:gd name="csY2" fmla="*/ 269875 h 701852"/>
              <a:gd name="csX3" fmla="*/ 47625 w 948705"/>
              <a:gd name="csY3" fmla="*/ 346075 h 701852"/>
              <a:gd name="csX4" fmla="*/ 53975 w 948705"/>
              <a:gd name="csY4" fmla="*/ 419100 h 701852"/>
              <a:gd name="csX5" fmla="*/ 269875 w 948705"/>
              <a:gd name="csY5" fmla="*/ 422275 h 701852"/>
              <a:gd name="csX6" fmla="*/ 307975 w 948705"/>
              <a:gd name="csY6" fmla="*/ 517525 h 701852"/>
              <a:gd name="csX7" fmla="*/ 387350 w 948705"/>
              <a:gd name="csY7" fmla="*/ 546100 h 701852"/>
              <a:gd name="csX8" fmla="*/ 469900 w 948705"/>
              <a:gd name="csY8" fmla="*/ 514350 h 701852"/>
              <a:gd name="csX9" fmla="*/ 542925 w 948705"/>
              <a:gd name="csY9" fmla="*/ 441325 h 701852"/>
              <a:gd name="csX10" fmla="*/ 603250 w 948705"/>
              <a:gd name="csY10" fmla="*/ 482600 h 701852"/>
              <a:gd name="csX11" fmla="*/ 622300 w 948705"/>
              <a:gd name="csY11" fmla="*/ 514350 h 701852"/>
              <a:gd name="csX12" fmla="*/ 704850 w 948705"/>
              <a:gd name="csY12" fmla="*/ 638175 h 701852"/>
              <a:gd name="csX13" fmla="*/ 815975 w 948705"/>
              <a:gd name="csY13" fmla="*/ 701675 h 701852"/>
              <a:gd name="csX14" fmla="*/ 923925 w 948705"/>
              <a:gd name="csY14" fmla="*/ 654050 h 701852"/>
              <a:gd name="csX15" fmla="*/ 946150 w 948705"/>
              <a:gd name="csY15" fmla="*/ 565150 h 701852"/>
              <a:gd name="csX16" fmla="*/ 936625 w 948705"/>
              <a:gd name="csY16" fmla="*/ 409575 h 701852"/>
              <a:gd name="csX17" fmla="*/ 860425 w 948705"/>
              <a:gd name="csY17" fmla="*/ 257175 h 701852"/>
              <a:gd name="csX18" fmla="*/ 765175 w 948705"/>
              <a:gd name="csY18" fmla="*/ 285750 h 701852"/>
              <a:gd name="csX19" fmla="*/ 762000 w 948705"/>
              <a:gd name="csY19" fmla="*/ 203200 h 701852"/>
              <a:gd name="csX20" fmla="*/ 708025 w 948705"/>
              <a:gd name="csY20" fmla="*/ 152400 h 701852"/>
              <a:gd name="csX21" fmla="*/ 654050 w 948705"/>
              <a:gd name="csY21" fmla="*/ 136525 h 701852"/>
              <a:gd name="csX22" fmla="*/ 444500 w 948705"/>
              <a:gd name="csY22" fmla="*/ 161925 h 701852"/>
              <a:gd name="csX23" fmla="*/ 415925 w 948705"/>
              <a:gd name="csY23" fmla="*/ 155575 h 701852"/>
              <a:gd name="csX24" fmla="*/ 457200 w 948705"/>
              <a:gd name="csY24" fmla="*/ 57150 h 701852"/>
              <a:gd name="csX25" fmla="*/ 450850 w 948705"/>
              <a:gd name="csY25" fmla="*/ 0 h 701852"/>
              <a:gd name="csX26" fmla="*/ 339725 w 948705"/>
              <a:gd name="csY26" fmla="*/ 22225 h 701852"/>
              <a:gd name="csX0" fmla="*/ 339725 w 948705"/>
              <a:gd name="csY0" fmla="*/ 22225 h 701852"/>
              <a:gd name="csX1" fmla="*/ 193675 w 948705"/>
              <a:gd name="csY1" fmla="*/ 168275 h 701852"/>
              <a:gd name="csX2" fmla="*/ 0 w 948705"/>
              <a:gd name="csY2" fmla="*/ 269875 h 701852"/>
              <a:gd name="csX3" fmla="*/ 47625 w 948705"/>
              <a:gd name="csY3" fmla="*/ 346075 h 701852"/>
              <a:gd name="csX4" fmla="*/ 53975 w 948705"/>
              <a:gd name="csY4" fmla="*/ 419100 h 701852"/>
              <a:gd name="csX5" fmla="*/ 269875 w 948705"/>
              <a:gd name="csY5" fmla="*/ 422275 h 701852"/>
              <a:gd name="csX6" fmla="*/ 307975 w 948705"/>
              <a:gd name="csY6" fmla="*/ 517525 h 701852"/>
              <a:gd name="csX7" fmla="*/ 387350 w 948705"/>
              <a:gd name="csY7" fmla="*/ 546100 h 701852"/>
              <a:gd name="csX8" fmla="*/ 469900 w 948705"/>
              <a:gd name="csY8" fmla="*/ 514350 h 701852"/>
              <a:gd name="csX9" fmla="*/ 542925 w 948705"/>
              <a:gd name="csY9" fmla="*/ 441325 h 701852"/>
              <a:gd name="csX10" fmla="*/ 603250 w 948705"/>
              <a:gd name="csY10" fmla="*/ 482600 h 701852"/>
              <a:gd name="csX11" fmla="*/ 622300 w 948705"/>
              <a:gd name="csY11" fmla="*/ 514350 h 701852"/>
              <a:gd name="csX12" fmla="*/ 704850 w 948705"/>
              <a:gd name="csY12" fmla="*/ 638175 h 701852"/>
              <a:gd name="csX13" fmla="*/ 815975 w 948705"/>
              <a:gd name="csY13" fmla="*/ 701675 h 701852"/>
              <a:gd name="csX14" fmla="*/ 923925 w 948705"/>
              <a:gd name="csY14" fmla="*/ 654050 h 701852"/>
              <a:gd name="csX15" fmla="*/ 946150 w 948705"/>
              <a:gd name="csY15" fmla="*/ 565150 h 701852"/>
              <a:gd name="csX16" fmla="*/ 936625 w 948705"/>
              <a:gd name="csY16" fmla="*/ 409575 h 701852"/>
              <a:gd name="csX17" fmla="*/ 860425 w 948705"/>
              <a:gd name="csY17" fmla="*/ 257175 h 701852"/>
              <a:gd name="csX18" fmla="*/ 765175 w 948705"/>
              <a:gd name="csY18" fmla="*/ 285750 h 701852"/>
              <a:gd name="csX19" fmla="*/ 762000 w 948705"/>
              <a:gd name="csY19" fmla="*/ 203200 h 701852"/>
              <a:gd name="csX20" fmla="*/ 717550 w 948705"/>
              <a:gd name="csY20" fmla="*/ 133350 h 701852"/>
              <a:gd name="csX21" fmla="*/ 654050 w 948705"/>
              <a:gd name="csY21" fmla="*/ 136525 h 701852"/>
              <a:gd name="csX22" fmla="*/ 444500 w 948705"/>
              <a:gd name="csY22" fmla="*/ 161925 h 701852"/>
              <a:gd name="csX23" fmla="*/ 415925 w 948705"/>
              <a:gd name="csY23" fmla="*/ 155575 h 701852"/>
              <a:gd name="csX24" fmla="*/ 457200 w 948705"/>
              <a:gd name="csY24" fmla="*/ 57150 h 701852"/>
              <a:gd name="csX25" fmla="*/ 450850 w 948705"/>
              <a:gd name="csY25" fmla="*/ 0 h 701852"/>
              <a:gd name="csX26" fmla="*/ 339725 w 948705"/>
              <a:gd name="csY26" fmla="*/ 22225 h 701852"/>
              <a:gd name="csX0" fmla="*/ 339725 w 948705"/>
              <a:gd name="csY0" fmla="*/ 22225 h 701852"/>
              <a:gd name="csX1" fmla="*/ 193675 w 948705"/>
              <a:gd name="csY1" fmla="*/ 168275 h 701852"/>
              <a:gd name="csX2" fmla="*/ 0 w 948705"/>
              <a:gd name="csY2" fmla="*/ 269875 h 701852"/>
              <a:gd name="csX3" fmla="*/ 47625 w 948705"/>
              <a:gd name="csY3" fmla="*/ 346075 h 701852"/>
              <a:gd name="csX4" fmla="*/ 53975 w 948705"/>
              <a:gd name="csY4" fmla="*/ 419100 h 701852"/>
              <a:gd name="csX5" fmla="*/ 269875 w 948705"/>
              <a:gd name="csY5" fmla="*/ 422275 h 701852"/>
              <a:gd name="csX6" fmla="*/ 307975 w 948705"/>
              <a:gd name="csY6" fmla="*/ 517525 h 701852"/>
              <a:gd name="csX7" fmla="*/ 387350 w 948705"/>
              <a:gd name="csY7" fmla="*/ 546100 h 701852"/>
              <a:gd name="csX8" fmla="*/ 469900 w 948705"/>
              <a:gd name="csY8" fmla="*/ 514350 h 701852"/>
              <a:gd name="csX9" fmla="*/ 542925 w 948705"/>
              <a:gd name="csY9" fmla="*/ 441325 h 701852"/>
              <a:gd name="csX10" fmla="*/ 603250 w 948705"/>
              <a:gd name="csY10" fmla="*/ 482600 h 701852"/>
              <a:gd name="csX11" fmla="*/ 622300 w 948705"/>
              <a:gd name="csY11" fmla="*/ 514350 h 701852"/>
              <a:gd name="csX12" fmla="*/ 704850 w 948705"/>
              <a:gd name="csY12" fmla="*/ 638175 h 701852"/>
              <a:gd name="csX13" fmla="*/ 815975 w 948705"/>
              <a:gd name="csY13" fmla="*/ 701675 h 701852"/>
              <a:gd name="csX14" fmla="*/ 923925 w 948705"/>
              <a:gd name="csY14" fmla="*/ 654050 h 701852"/>
              <a:gd name="csX15" fmla="*/ 946150 w 948705"/>
              <a:gd name="csY15" fmla="*/ 565150 h 701852"/>
              <a:gd name="csX16" fmla="*/ 936625 w 948705"/>
              <a:gd name="csY16" fmla="*/ 409575 h 701852"/>
              <a:gd name="csX17" fmla="*/ 860425 w 948705"/>
              <a:gd name="csY17" fmla="*/ 257175 h 701852"/>
              <a:gd name="csX18" fmla="*/ 765175 w 948705"/>
              <a:gd name="csY18" fmla="*/ 285750 h 701852"/>
              <a:gd name="csX19" fmla="*/ 762000 w 948705"/>
              <a:gd name="csY19" fmla="*/ 203200 h 701852"/>
              <a:gd name="csX20" fmla="*/ 717550 w 948705"/>
              <a:gd name="csY20" fmla="*/ 133350 h 701852"/>
              <a:gd name="csX21" fmla="*/ 654050 w 948705"/>
              <a:gd name="csY21" fmla="*/ 136525 h 701852"/>
              <a:gd name="csX22" fmla="*/ 444500 w 948705"/>
              <a:gd name="csY22" fmla="*/ 161925 h 701852"/>
              <a:gd name="csX23" fmla="*/ 415925 w 948705"/>
              <a:gd name="csY23" fmla="*/ 155575 h 701852"/>
              <a:gd name="csX24" fmla="*/ 457200 w 948705"/>
              <a:gd name="csY24" fmla="*/ 57150 h 701852"/>
              <a:gd name="csX25" fmla="*/ 450850 w 948705"/>
              <a:gd name="csY25" fmla="*/ 0 h 701852"/>
              <a:gd name="csX26" fmla="*/ 339725 w 948705"/>
              <a:gd name="csY26" fmla="*/ 22225 h 701852"/>
              <a:gd name="csX0" fmla="*/ 339725 w 948705"/>
              <a:gd name="csY0" fmla="*/ 22225 h 701852"/>
              <a:gd name="csX1" fmla="*/ 193675 w 948705"/>
              <a:gd name="csY1" fmla="*/ 168275 h 701852"/>
              <a:gd name="csX2" fmla="*/ 0 w 948705"/>
              <a:gd name="csY2" fmla="*/ 269875 h 701852"/>
              <a:gd name="csX3" fmla="*/ 47625 w 948705"/>
              <a:gd name="csY3" fmla="*/ 346075 h 701852"/>
              <a:gd name="csX4" fmla="*/ 53975 w 948705"/>
              <a:gd name="csY4" fmla="*/ 419100 h 701852"/>
              <a:gd name="csX5" fmla="*/ 269875 w 948705"/>
              <a:gd name="csY5" fmla="*/ 422275 h 701852"/>
              <a:gd name="csX6" fmla="*/ 307975 w 948705"/>
              <a:gd name="csY6" fmla="*/ 517525 h 701852"/>
              <a:gd name="csX7" fmla="*/ 387350 w 948705"/>
              <a:gd name="csY7" fmla="*/ 546100 h 701852"/>
              <a:gd name="csX8" fmla="*/ 469900 w 948705"/>
              <a:gd name="csY8" fmla="*/ 514350 h 701852"/>
              <a:gd name="csX9" fmla="*/ 542925 w 948705"/>
              <a:gd name="csY9" fmla="*/ 441325 h 701852"/>
              <a:gd name="csX10" fmla="*/ 603250 w 948705"/>
              <a:gd name="csY10" fmla="*/ 482600 h 701852"/>
              <a:gd name="csX11" fmla="*/ 622300 w 948705"/>
              <a:gd name="csY11" fmla="*/ 514350 h 701852"/>
              <a:gd name="csX12" fmla="*/ 704850 w 948705"/>
              <a:gd name="csY12" fmla="*/ 638175 h 701852"/>
              <a:gd name="csX13" fmla="*/ 815975 w 948705"/>
              <a:gd name="csY13" fmla="*/ 701675 h 701852"/>
              <a:gd name="csX14" fmla="*/ 923925 w 948705"/>
              <a:gd name="csY14" fmla="*/ 654050 h 701852"/>
              <a:gd name="csX15" fmla="*/ 946150 w 948705"/>
              <a:gd name="csY15" fmla="*/ 565150 h 701852"/>
              <a:gd name="csX16" fmla="*/ 936625 w 948705"/>
              <a:gd name="csY16" fmla="*/ 409575 h 701852"/>
              <a:gd name="csX17" fmla="*/ 860425 w 948705"/>
              <a:gd name="csY17" fmla="*/ 257175 h 701852"/>
              <a:gd name="csX18" fmla="*/ 765175 w 948705"/>
              <a:gd name="csY18" fmla="*/ 285750 h 701852"/>
              <a:gd name="csX19" fmla="*/ 762000 w 948705"/>
              <a:gd name="csY19" fmla="*/ 203200 h 701852"/>
              <a:gd name="csX20" fmla="*/ 717550 w 948705"/>
              <a:gd name="csY20" fmla="*/ 133350 h 701852"/>
              <a:gd name="csX21" fmla="*/ 654050 w 948705"/>
              <a:gd name="csY21" fmla="*/ 136525 h 701852"/>
              <a:gd name="csX22" fmla="*/ 444500 w 948705"/>
              <a:gd name="csY22" fmla="*/ 161925 h 701852"/>
              <a:gd name="csX23" fmla="*/ 415925 w 948705"/>
              <a:gd name="csY23" fmla="*/ 155575 h 701852"/>
              <a:gd name="csX24" fmla="*/ 457200 w 948705"/>
              <a:gd name="csY24" fmla="*/ 57150 h 701852"/>
              <a:gd name="csX25" fmla="*/ 450850 w 948705"/>
              <a:gd name="csY25" fmla="*/ 0 h 701852"/>
              <a:gd name="csX26" fmla="*/ 339725 w 948705"/>
              <a:gd name="csY26" fmla="*/ 22225 h 701852"/>
              <a:gd name="csX0" fmla="*/ 339725 w 948705"/>
              <a:gd name="csY0" fmla="*/ 22225 h 701852"/>
              <a:gd name="csX1" fmla="*/ 193675 w 948705"/>
              <a:gd name="csY1" fmla="*/ 168275 h 701852"/>
              <a:gd name="csX2" fmla="*/ 0 w 948705"/>
              <a:gd name="csY2" fmla="*/ 269875 h 701852"/>
              <a:gd name="csX3" fmla="*/ 47625 w 948705"/>
              <a:gd name="csY3" fmla="*/ 346075 h 701852"/>
              <a:gd name="csX4" fmla="*/ 53975 w 948705"/>
              <a:gd name="csY4" fmla="*/ 419100 h 701852"/>
              <a:gd name="csX5" fmla="*/ 269875 w 948705"/>
              <a:gd name="csY5" fmla="*/ 422275 h 701852"/>
              <a:gd name="csX6" fmla="*/ 307975 w 948705"/>
              <a:gd name="csY6" fmla="*/ 517525 h 701852"/>
              <a:gd name="csX7" fmla="*/ 387350 w 948705"/>
              <a:gd name="csY7" fmla="*/ 546100 h 701852"/>
              <a:gd name="csX8" fmla="*/ 469900 w 948705"/>
              <a:gd name="csY8" fmla="*/ 514350 h 701852"/>
              <a:gd name="csX9" fmla="*/ 542925 w 948705"/>
              <a:gd name="csY9" fmla="*/ 441325 h 701852"/>
              <a:gd name="csX10" fmla="*/ 603250 w 948705"/>
              <a:gd name="csY10" fmla="*/ 482600 h 701852"/>
              <a:gd name="csX11" fmla="*/ 622300 w 948705"/>
              <a:gd name="csY11" fmla="*/ 514350 h 701852"/>
              <a:gd name="csX12" fmla="*/ 704850 w 948705"/>
              <a:gd name="csY12" fmla="*/ 638175 h 701852"/>
              <a:gd name="csX13" fmla="*/ 815975 w 948705"/>
              <a:gd name="csY13" fmla="*/ 701675 h 701852"/>
              <a:gd name="csX14" fmla="*/ 923925 w 948705"/>
              <a:gd name="csY14" fmla="*/ 654050 h 701852"/>
              <a:gd name="csX15" fmla="*/ 946150 w 948705"/>
              <a:gd name="csY15" fmla="*/ 565150 h 701852"/>
              <a:gd name="csX16" fmla="*/ 936625 w 948705"/>
              <a:gd name="csY16" fmla="*/ 409575 h 701852"/>
              <a:gd name="csX17" fmla="*/ 860425 w 948705"/>
              <a:gd name="csY17" fmla="*/ 257175 h 701852"/>
              <a:gd name="csX18" fmla="*/ 765175 w 948705"/>
              <a:gd name="csY18" fmla="*/ 285750 h 701852"/>
              <a:gd name="csX19" fmla="*/ 762000 w 948705"/>
              <a:gd name="csY19" fmla="*/ 203200 h 701852"/>
              <a:gd name="csX20" fmla="*/ 717550 w 948705"/>
              <a:gd name="csY20" fmla="*/ 133350 h 701852"/>
              <a:gd name="csX21" fmla="*/ 654050 w 948705"/>
              <a:gd name="csY21" fmla="*/ 136525 h 701852"/>
              <a:gd name="csX22" fmla="*/ 444500 w 948705"/>
              <a:gd name="csY22" fmla="*/ 161925 h 701852"/>
              <a:gd name="csX23" fmla="*/ 415925 w 948705"/>
              <a:gd name="csY23" fmla="*/ 155575 h 701852"/>
              <a:gd name="csX24" fmla="*/ 457200 w 948705"/>
              <a:gd name="csY24" fmla="*/ 57150 h 701852"/>
              <a:gd name="csX25" fmla="*/ 450850 w 948705"/>
              <a:gd name="csY25" fmla="*/ 0 h 701852"/>
              <a:gd name="csX26" fmla="*/ 339725 w 948705"/>
              <a:gd name="csY26" fmla="*/ 22225 h 701852"/>
              <a:gd name="csX0" fmla="*/ 330200 w 939180"/>
              <a:gd name="csY0" fmla="*/ 22225 h 701852"/>
              <a:gd name="csX1" fmla="*/ 184150 w 939180"/>
              <a:gd name="csY1" fmla="*/ 168275 h 701852"/>
              <a:gd name="csX2" fmla="*/ 0 w 939180"/>
              <a:gd name="csY2" fmla="*/ 269875 h 701852"/>
              <a:gd name="csX3" fmla="*/ 38100 w 939180"/>
              <a:gd name="csY3" fmla="*/ 346075 h 701852"/>
              <a:gd name="csX4" fmla="*/ 44450 w 939180"/>
              <a:gd name="csY4" fmla="*/ 419100 h 701852"/>
              <a:gd name="csX5" fmla="*/ 260350 w 939180"/>
              <a:gd name="csY5" fmla="*/ 422275 h 701852"/>
              <a:gd name="csX6" fmla="*/ 298450 w 939180"/>
              <a:gd name="csY6" fmla="*/ 517525 h 701852"/>
              <a:gd name="csX7" fmla="*/ 377825 w 939180"/>
              <a:gd name="csY7" fmla="*/ 546100 h 701852"/>
              <a:gd name="csX8" fmla="*/ 460375 w 939180"/>
              <a:gd name="csY8" fmla="*/ 514350 h 701852"/>
              <a:gd name="csX9" fmla="*/ 533400 w 939180"/>
              <a:gd name="csY9" fmla="*/ 441325 h 701852"/>
              <a:gd name="csX10" fmla="*/ 593725 w 939180"/>
              <a:gd name="csY10" fmla="*/ 482600 h 701852"/>
              <a:gd name="csX11" fmla="*/ 612775 w 939180"/>
              <a:gd name="csY11" fmla="*/ 514350 h 701852"/>
              <a:gd name="csX12" fmla="*/ 695325 w 939180"/>
              <a:gd name="csY12" fmla="*/ 638175 h 701852"/>
              <a:gd name="csX13" fmla="*/ 806450 w 939180"/>
              <a:gd name="csY13" fmla="*/ 701675 h 701852"/>
              <a:gd name="csX14" fmla="*/ 914400 w 939180"/>
              <a:gd name="csY14" fmla="*/ 654050 h 701852"/>
              <a:gd name="csX15" fmla="*/ 936625 w 939180"/>
              <a:gd name="csY15" fmla="*/ 565150 h 701852"/>
              <a:gd name="csX16" fmla="*/ 927100 w 939180"/>
              <a:gd name="csY16" fmla="*/ 409575 h 701852"/>
              <a:gd name="csX17" fmla="*/ 850900 w 939180"/>
              <a:gd name="csY17" fmla="*/ 257175 h 701852"/>
              <a:gd name="csX18" fmla="*/ 755650 w 939180"/>
              <a:gd name="csY18" fmla="*/ 285750 h 701852"/>
              <a:gd name="csX19" fmla="*/ 752475 w 939180"/>
              <a:gd name="csY19" fmla="*/ 203200 h 701852"/>
              <a:gd name="csX20" fmla="*/ 708025 w 939180"/>
              <a:gd name="csY20" fmla="*/ 133350 h 701852"/>
              <a:gd name="csX21" fmla="*/ 644525 w 939180"/>
              <a:gd name="csY21" fmla="*/ 136525 h 701852"/>
              <a:gd name="csX22" fmla="*/ 434975 w 939180"/>
              <a:gd name="csY22" fmla="*/ 161925 h 701852"/>
              <a:gd name="csX23" fmla="*/ 406400 w 939180"/>
              <a:gd name="csY23" fmla="*/ 155575 h 701852"/>
              <a:gd name="csX24" fmla="*/ 447675 w 939180"/>
              <a:gd name="csY24" fmla="*/ 57150 h 701852"/>
              <a:gd name="csX25" fmla="*/ 441325 w 939180"/>
              <a:gd name="csY25" fmla="*/ 0 h 701852"/>
              <a:gd name="csX26" fmla="*/ 330200 w 939180"/>
              <a:gd name="csY26" fmla="*/ 22225 h 701852"/>
              <a:gd name="csX0" fmla="*/ 330200 w 939180"/>
              <a:gd name="csY0" fmla="*/ 22225 h 701852"/>
              <a:gd name="csX1" fmla="*/ 184150 w 939180"/>
              <a:gd name="csY1" fmla="*/ 168275 h 701852"/>
              <a:gd name="csX2" fmla="*/ 0 w 939180"/>
              <a:gd name="csY2" fmla="*/ 269875 h 701852"/>
              <a:gd name="csX3" fmla="*/ 38100 w 939180"/>
              <a:gd name="csY3" fmla="*/ 346075 h 701852"/>
              <a:gd name="csX4" fmla="*/ 44450 w 939180"/>
              <a:gd name="csY4" fmla="*/ 419100 h 701852"/>
              <a:gd name="csX5" fmla="*/ 260350 w 939180"/>
              <a:gd name="csY5" fmla="*/ 422275 h 701852"/>
              <a:gd name="csX6" fmla="*/ 298450 w 939180"/>
              <a:gd name="csY6" fmla="*/ 504825 h 701852"/>
              <a:gd name="csX7" fmla="*/ 377825 w 939180"/>
              <a:gd name="csY7" fmla="*/ 546100 h 701852"/>
              <a:gd name="csX8" fmla="*/ 460375 w 939180"/>
              <a:gd name="csY8" fmla="*/ 514350 h 701852"/>
              <a:gd name="csX9" fmla="*/ 533400 w 939180"/>
              <a:gd name="csY9" fmla="*/ 441325 h 701852"/>
              <a:gd name="csX10" fmla="*/ 593725 w 939180"/>
              <a:gd name="csY10" fmla="*/ 482600 h 701852"/>
              <a:gd name="csX11" fmla="*/ 612775 w 939180"/>
              <a:gd name="csY11" fmla="*/ 514350 h 701852"/>
              <a:gd name="csX12" fmla="*/ 695325 w 939180"/>
              <a:gd name="csY12" fmla="*/ 638175 h 701852"/>
              <a:gd name="csX13" fmla="*/ 806450 w 939180"/>
              <a:gd name="csY13" fmla="*/ 701675 h 701852"/>
              <a:gd name="csX14" fmla="*/ 914400 w 939180"/>
              <a:gd name="csY14" fmla="*/ 654050 h 701852"/>
              <a:gd name="csX15" fmla="*/ 936625 w 939180"/>
              <a:gd name="csY15" fmla="*/ 565150 h 701852"/>
              <a:gd name="csX16" fmla="*/ 927100 w 939180"/>
              <a:gd name="csY16" fmla="*/ 409575 h 701852"/>
              <a:gd name="csX17" fmla="*/ 850900 w 939180"/>
              <a:gd name="csY17" fmla="*/ 257175 h 701852"/>
              <a:gd name="csX18" fmla="*/ 755650 w 939180"/>
              <a:gd name="csY18" fmla="*/ 285750 h 701852"/>
              <a:gd name="csX19" fmla="*/ 752475 w 939180"/>
              <a:gd name="csY19" fmla="*/ 203200 h 701852"/>
              <a:gd name="csX20" fmla="*/ 708025 w 939180"/>
              <a:gd name="csY20" fmla="*/ 133350 h 701852"/>
              <a:gd name="csX21" fmla="*/ 644525 w 939180"/>
              <a:gd name="csY21" fmla="*/ 136525 h 701852"/>
              <a:gd name="csX22" fmla="*/ 434975 w 939180"/>
              <a:gd name="csY22" fmla="*/ 161925 h 701852"/>
              <a:gd name="csX23" fmla="*/ 406400 w 939180"/>
              <a:gd name="csY23" fmla="*/ 155575 h 701852"/>
              <a:gd name="csX24" fmla="*/ 447675 w 939180"/>
              <a:gd name="csY24" fmla="*/ 57150 h 701852"/>
              <a:gd name="csX25" fmla="*/ 441325 w 939180"/>
              <a:gd name="csY25" fmla="*/ 0 h 701852"/>
              <a:gd name="csX26" fmla="*/ 330200 w 939180"/>
              <a:gd name="csY26" fmla="*/ 22225 h 701852"/>
              <a:gd name="csX0" fmla="*/ 330200 w 939180"/>
              <a:gd name="csY0" fmla="*/ 22225 h 701852"/>
              <a:gd name="csX1" fmla="*/ 184150 w 939180"/>
              <a:gd name="csY1" fmla="*/ 168275 h 701852"/>
              <a:gd name="csX2" fmla="*/ 0 w 939180"/>
              <a:gd name="csY2" fmla="*/ 269875 h 701852"/>
              <a:gd name="csX3" fmla="*/ 38100 w 939180"/>
              <a:gd name="csY3" fmla="*/ 346075 h 701852"/>
              <a:gd name="csX4" fmla="*/ 44450 w 939180"/>
              <a:gd name="csY4" fmla="*/ 419100 h 701852"/>
              <a:gd name="csX5" fmla="*/ 260350 w 939180"/>
              <a:gd name="csY5" fmla="*/ 422275 h 701852"/>
              <a:gd name="csX6" fmla="*/ 298450 w 939180"/>
              <a:gd name="csY6" fmla="*/ 504825 h 701852"/>
              <a:gd name="csX7" fmla="*/ 377825 w 939180"/>
              <a:gd name="csY7" fmla="*/ 536575 h 701852"/>
              <a:gd name="csX8" fmla="*/ 460375 w 939180"/>
              <a:gd name="csY8" fmla="*/ 514350 h 701852"/>
              <a:gd name="csX9" fmla="*/ 533400 w 939180"/>
              <a:gd name="csY9" fmla="*/ 441325 h 701852"/>
              <a:gd name="csX10" fmla="*/ 593725 w 939180"/>
              <a:gd name="csY10" fmla="*/ 482600 h 701852"/>
              <a:gd name="csX11" fmla="*/ 612775 w 939180"/>
              <a:gd name="csY11" fmla="*/ 514350 h 701852"/>
              <a:gd name="csX12" fmla="*/ 695325 w 939180"/>
              <a:gd name="csY12" fmla="*/ 638175 h 701852"/>
              <a:gd name="csX13" fmla="*/ 806450 w 939180"/>
              <a:gd name="csY13" fmla="*/ 701675 h 701852"/>
              <a:gd name="csX14" fmla="*/ 914400 w 939180"/>
              <a:gd name="csY14" fmla="*/ 654050 h 701852"/>
              <a:gd name="csX15" fmla="*/ 936625 w 939180"/>
              <a:gd name="csY15" fmla="*/ 565150 h 701852"/>
              <a:gd name="csX16" fmla="*/ 927100 w 939180"/>
              <a:gd name="csY16" fmla="*/ 409575 h 701852"/>
              <a:gd name="csX17" fmla="*/ 850900 w 939180"/>
              <a:gd name="csY17" fmla="*/ 257175 h 701852"/>
              <a:gd name="csX18" fmla="*/ 755650 w 939180"/>
              <a:gd name="csY18" fmla="*/ 285750 h 701852"/>
              <a:gd name="csX19" fmla="*/ 752475 w 939180"/>
              <a:gd name="csY19" fmla="*/ 203200 h 701852"/>
              <a:gd name="csX20" fmla="*/ 708025 w 939180"/>
              <a:gd name="csY20" fmla="*/ 133350 h 701852"/>
              <a:gd name="csX21" fmla="*/ 644525 w 939180"/>
              <a:gd name="csY21" fmla="*/ 136525 h 701852"/>
              <a:gd name="csX22" fmla="*/ 434975 w 939180"/>
              <a:gd name="csY22" fmla="*/ 161925 h 701852"/>
              <a:gd name="csX23" fmla="*/ 406400 w 939180"/>
              <a:gd name="csY23" fmla="*/ 155575 h 701852"/>
              <a:gd name="csX24" fmla="*/ 447675 w 939180"/>
              <a:gd name="csY24" fmla="*/ 57150 h 701852"/>
              <a:gd name="csX25" fmla="*/ 441325 w 939180"/>
              <a:gd name="csY25" fmla="*/ 0 h 701852"/>
              <a:gd name="csX26" fmla="*/ 330200 w 939180"/>
              <a:gd name="csY26" fmla="*/ 22225 h 701852"/>
              <a:gd name="csX0" fmla="*/ 330200 w 939180"/>
              <a:gd name="csY0" fmla="*/ 22225 h 701852"/>
              <a:gd name="csX1" fmla="*/ 184150 w 939180"/>
              <a:gd name="csY1" fmla="*/ 168275 h 701852"/>
              <a:gd name="csX2" fmla="*/ 0 w 939180"/>
              <a:gd name="csY2" fmla="*/ 269875 h 701852"/>
              <a:gd name="csX3" fmla="*/ 38100 w 939180"/>
              <a:gd name="csY3" fmla="*/ 346075 h 701852"/>
              <a:gd name="csX4" fmla="*/ 50800 w 939180"/>
              <a:gd name="csY4" fmla="*/ 434975 h 701852"/>
              <a:gd name="csX5" fmla="*/ 260350 w 939180"/>
              <a:gd name="csY5" fmla="*/ 422275 h 701852"/>
              <a:gd name="csX6" fmla="*/ 298450 w 939180"/>
              <a:gd name="csY6" fmla="*/ 504825 h 701852"/>
              <a:gd name="csX7" fmla="*/ 377825 w 939180"/>
              <a:gd name="csY7" fmla="*/ 536575 h 701852"/>
              <a:gd name="csX8" fmla="*/ 460375 w 939180"/>
              <a:gd name="csY8" fmla="*/ 514350 h 701852"/>
              <a:gd name="csX9" fmla="*/ 533400 w 939180"/>
              <a:gd name="csY9" fmla="*/ 441325 h 701852"/>
              <a:gd name="csX10" fmla="*/ 593725 w 939180"/>
              <a:gd name="csY10" fmla="*/ 482600 h 701852"/>
              <a:gd name="csX11" fmla="*/ 612775 w 939180"/>
              <a:gd name="csY11" fmla="*/ 514350 h 701852"/>
              <a:gd name="csX12" fmla="*/ 695325 w 939180"/>
              <a:gd name="csY12" fmla="*/ 638175 h 701852"/>
              <a:gd name="csX13" fmla="*/ 806450 w 939180"/>
              <a:gd name="csY13" fmla="*/ 701675 h 701852"/>
              <a:gd name="csX14" fmla="*/ 914400 w 939180"/>
              <a:gd name="csY14" fmla="*/ 654050 h 701852"/>
              <a:gd name="csX15" fmla="*/ 936625 w 939180"/>
              <a:gd name="csY15" fmla="*/ 565150 h 701852"/>
              <a:gd name="csX16" fmla="*/ 927100 w 939180"/>
              <a:gd name="csY16" fmla="*/ 409575 h 701852"/>
              <a:gd name="csX17" fmla="*/ 850900 w 939180"/>
              <a:gd name="csY17" fmla="*/ 257175 h 701852"/>
              <a:gd name="csX18" fmla="*/ 755650 w 939180"/>
              <a:gd name="csY18" fmla="*/ 285750 h 701852"/>
              <a:gd name="csX19" fmla="*/ 752475 w 939180"/>
              <a:gd name="csY19" fmla="*/ 203200 h 701852"/>
              <a:gd name="csX20" fmla="*/ 708025 w 939180"/>
              <a:gd name="csY20" fmla="*/ 133350 h 701852"/>
              <a:gd name="csX21" fmla="*/ 644525 w 939180"/>
              <a:gd name="csY21" fmla="*/ 136525 h 701852"/>
              <a:gd name="csX22" fmla="*/ 434975 w 939180"/>
              <a:gd name="csY22" fmla="*/ 161925 h 701852"/>
              <a:gd name="csX23" fmla="*/ 406400 w 939180"/>
              <a:gd name="csY23" fmla="*/ 155575 h 701852"/>
              <a:gd name="csX24" fmla="*/ 447675 w 939180"/>
              <a:gd name="csY24" fmla="*/ 57150 h 701852"/>
              <a:gd name="csX25" fmla="*/ 441325 w 939180"/>
              <a:gd name="csY25" fmla="*/ 0 h 701852"/>
              <a:gd name="csX26" fmla="*/ 330200 w 939180"/>
              <a:gd name="csY26" fmla="*/ 22225 h 701852"/>
              <a:gd name="csX0" fmla="*/ 330200 w 939180"/>
              <a:gd name="csY0" fmla="*/ 22225 h 701852"/>
              <a:gd name="csX1" fmla="*/ 184150 w 939180"/>
              <a:gd name="csY1" fmla="*/ 168275 h 701852"/>
              <a:gd name="csX2" fmla="*/ 0 w 939180"/>
              <a:gd name="csY2" fmla="*/ 269875 h 701852"/>
              <a:gd name="csX3" fmla="*/ 38100 w 939180"/>
              <a:gd name="csY3" fmla="*/ 346075 h 701852"/>
              <a:gd name="csX4" fmla="*/ 50800 w 939180"/>
              <a:gd name="csY4" fmla="*/ 434975 h 701852"/>
              <a:gd name="csX5" fmla="*/ 257175 w 939180"/>
              <a:gd name="csY5" fmla="*/ 409575 h 701852"/>
              <a:gd name="csX6" fmla="*/ 298450 w 939180"/>
              <a:gd name="csY6" fmla="*/ 504825 h 701852"/>
              <a:gd name="csX7" fmla="*/ 377825 w 939180"/>
              <a:gd name="csY7" fmla="*/ 536575 h 701852"/>
              <a:gd name="csX8" fmla="*/ 460375 w 939180"/>
              <a:gd name="csY8" fmla="*/ 514350 h 701852"/>
              <a:gd name="csX9" fmla="*/ 533400 w 939180"/>
              <a:gd name="csY9" fmla="*/ 441325 h 701852"/>
              <a:gd name="csX10" fmla="*/ 593725 w 939180"/>
              <a:gd name="csY10" fmla="*/ 482600 h 701852"/>
              <a:gd name="csX11" fmla="*/ 612775 w 939180"/>
              <a:gd name="csY11" fmla="*/ 514350 h 701852"/>
              <a:gd name="csX12" fmla="*/ 695325 w 939180"/>
              <a:gd name="csY12" fmla="*/ 638175 h 701852"/>
              <a:gd name="csX13" fmla="*/ 806450 w 939180"/>
              <a:gd name="csY13" fmla="*/ 701675 h 701852"/>
              <a:gd name="csX14" fmla="*/ 914400 w 939180"/>
              <a:gd name="csY14" fmla="*/ 654050 h 701852"/>
              <a:gd name="csX15" fmla="*/ 936625 w 939180"/>
              <a:gd name="csY15" fmla="*/ 565150 h 701852"/>
              <a:gd name="csX16" fmla="*/ 927100 w 939180"/>
              <a:gd name="csY16" fmla="*/ 409575 h 701852"/>
              <a:gd name="csX17" fmla="*/ 850900 w 939180"/>
              <a:gd name="csY17" fmla="*/ 257175 h 701852"/>
              <a:gd name="csX18" fmla="*/ 755650 w 939180"/>
              <a:gd name="csY18" fmla="*/ 285750 h 701852"/>
              <a:gd name="csX19" fmla="*/ 752475 w 939180"/>
              <a:gd name="csY19" fmla="*/ 203200 h 701852"/>
              <a:gd name="csX20" fmla="*/ 708025 w 939180"/>
              <a:gd name="csY20" fmla="*/ 133350 h 701852"/>
              <a:gd name="csX21" fmla="*/ 644525 w 939180"/>
              <a:gd name="csY21" fmla="*/ 136525 h 701852"/>
              <a:gd name="csX22" fmla="*/ 434975 w 939180"/>
              <a:gd name="csY22" fmla="*/ 161925 h 701852"/>
              <a:gd name="csX23" fmla="*/ 406400 w 939180"/>
              <a:gd name="csY23" fmla="*/ 155575 h 701852"/>
              <a:gd name="csX24" fmla="*/ 447675 w 939180"/>
              <a:gd name="csY24" fmla="*/ 57150 h 701852"/>
              <a:gd name="csX25" fmla="*/ 441325 w 939180"/>
              <a:gd name="csY25" fmla="*/ 0 h 701852"/>
              <a:gd name="csX26" fmla="*/ 330200 w 939180"/>
              <a:gd name="csY26" fmla="*/ 22225 h 7018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939180" h="701852">
                <a:moveTo>
                  <a:pt x="330200" y="22225"/>
                </a:moveTo>
                <a:cubicBezTo>
                  <a:pt x="293158" y="29633"/>
                  <a:pt x="239183" y="127000"/>
                  <a:pt x="184150" y="168275"/>
                </a:cubicBezTo>
                <a:cubicBezTo>
                  <a:pt x="129117" y="209550"/>
                  <a:pt x="61383" y="236008"/>
                  <a:pt x="0" y="269875"/>
                </a:cubicBezTo>
                <a:lnTo>
                  <a:pt x="38100" y="346075"/>
                </a:lnTo>
                <a:lnTo>
                  <a:pt x="50800" y="434975"/>
                </a:lnTo>
                <a:lnTo>
                  <a:pt x="257175" y="409575"/>
                </a:lnTo>
                <a:lnTo>
                  <a:pt x="298450" y="504825"/>
                </a:lnTo>
                <a:cubicBezTo>
                  <a:pt x="318029" y="525462"/>
                  <a:pt x="350838" y="534988"/>
                  <a:pt x="377825" y="536575"/>
                </a:cubicBezTo>
                <a:cubicBezTo>
                  <a:pt x="404812" y="538162"/>
                  <a:pt x="434446" y="530225"/>
                  <a:pt x="460375" y="514350"/>
                </a:cubicBezTo>
                <a:cubicBezTo>
                  <a:pt x="486304" y="498475"/>
                  <a:pt x="509058" y="465667"/>
                  <a:pt x="533400" y="441325"/>
                </a:cubicBezTo>
                <a:cubicBezTo>
                  <a:pt x="555625" y="436033"/>
                  <a:pt x="587375" y="472017"/>
                  <a:pt x="593725" y="482600"/>
                </a:cubicBezTo>
                <a:cubicBezTo>
                  <a:pt x="600075" y="493183"/>
                  <a:pt x="595842" y="488421"/>
                  <a:pt x="612775" y="514350"/>
                </a:cubicBezTo>
                <a:cubicBezTo>
                  <a:pt x="629708" y="540279"/>
                  <a:pt x="682096" y="591079"/>
                  <a:pt x="695325" y="638175"/>
                </a:cubicBezTo>
                <a:cubicBezTo>
                  <a:pt x="708554" y="685271"/>
                  <a:pt x="769938" y="699029"/>
                  <a:pt x="806450" y="701675"/>
                </a:cubicBezTo>
                <a:cubicBezTo>
                  <a:pt x="842962" y="704321"/>
                  <a:pt x="892704" y="676804"/>
                  <a:pt x="914400" y="654050"/>
                </a:cubicBezTo>
                <a:cubicBezTo>
                  <a:pt x="936096" y="631296"/>
                  <a:pt x="939800" y="617008"/>
                  <a:pt x="936625" y="565150"/>
                </a:cubicBezTo>
                <a:cubicBezTo>
                  <a:pt x="933450" y="513292"/>
                  <a:pt x="949325" y="496358"/>
                  <a:pt x="927100" y="409575"/>
                </a:cubicBezTo>
                <a:cubicBezTo>
                  <a:pt x="904875" y="322792"/>
                  <a:pt x="881062" y="277812"/>
                  <a:pt x="850900" y="257175"/>
                </a:cubicBezTo>
                <a:lnTo>
                  <a:pt x="755650" y="285750"/>
                </a:lnTo>
                <a:cubicBezTo>
                  <a:pt x="738717" y="278342"/>
                  <a:pt x="760412" y="228600"/>
                  <a:pt x="752475" y="203200"/>
                </a:cubicBezTo>
                <a:cubicBezTo>
                  <a:pt x="744538" y="177800"/>
                  <a:pt x="726016" y="144462"/>
                  <a:pt x="708025" y="133350"/>
                </a:cubicBezTo>
                <a:cubicBezTo>
                  <a:pt x="690034" y="122238"/>
                  <a:pt x="662517" y="141817"/>
                  <a:pt x="644525" y="136525"/>
                </a:cubicBezTo>
                <a:lnTo>
                  <a:pt x="434975" y="161925"/>
                </a:lnTo>
                <a:lnTo>
                  <a:pt x="406400" y="155575"/>
                </a:lnTo>
                <a:cubicBezTo>
                  <a:pt x="408517" y="138113"/>
                  <a:pt x="441854" y="83079"/>
                  <a:pt x="447675" y="57150"/>
                </a:cubicBezTo>
                <a:cubicBezTo>
                  <a:pt x="453496" y="31221"/>
                  <a:pt x="460904" y="5821"/>
                  <a:pt x="441325" y="0"/>
                </a:cubicBezTo>
                <a:lnTo>
                  <a:pt x="330200" y="22225"/>
                </a:lnTo>
                <a:close/>
              </a:path>
            </a:pathLst>
          </a:custGeom>
          <a:solidFill>
            <a:srgbClr val="FF0000">
              <a:alpha val="25000"/>
            </a:srgbClr>
          </a:solidFill>
          <a:ln w="12700"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75AE6B0F-810A-4746-D5CE-821D4A0D5AD4}"/>
              </a:ext>
            </a:extLst>
          </p:cNvPr>
          <p:cNvSpPr/>
          <p:nvPr/>
        </p:nvSpPr>
        <p:spPr>
          <a:xfrm>
            <a:off x="8826501" y="3649504"/>
            <a:ext cx="457200" cy="485270"/>
          </a:xfrm>
          <a:custGeom>
            <a:avLst/>
            <a:gdLst>
              <a:gd name="csX0" fmla="*/ 3175 w 457200"/>
              <a:gd name="csY0" fmla="*/ 161925 h 479425"/>
              <a:gd name="csX1" fmla="*/ 0 w 457200"/>
              <a:gd name="csY1" fmla="*/ 425450 h 479425"/>
              <a:gd name="csX2" fmla="*/ 66675 w 457200"/>
              <a:gd name="csY2" fmla="*/ 479425 h 479425"/>
              <a:gd name="csX3" fmla="*/ 152400 w 457200"/>
              <a:gd name="csY3" fmla="*/ 473075 h 479425"/>
              <a:gd name="csX4" fmla="*/ 187325 w 457200"/>
              <a:gd name="csY4" fmla="*/ 425450 h 479425"/>
              <a:gd name="csX5" fmla="*/ 180975 w 457200"/>
              <a:gd name="csY5" fmla="*/ 193675 h 479425"/>
              <a:gd name="csX6" fmla="*/ 457200 w 457200"/>
              <a:gd name="csY6" fmla="*/ 57150 h 479425"/>
              <a:gd name="csX7" fmla="*/ 438150 w 457200"/>
              <a:gd name="csY7" fmla="*/ 0 h 479425"/>
              <a:gd name="csX8" fmla="*/ 384175 w 457200"/>
              <a:gd name="csY8" fmla="*/ 25400 h 479425"/>
              <a:gd name="csX9" fmla="*/ 3175 w 457200"/>
              <a:gd name="csY9" fmla="*/ 161925 h 479425"/>
              <a:gd name="csX0" fmla="*/ 3175 w 457200"/>
              <a:gd name="csY0" fmla="*/ 161925 h 487775"/>
              <a:gd name="csX1" fmla="*/ 0 w 457200"/>
              <a:gd name="csY1" fmla="*/ 425450 h 487775"/>
              <a:gd name="csX2" fmla="*/ 66675 w 457200"/>
              <a:gd name="csY2" fmla="*/ 479425 h 487775"/>
              <a:gd name="csX3" fmla="*/ 152400 w 457200"/>
              <a:gd name="csY3" fmla="*/ 473075 h 487775"/>
              <a:gd name="csX4" fmla="*/ 187325 w 457200"/>
              <a:gd name="csY4" fmla="*/ 425450 h 487775"/>
              <a:gd name="csX5" fmla="*/ 180975 w 457200"/>
              <a:gd name="csY5" fmla="*/ 193675 h 487775"/>
              <a:gd name="csX6" fmla="*/ 457200 w 457200"/>
              <a:gd name="csY6" fmla="*/ 57150 h 487775"/>
              <a:gd name="csX7" fmla="*/ 438150 w 457200"/>
              <a:gd name="csY7" fmla="*/ 0 h 487775"/>
              <a:gd name="csX8" fmla="*/ 384175 w 457200"/>
              <a:gd name="csY8" fmla="*/ 25400 h 487775"/>
              <a:gd name="csX9" fmla="*/ 3175 w 457200"/>
              <a:gd name="csY9" fmla="*/ 161925 h 487775"/>
              <a:gd name="csX0" fmla="*/ 3175 w 457200"/>
              <a:gd name="csY0" fmla="*/ 161925 h 485270"/>
              <a:gd name="csX1" fmla="*/ 0 w 457200"/>
              <a:gd name="csY1" fmla="*/ 425450 h 485270"/>
              <a:gd name="csX2" fmla="*/ 66675 w 457200"/>
              <a:gd name="csY2" fmla="*/ 479425 h 485270"/>
              <a:gd name="csX3" fmla="*/ 152400 w 457200"/>
              <a:gd name="csY3" fmla="*/ 473075 h 485270"/>
              <a:gd name="csX4" fmla="*/ 187325 w 457200"/>
              <a:gd name="csY4" fmla="*/ 425450 h 485270"/>
              <a:gd name="csX5" fmla="*/ 180975 w 457200"/>
              <a:gd name="csY5" fmla="*/ 193675 h 485270"/>
              <a:gd name="csX6" fmla="*/ 457200 w 457200"/>
              <a:gd name="csY6" fmla="*/ 57150 h 485270"/>
              <a:gd name="csX7" fmla="*/ 438150 w 457200"/>
              <a:gd name="csY7" fmla="*/ 0 h 485270"/>
              <a:gd name="csX8" fmla="*/ 384175 w 457200"/>
              <a:gd name="csY8" fmla="*/ 25400 h 485270"/>
              <a:gd name="csX9" fmla="*/ 3175 w 457200"/>
              <a:gd name="csY9" fmla="*/ 161925 h 485270"/>
              <a:gd name="csX0" fmla="*/ 3175 w 457200"/>
              <a:gd name="csY0" fmla="*/ 161925 h 485270"/>
              <a:gd name="csX1" fmla="*/ 0 w 457200"/>
              <a:gd name="csY1" fmla="*/ 425450 h 485270"/>
              <a:gd name="csX2" fmla="*/ 66675 w 457200"/>
              <a:gd name="csY2" fmla="*/ 479425 h 485270"/>
              <a:gd name="csX3" fmla="*/ 152400 w 457200"/>
              <a:gd name="csY3" fmla="*/ 473075 h 485270"/>
              <a:gd name="csX4" fmla="*/ 187325 w 457200"/>
              <a:gd name="csY4" fmla="*/ 425450 h 485270"/>
              <a:gd name="csX5" fmla="*/ 180975 w 457200"/>
              <a:gd name="csY5" fmla="*/ 193675 h 485270"/>
              <a:gd name="csX6" fmla="*/ 457200 w 457200"/>
              <a:gd name="csY6" fmla="*/ 57150 h 485270"/>
              <a:gd name="csX7" fmla="*/ 438150 w 457200"/>
              <a:gd name="csY7" fmla="*/ 0 h 485270"/>
              <a:gd name="csX8" fmla="*/ 384175 w 457200"/>
              <a:gd name="csY8" fmla="*/ 25400 h 485270"/>
              <a:gd name="csX9" fmla="*/ 3175 w 457200"/>
              <a:gd name="csY9" fmla="*/ 161925 h 485270"/>
              <a:gd name="csX0" fmla="*/ 35191 w 489216"/>
              <a:gd name="csY0" fmla="*/ 161925 h 485270"/>
              <a:gd name="csX1" fmla="*/ 32016 w 489216"/>
              <a:gd name="csY1" fmla="*/ 425450 h 485270"/>
              <a:gd name="csX2" fmla="*/ 98691 w 489216"/>
              <a:gd name="csY2" fmla="*/ 479425 h 485270"/>
              <a:gd name="csX3" fmla="*/ 184416 w 489216"/>
              <a:gd name="csY3" fmla="*/ 473075 h 485270"/>
              <a:gd name="csX4" fmla="*/ 219341 w 489216"/>
              <a:gd name="csY4" fmla="*/ 425450 h 485270"/>
              <a:gd name="csX5" fmla="*/ 212991 w 489216"/>
              <a:gd name="csY5" fmla="*/ 193675 h 485270"/>
              <a:gd name="csX6" fmla="*/ 489216 w 489216"/>
              <a:gd name="csY6" fmla="*/ 57150 h 485270"/>
              <a:gd name="csX7" fmla="*/ 470166 w 489216"/>
              <a:gd name="csY7" fmla="*/ 0 h 485270"/>
              <a:gd name="csX8" fmla="*/ 416191 w 489216"/>
              <a:gd name="csY8" fmla="*/ 25400 h 485270"/>
              <a:gd name="csX9" fmla="*/ 35191 w 489216"/>
              <a:gd name="csY9" fmla="*/ 161925 h 485270"/>
              <a:gd name="csX0" fmla="*/ 34265 w 488290"/>
              <a:gd name="csY0" fmla="*/ 161925 h 503316"/>
              <a:gd name="csX1" fmla="*/ 31090 w 488290"/>
              <a:gd name="csY1" fmla="*/ 425450 h 503316"/>
              <a:gd name="csX2" fmla="*/ 97765 w 488290"/>
              <a:gd name="csY2" fmla="*/ 479425 h 503316"/>
              <a:gd name="csX3" fmla="*/ 183490 w 488290"/>
              <a:gd name="csY3" fmla="*/ 473075 h 503316"/>
              <a:gd name="csX4" fmla="*/ 218415 w 488290"/>
              <a:gd name="csY4" fmla="*/ 425450 h 503316"/>
              <a:gd name="csX5" fmla="*/ 212065 w 488290"/>
              <a:gd name="csY5" fmla="*/ 193675 h 503316"/>
              <a:gd name="csX6" fmla="*/ 488290 w 488290"/>
              <a:gd name="csY6" fmla="*/ 57150 h 503316"/>
              <a:gd name="csX7" fmla="*/ 469240 w 488290"/>
              <a:gd name="csY7" fmla="*/ 0 h 503316"/>
              <a:gd name="csX8" fmla="*/ 415265 w 488290"/>
              <a:gd name="csY8" fmla="*/ 25400 h 503316"/>
              <a:gd name="csX9" fmla="*/ 34265 w 488290"/>
              <a:gd name="csY9" fmla="*/ 161925 h 503316"/>
              <a:gd name="csX0" fmla="*/ 34265 w 488290"/>
              <a:gd name="csY0" fmla="*/ 161925 h 508766"/>
              <a:gd name="csX1" fmla="*/ 31090 w 488290"/>
              <a:gd name="csY1" fmla="*/ 425450 h 508766"/>
              <a:gd name="csX2" fmla="*/ 97765 w 488290"/>
              <a:gd name="csY2" fmla="*/ 479425 h 508766"/>
              <a:gd name="csX3" fmla="*/ 183490 w 488290"/>
              <a:gd name="csY3" fmla="*/ 473075 h 508766"/>
              <a:gd name="csX4" fmla="*/ 218415 w 488290"/>
              <a:gd name="csY4" fmla="*/ 425450 h 508766"/>
              <a:gd name="csX5" fmla="*/ 212065 w 488290"/>
              <a:gd name="csY5" fmla="*/ 193675 h 508766"/>
              <a:gd name="csX6" fmla="*/ 488290 w 488290"/>
              <a:gd name="csY6" fmla="*/ 57150 h 508766"/>
              <a:gd name="csX7" fmla="*/ 469240 w 488290"/>
              <a:gd name="csY7" fmla="*/ 0 h 508766"/>
              <a:gd name="csX8" fmla="*/ 415265 w 488290"/>
              <a:gd name="csY8" fmla="*/ 25400 h 508766"/>
              <a:gd name="csX9" fmla="*/ 34265 w 488290"/>
              <a:gd name="csY9" fmla="*/ 161925 h 508766"/>
              <a:gd name="csX0" fmla="*/ 34265 w 488290"/>
              <a:gd name="csY0" fmla="*/ 161925 h 508766"/>
              <a:gd name="csX1" fmla="*/ 31090 w 488290"/>
              <a:gd name="csY1" fmla="*/ 425450 h 508766"/>
              <a:gd name="csX2" fmla="*/ 97765 w 488290"/>
              <a:gd name="csY2" fmla="*/ 479425 h 508766"/>
              <a:gd name="csX3" fmla="*/ 183490 w 488290"/>
              <a:gd name="csY3" fmla="*/ 473075 h 508766"/>
              <a:gd name="csX4" fmla="*/ 218415 w 488290"/>
              <a:gd name="csY4" fmla="*/ 425450 h 508766"/>
              <a:gd name="csX5" fmla="*/ 212065 w 488290"/>
              <a:gd name="csY5" fmla="*/ 193675 h 508766"/>
              <a:gd name="csX6" fmla="*/ 488290 w 488290"/>
              <a:gd name="csY6" fmla="*/ 57150 h 508766"/>
              <a:gd name="csX7" fmla="*/ 469240 w 488290"/>
              <a:gd name="csY7" fmla="*/ 0 h 508766"/>
              <a:gd name="csX8" fmla="*/ 415265 w 488290"/>
              <a:gd name="csY8" fmla="*/ 25400 h 508766"/>
              <a:gd name="csX9" fmla="*/ 34265 w 488290"/>
              <a:gd name="csY9" fmla="*/ 161925 h 508766"/>
              <a:gd name="csX0" fmla="*/ 30844 w 484869"/>
              <a:gd name="csY0" fmla="*/ 161925 h 508766"/>
              <a:gd name="csX1" fmla="*/ 27669 w 484869"/>
              <a:gd name="csY1" fmla="*/ 425450 h 508766"/>
              <a:gd name="csX2" fmla="*/ 94344 w 484869"/>
              <a:gd name="csY2" fmla="*/ 479425 h 508766"/>
              <a:gd name="csX3" fmla="*/ 180069 w 484869"/>
              <a:gd name="csY3" fmla="*/ 473075 h 508766"/>
              <a:gd name="csX4" fmla="*/ 214994 w 484869"/>
              <a:gd name="csY4" fmla="*/ 425450 h 508766"/>
              <a:gd name="csX5" fmla="*/ 208644 w 484869"/>
              <a:gd name="csY5" fmla="*/ 193675 h 508766"/>
              <a:gd name="csX6" fmla="*/ 484869 w 484869"/>
              <a:gd name="csY6" fmla="*/ 57150 h 508766"/>
              <a:gd name="csX7" fmla="*/ 465819 w 484869"/>
              <a:gd name="csY7" fmla="*/ 0 h 508766"/>
              <a:gd name="csX8" fmla="*/ 411844 w 484869"/>
              <a:gd name="csY8" fmla="*/ 25400 h 508766"/>
              <a:gd name="csX9" fmla="*/ 30844 w 484869"/>
              <a:gd name="csY9" fmla="*/ 161925 h 508766"/>
              <a:gd name="csX0" fmla="*/ 30844 w 484869"/>
              <a:gd name="csY0" fmla="*/ 161925 h 485270"/>
              <a:gd name="csX1" fmla="*/ 27669 w 484869"/>
              <a:gd name="csY1" fmla="*/ 425450 h 485270"/>
              <a:gd name="csX2" fmla="*/ 94344 w 484869"/>
              <a:gd name="csY2" fmla="*/ 479425 h 485270"/>
              <a:gd name="csX3" fmla="*/ 180069 w 484869"/>
              <a:gd name="csY3" fmla="*/ 473075 h 485270"/>
              <a:gd name="csX4" fmla="*/ 214994 w 484869"/>
              <a:gd name="csY4" fmla="*/ 425450 h 485270"/>
              <a:gd name="csX5" fmla="*/ 208644 w 484869"/>
              <a:gd name="csY5" fmla="*/ 193675 h 485270"/>
              <a:gd name="csX6" fmla="*/ 484869 w 484869"/>
              <a:gd name="csY6" fmla="*/ 57150 h 485270"/>
              <a:gd name="csX7" fmla="*/ 465819 w 484869"/>
              <a:gd name="csY7" fmla="*/ 0 h 485270"/>
              <a:gd name="csX8" fmla="*/ 411844 w 484869"/>
              <a:gd name="csY8" fmla="*/ 25400 h 485270"/>
              <a:gd name="csX9" fmla="*/ 30844 w 484869"/>
              <a:gd name="csY9" fmla="*/ 161925 h 485270"/>
              <a:gd name="csX0" fmla="*/ 30844 w 484869"/>
              <a:gd name="csY0" fmla="*/ 161925 h 485270"/>
              <a:gd name="csX1" fmla="*/ 27669 w 484869"/>
              <a:gd name="csY1" fmla="*/ 425450 h 485270"/>
              <a:gd name="csX2" fmla="*/ 94344 w 484869"/>
              <a:gd name="csY2" fmla="*/ 479425 h 485270"/>
              <a:gd name="csX3" fmla="*/ 180069 w 484869"/>
              <a:gd name="csY3" fmla="*/ 473075 h 485270"/>
              <a:gd name="csX4" fmla="*/ 214994 w 484869"/>
              <a:gd name="csY4" fmla="*/ 425450 h 485270"/>
              <a:gd name="csX5" fmla="*/ 208644 w 484869"/>
              <a:gd name="csY5" fmla="*/ 193675 h 485270"/>
              <a:gd name="csX6" fmla="*/ 484869 w 484869"/>
              <a:gd name="csY6" fmla="*/ 57150 h 485270"/>
              <a:gd name="csX7" fmla="*/ 465819 w 484869"/>
              <a:gd name="csY7" fmla="*/ 0 h 485270"/>
              <a:gd name="csX8" fmla="*/ 411844 w 484869"/>
              <a:gd name="csY8" fmla="*/ 25400 h 485270"/>
              <a:gd name="csX9" fmla="*/ 30844 w 484869"/>
              <a:gd name="csY9" fmla="*/ 161925 h 485270"/>
              <a:gd name="csX0" fmla="*/ 27876 w 481901"/>
              <a:gd name="csY0" fmla="*/ 161925 h 485270"/>
              <a:gd name="csX1" fmla="*/ 24701 w 481901"/>
              <a:gd name="csY1" fmla="*/ 425450 h 485270"/>
              <a:gd name="csX2" fmla="*/ 91376 w 481901"/>
              <a:gd name="csY2" fmla="*/ 479425 h 485270"/>
              <a:gd name="csX3" fmla="*/ 177101 w 481901"/>
              <a:gd name="csY3" fmla="*/ 473075 h 485270"/>
              <a:gd name="csX4" fmla="*/ 212026 w 481901"/>
              <a:gd name="csY4" fmla="*/ 425450 h 485270"/>
              <a:gd name="csX5" fmla="*/ 205676 w 481901"/>
              <a:gd name="csY5" fmla="*/ 193675 h 485270"/>
              <a:gd name="csX6" fmla="*/ 481901 w 481901"/>
              <a:gd name="csY6" fmla="*/ 57150 h 485270"/>
              <a:gd name="csX7" fmla="*/ 462851 w 481901"/>
              <a:gd name="csY7" fmla="*/ 0 h 485270"/>
              <a:gd name="csX8" fmla="*/ 408876 w 481901"/>
              <a:gd name="csY8" fmla="*/ 25400 h 485270"/>
              <a:gd name="csX9" fmla="*/ 27876 w 481901"/>
              <a:gd name="csY9" fmla="*/ 161925 h 485270"/>
              <a:gd name="csX0" fmla="*/ 3175 w 457200"/>
              <a:gd name="csY0" fmla="*/ 161925 h 485270"/>
              <a:gd name="csX1" fmla="*/ 0 w 457200"/>
              <a:gd name="csY1" fmla="*/ 425450 h 485270"/>
              <a:gd name="csX2" fmla="*/ 66675 w 457200"/>
              <a:gd name="csY2" fmla="*/ 479425 h 485270"/>
              <a:gd name="csX3" fmla="*/ 152400 w 457200"/>
              <a:gd name="csY3" fmla="*/ 473075 h 485270"/>
              <a:gd name="csX4" fmla="*/ 187325 w 457200"/>
              <a:gd name="csY4" fmla="*/ 425450 h 485270"/>
              <a:gd name="csX5" fmla="*/ 180975 w 457200"/>
              <a:gd name="csY5" fmla="*/ 193675 h 485270"/>
              <a:gd name="csX6" fmla="*/ 457200 w 457200"/>
              <a:gd name="csY6" fmla="*/ 57150 h 485270"/>
              <a:gd name="csX7" fmla="*/ 438150 w 457200"/>
              <a:gd name="csY7" fmla="*/ 0 h 485270"/>
              <a:gd name="csX8" fmla="*/ 384175 w 457200"/>
              <a:gd name="csY8" fmla="*/ 25400 h 485270"/>
              <a:gd name="csX9" fmla="*/ 3175 w 457200"/>
              <a:gd name="csY9" fmla="*/ 161925 h 48527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</a:cxnLst>
            <a:rect l="l" t="t" r="r" b="b"/>
            <a:pathLst>
              <a:path w="457200" h="485270">
                <a:moveTo>
                  <a:pt x="3175" y="161925"/>
                </a:moveTo>
                <a:cubicBezTo>
                  <a:pt x="12171" y="244475"/>
                  <a:pt x="6350" y="245533"/>
                  <a:pt x="0" y="425450"/>
                </a:cubicBezTo>
                <a:cubicBezTo>
                  <a:pt x="28575" y="462492"/>
                  <a:pt x="44450" y="461433"/>
                  <a:pt x="66675" y="479425"/>
                </a:cubicBezTo>
                <a:cubicBezTo>
                  <a:pt x="92075" y="487362"/>
                  <a:pt x="140758" y="488950"/>
                  <a:pt x="152400" y="473075"/>
                </a:cubicBezTo>
                <a:lnTo>
                  <a:pt x="187325" y="425450"/>
                </a:lnTo>
                <a:cubicBezTo>
                  <a:pt x="198967" y="409575"/>
                  <a:pt x="135996" y="255058"/>
                  <a:pt x="180975" y="193675"/>
                </a:cubicBezTo>
                <a:lnTo>
                  <a:pt x="457200" y="57150"/>
                </a:lnTo>
                <a:lnTo>
                  <a:pt x="438150" y="0"/>
                </a:lnTo>
                <a:lnTo>
                  <a:pt x="384175" y="25400"/>
                </a:lnTo>
                <a:lnTo>
                  <a:pt x="3175" y="161925"/>
                </a:lnTo>
                <a:close/>
              </a:path>
            </a:pathLst>
          </a:custGeom>
          <a:solidFill>
            <a:srgbClr val="FF0000">
              <a:alpha val="25000"/>
            </a:srgbClr>
          </a:solidFill>
          <a:ln w="12700">
            <a:solidFill>
              <a:srgbClr val="FF0000">
                <a:alpha val="50000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3AEB62D3-47C3-98D3-63E9-66390987867C}"/>
              </a:ext>
            </a:extLst>
          </p:cNvPr>
          <p:cNvGrpSpPr/>
          <p:nvPr/>
        </p:nvGrpSpPr>
        <p:grpSpPr>
          <a:xfrm>
            <a:off x="5438224" y="4722654"/>
            <a:ext cx="1604397" cy="1167846"/>
            <a:chOff x="5438224" y="4722654"/>
            <a:chExt cx="1604397" cy="1167846"/>
          </a:xfrm>
        </p:grpSpPr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B428128-D151-4C57-4CCC-A4AF42A2EE40}"/>
                </a:ext>
              </a:extLst>
            </p:cNvPr>
            <p:cNvSpPr txBox="1"/>
            <p:nvPr/>
          </p:nvSpPr>
          <p:spPr>
            <a:xfrm>
              <a:off x="5438224" y="5521168"/>
              <a:ext cx="1604397" cy="369332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Landing Gear</a:t>
              </a:r>
            </a:p>
          </p:txBody>
        </p: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C377AF28-D9B8-2EB3-DCD1-FC50B17EA63E}"/>
                </a:ext>
              </a:extLst>
            </p:cNvPr>
            <p:cNvCxnSpPr>
              <a:cxnSpLocks/>
              <a:stCxn id="44" idx="0"/>
              <a:endCxn id="42" idx="7"/>
            </p:cNvCxnSpPr>
            <p:nvPr/>
          </p:nvCxnSpPr>
          <p:spPr>
            <a:xfrm flipH="1" flipV="1">
              <a:off x="6229351" y="4722654"/>
              <a:ext cx="11072" cy="798514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TextBox 7">
            <a:hlinkClick r:id="rId4"/>
            <a:extLst>
              <a:ext uri="{FF2B5EF4-FFF2-40B4-BE49-F238E27FC236}">
                <a16:creationId xmlns:a16="http://schemas.microsoft.com/office/drawing/2014/main" id="{EB8EFA8E-8A5D-46D0-59D6-525559709D68}"/>
              </a:ext>
            </a:extLst>
          </p:cNvPr>
          <p:cNvSpPr txBox="1"/>
          <p:nvPr/>
        </p:nvSpPr>
        <p:spPr>
          <a:xfrm rot="20701351">
            <a:off x="6167233" y="3236525"/>
            <a:ext cx="19128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(CC2)  Wikimedia Commons, 2018</a:t>
            </a:r>
          </a:p>
        </p:txBody>
      </p:sp>
    </p:spTree>
    <p:extLst>
      <p:ext uri="{BB962C8B-B14F-4D97-AF65-F5344CB8AC3E}">
        <p14:creationId xmlns:p14="http://schemas.microsoft.com/office/powerpoint/2010/main" val="3379516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9" grpId="0" animBg="1"/>
      <p:bldP spid="16" grpId="0" animBg="1"/>
      <p:bldP spid="29" grpId="0" animBg="1"/>
      <p:bldP spid="37" grpId="0" animBg="1"/>
      <p:bldP spid="42" grpId="0" animBg="1"/>
      <p:bldP spid="4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02CB70-C3F9-29DA-6A45-63C5792E6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5EB45-4A84-F43C-1B46-55A6E31BF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8768993" cy="877824"/>
          </a:xfrm>
        </p:spPr>
        <p:txBody>
          <a:bodyPr/>
          <a:lstStyle/>
          <a:p>
            <a:r>
              <a:rPr lang="en-US" dirty="0"/>
              <a:t>Fuselage Construction:  Three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22C455-4841-E497-FBE3-1BEFCB0FE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8225" y="1690686"/>
            <a:ext cx="8024706" cy="5167313"/>
          </a:xfrm>
        </p:spPr>
        <p:txBody>
          <a:bodyPr>
            <a:normAutofit lnSpcReduction="10000"/>
          </a:bodyPr>
          <a:lstStyle/>
          <a:p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pPr lvl="1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Material: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Wood, steel or aluminum</a:t>
            </a:r>
          </a:p>
          <a:p>
            <a:pPr lvl="1"/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Design: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Rigid frame, lacks aerodynamic shape, </a:t>
            </a:r>
            <a:r>
              <a:rPr lang="en-US" sz="2000" b="1" dirty="0">
                <a:solidFill>
                  <a:schemeClr val="bg1">
                    <a:lumMod val="50000"/>
                  </a:schemeClr>
                </a:solidFill>
              </a:rPr>
              <a:t>geodesic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too</a:t>
            </a:r>
          </a:p>
          <a:p>
            <a:pPr lvl="1"/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Older or smaller lightweight planes</a:t>
            </a:r>
          </a:p>
          <a:p>
            <a:pPr lvl="1"/>
            <a:endParaRPr lang="en-US" sz="2000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sz="2400" dirty="0"/>
          </a:p>
          <a:p>
            <a:pPr lvl="1"/>
            <a:r>
              <a:rPr lang="en-US" sz="2000" b="1" dirty="0"/>
              <a:t>Material:</a:t>
            </a:r>
            <a:r>
              <a:rPr lang="en-US" sz="2000" dirty="0"/>
              <a:t> Aluminum or composite</a:t>
            </a:r>
          </a:p>
          <a:p>
            <a:pPr lvl="1"/>
            <a:r>
              <a:rPr lang="en-US" sz="2000" b="1" dirty="0"/>
              <a:t>Design:</a:t>
            </a:r>
            <a:r>
              <a:rPr lang="en-US" sz="2000" dirty="0"/>
              <a:t> Skin supported by frames, stringers, and bulkheads to better handle stress &amp; damage</a:t>
            </a:r>
          </a:p>
          <a:p>
            <a:pPr lvl="1"/>
            <a:r>
              <a:rPr lang="en-US" sz="2000" dirty="0"/>
              <a:t>Most popular today for commercial airplanes</a:t>
            </a:r>
          </a:p>
          <a:p>
            <a:pPr lvl="1"/>
            <a:endParaRPr lang="en-US" sz="2000" dirty="0"/>
          </a:p>
          <a:p>
            <a:pPr marL="0" indent="0">
              <a:buNone/>
            </a:pPr>
            <a:r>
              <a:rPr lang="en-US" sz="2400" b="1" dirty="0"/>
              <a:t> </a:t>
            </a:r>
          </a:p>
          <a:p>
            <a:pPr lvl="1"/>
            <a:r>
              <a:rPr lang="en-US" sz="2000" b="1" dirty="0"/>
              <a:t>Material:</a:t>
            </a:r>
            <a:r>
              <a:rPr lang="en-US" sz="2000" dirty="0"/>
              <a:t> Plywood, fiberglass, composites </a:t>
            </a:r>
          </a:p>
          <a:p>
            <a:pPr lvl="1"/>
            <a:r>
              <a:rPr lang="en-US" sz="2000" b="1" dirty="0"/>
              <a:t>Design:</a:t>
            </a:r>
            <a:r>
              <a:rPr lang="en-US" sz="2000" dirty="0"/>
              <a:t> Single integrated shell is the structure (no stringers)</a:t>
            </a:r>
          </a:p>
          <a:p>
            <a:pPr lvl="1"/>
            <a:r>
              <a:rPr lang="en-US" sz="2000" dirty="0"/>
              <a:t>Difficult to build, less common for commercial airplanes (787)</a:t>
            </a:r>
          </a:p>
          <a:p>
            <a:endParaRPr lang="en-US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8B9D8E-2C2E-E50C-F539-AEE6034A6240}"/>
              </a:ext>
            </a:extLst>
          </p:cNvPr>
          <p:cNvGrpSpPr/>
          <p:nvPr/>
        </p:nvGrpSpPr>
        <p:grpSpPr>
          <a:xfrm>
            <a:off x="823975" y="338732"/>
            <a:ext cx="10435708" cy="2730921"/>
            <a:chOff x="823975" y="338732"/>
            <a:chExt cx="10435708" cy="2730921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9332BFD-34C7-248A-4749-A344923FE2B8}"/>
                </a:ext>
              </a:extLst>
            </p:cNvPr>
            <p:cNvGrpSpPr/>
            <p:nvPr/>
          </p:nvGrpSpPr>
          <p:grpSpPr>
            <a:xfrm>
              <a:off x="823975" y="338732"/>
              <a:ext cx="10435708" cy="2515074"/>
              <a:chOff x="823975" y="338732"/>
              <a:chExt cx="10435708" cy="2515074"/>
            </a:xfrm>
          </p:grpSpPr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B324E4D-B4D4-2AEE-1F84-1D26136E69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848681" y="338732"/>
                <a:ext cx="2411002" cy="2515074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88900" dir="2700000" algn="tl" rotWithShape="0">
                  <a:prstClr val="black">
                    <a:alpha val="40000"/>
                  </a:prstClr>
                </a:outerShdw>
              </a:effectLst>
            </p:spPr>
          </p:pic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ABFF7424-2E67-1401-9EA5-192C1B18BE92}"/>
                  </a:ext>
                </a:extLst>
              </p:cNvPr>
              <p:cNvGrpSpPr/>
              <p:nvPr/>
            </p:nvGrpSpPr>
            <p:grpSpPr>
              <a:xfrm>
                <a:off x="823975" y="1674645"/>
                <a:ext cx="8038932" cy="369332"/>
                <a:chOff x="7450806" y="2196976"/>
                <a:chExt cx="8038932" cy="369332"/>
              </a:xfrm>
            </p:grpSpPr>
            <p:sp>
              <p:nvSpPr>
                <p:cNvPr id="15" name="TextBox 14">
                  <a:extLst>
                    <a:ext uri="{FF2B5EF4-FFF2-40B4-BE49-F238E27FC236}">
                      <a16:creationId xmlns:a16="http://schemas.microsoft.com/office/drawing/2014/main" id="{ADA8FC8B-D491-D0F7-B62D-0904F8DA393C}"/>
                    </a:ext>
                  </a:extLst>
                </p:cNvPr>
                <p:cNvSpPr txBox="1"/>
                <p:nvPr/>
              </p:nvSpPr>
              <p:spPr>
                <a:xfrm>
                  <a:off x="7450806" y="2196976"/>
                  <a:ext cx="2713038" cy="369332"/>
                </a:xfrm>
                <a:prstGeom prst="rect">
                  <a:avLst/>
                </a:prstGeom>
                <a:solidFill>
                  <a:schemeClr val="bg1">
                    <a:lumMod val="65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</a:rPr>
                    <a:t>Truss Structures</a:t>
                  </a:r>
                </a:p>
              </p:txBody>
            </p:sp>
            <p:cxnSp>
              <p:nvCxnSpPr>
                <p:cNvPr id="16" name="Straight Arrow Connector 15">
                  <a:extLst>
                    <a:ext uri="{FF2B5EF4-FFF2-40B4-BE49-F238E27FC236}">
                      <a16:creationId xmlns:a16="http://schemas.microsoft.com/office/drawing/2014/main" id="{21CB272C-6158-8F35-3E25-03C15ACB6B0D}"/>
                    </a:ext>
                  </a:extLst>
                </p:cNvPr>
                <p:cNvCxnSpPr>
                  <a:cxnSpLocks/>
                  <a:stCxn id="15" idx="3"/>
                </p:cNvCxnSpPr>
                <p:nvPr/>
              </p:nvCxnSpPr>
              <p:spPr>
                <a:xfrm>
                  <a:off x="10163844" y="2381642"/>
                  <a:ext cx="5325894" cy="20853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oval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4" name="TextBox 3">
              <a:hlinkClick r:id="rId4"/>
              <a:extLst>
                <a:ext uri="{FF2B5EF4-FFF2-40B4-BE49-F238E27FC236}">
                  <a16:creationId xmlns:a16="http://schemas.microsoft.com/office/drawing/2014/main" id="{E32FB221-87C3-C589-AD43-BFAEC5608773}"/>
                </a:ext>
              </a:extLst>
            </p:cNvPr>
            <p:cNvSpPr txBox="1"/>
            <p:nvPr/>
          </p:nvSpPr>
          <p:spPr>
            <a:xfrm>
              <a:off x="9883739" y="2838821"/>
              <a:ext cx="137594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(PD)  U.S. Government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7AD8162-1F40-631F-7767-89B6F4081F45}"/>
              </a:ext>
            </a:extLst>
          </p:cNvPr>
          <p:cNvGrpSpPr/>
          <p:nvPr/>
        </p:nvGrpSpPr>
        <p:grpSpPr>
          <a:xfrm>
            <a:off x="823975" y="3109768"/>
            <a:ext cx="11045574" cy="1856647"/>
            <a:chOff x="823975" y="3109768"/>
            <a:chExt cx="11045574" cy="1856647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5F1F7155-3EE0-D759-585B-277FDB159123}"/>
                </a:ext>
              </a:extLst>
            </p:cNvPr>
            <p:cNvGrpSpPr/>
            <p:nvPr/>
          </p:nvGrpSpPr>
          <p:grpSpPr>
            <a:xfrm>
              <a:off x="823975" y="3109768"/>
              <a:ext cx="11045574" cy="1625815"/>
              <a:chOff x="823975" y="3109768"/>
              <a:chExt cx="11045574" cy="1625815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D9BCD944-F29E-D177-B436-43CB43A0E2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848681" y="3109768"/>
                <a:ext cx="3020868" cy="1625815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88900" dir="2700000" algn="tl" rotWithShape="0">
                  <a:prstClr val="black">
                    <a:alpha val="40000"/>
                  </a:prstClr>
                </a:outerShdw>
              </a:effectLst>
            </p:spPr>
          </p:pic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13DB54F5-A031-ADD9-E0BF-A19C832A19FB}"/>
                  </a:ext>
                </a:extLst>
              </p:cNvPr>
              <p:cNvGrpSpPr/>
              <p:nvPr/>
            </p:nvGrpSpPr>
            <p:grpSpPr>
              <a:xfrm>
                <a:off x="823975" y="3347825"/>
                <a:ext cx="8038932" cy="369332"/>
                <a:chOff x="7727485" y="3733005"/>
                <a:chExt cx="8038932" cy="369332"/>
              </a:xfrm>
            </p:grpSpPr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3483235C-0C55-E50E-FEBC-DF929C24BB4D}"/>
                    </a:ext>
                  </a:extLst>
                </p:cNvPr>
                <p:cNvSpPr txBox="1"/>
                <p:nvPr/>
              </p:nvSpPr>
              <p:spPr>
                <a:xfrm>
                  <a:off x="7727485" y="3733005"/>
                  <a:ext cx="2713038" cy="369332"/>
                </a:xfrm>
                <a:prstGeom prst="rect">
                  <a:avLst/>
                </a:prstGeom>
                <a:solidFill>
                  <a:srgbClr val="0070C0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</a:rPr>
                    <a:t>Semi-Monocoque:</a:t>
                  </a:r>
                </a:p>
              </p:txBody>
            </p:sp>
            <p:cxnSp>
              <p:nvCxnSpPr>
                <p:cNvPr id="26" name="Straight Arrow Connector 25">
                  <a:extLst>
                    <a:ext uri="{FF2B5EF4-FFF2-40B4-BE49-F238E27FC236}">
                      <a16:creationId xmlns:a16="http://schemas.microsoft.com/office/drawing/2014/main" id="{4FAD757A-21EE-F143-1A66-ABA3F8FACA5F}"/>
                    </a:ext>
                  </a:extLst>
                </p:cNvPr>
                <p:cNvCxnSpPr>
                  <a:cxnSpLocks/>
                  <a:stCxn id="25" idx="3"/>
                </p:cNvCxnSpPr>
                <p:nvPr/>
              </p:nvCxnSpPr>
              <p:spPr>
                <a:xfrm>
                  <a:off x="10440523" y="3917671"/>
                  <a:ext cx="5325894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oval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" name="TextBox 4">
              <a:hlinkClick r:id="rId6"/>
              <a:extLst>
                <a:ext uri="{FF2B5EF4-FFF2-40B4-BE49-F238E27FC236}">
                  <a16:creationId xmlns:a16="http://schemas.microsoft.com/office/drawing/2014/main" id="{084AB1CF-0382-6DAC-DFA7-6EEFDEE008C1}"/>
                </a:ext>
              </a:extLst>
            </p:cNvPr>
            <p:cNvSpPr txBox="1"/>
            <p:nvPr/>
          </p:nvSpPr>
          <p:spPr>
            <a:xfrm>
              <a:off x="8848681" y="4735583"/>
              <a:ext cx="302086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(PD)  U.S. Government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63321D5-7146-A254-BA61-64EE42EE757D}"/>
              </a:ext>
            </a:extLst>
          </p:cNvPr>
          <p:cNvGrpSpPr/>
          <p:nvPr/>
        </p:nvGrpSpPr>
        <p:grpSpPr>
          <a:xfrm>
            <a:off x="823975" y="4973362"/>
            <a:ext cx="11045574" cy="1897065"/>
            <a:chOff x="823975" y="4973362"/>
            <a:chExt cx="11045574" cy="1897065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03F2D77-8EB9-DDEB-2008-30AF48622678}"/>
                </a:ext>
              </a:extLst>
            </p:cNvPr>
            <p:cNvGrpSpPr/>
            <p:nvPr/>
          </p:nvGrpSpPr>
          <p:grpSpPr>
            <a:xfrm>
              <a:off x="823975" y="4973362"/>
              <a:ext cx="11045574" cy="1642494"/>
              <a:chOff x="823975" y="4973362"/>
              <a:chExt cx="11045574" cy="1642494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77C49C7B-CC65-9195-9016-DA8074D346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848681" y="4973362"/>
                <a:ext cx="3020868" cy="1642494"/>
              </a:xfrm>
              <a:prstGeom prst="rect">
                <a:avLst/>
              </a:prstGeom>
              <a:noFill/>
              <a:ln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88900" dir="2700000" algn="tl" rotWithShape="0">
                  <a:prstClr val="black">
                    <a:alpha val="40000"/>
                  </a:prstClr>
                </a:outerShdw>
              </a:effectLst>
            </p:spPr>
          </p:pic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432B4759-6CBC-192B-EDF5-017A8F646DB1}"/>
                  </a:ext>
                </a:extLst>
              </p:cNvPr>
              <p:cNvGrpSpPr/>
              <p:nvPr/>
            </p:nvGrpSpPr>
            <p:grpSpPr>
              <a:xfrm>
                <a:off x="823975" y="5205671"/>
                <a:ext cx="8038932" cy="369332"/>
                <a:chOff x="7727485" y="3733005"/>
                <a:chExt cx="8038932" cy="369332"/>
              </a:xfrm>
            </p:grpSpPr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EDEC584A-A433-692E-B5D2-939D5CD9C372}"/>
                    </a:ext>
                  </a:extLst>
                </p:cNvPr>
                <p:cNvSpPr txBox="1"/>
                <p:nvPr/>
              </p:nvSpPr>
              <p:spPr>
                <a:xfrm>
                  <a:off x="7727485" y="3733005"/>
                  <a:ext cx="2713038" cy="369332"/>
                </a:xfrm>
                <a:prstGeom prst="rect">
                  <a:avLst/>
                </a:prstGeom>
                <a:solidFill>
                  <a:srgbClr val="0070C0"/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b="1" dirty="0">
                      <a:solidFill>
                        <a:schemeClr val="bg1"/>
                      </a:solidFill>
                    </a:rPr>
                    <a:t>Monocoque Shell:</a:t>
                  </a:r>
                </a:p>
              </p:txBody>
            </p:sp>
            <p:cxnSp>
              <p:nvCxnSpPr>
                <p:cNvPr id="33" name="Straight Arrow Connector 32">
                  <a:extLst>
                    <a:ext uri="{FF2B5EF4-FFF2-40B4-BE49-F238E27FC236}">
                      <a16:creationId xmlns:a16="http://schemas.microsoft.com/office/drawing/2014/main" id="{755BDB95-D391-EF68-DA73-A6101BCBF18B}"/>
                    </a:ext>
                  </a:extLst>
                </p:cNvPr>
                <p:cNvCxnSpPr>
                  <a:cxnSpLocks/>
                  <a:stCxn id="32" idx="3"/>
                </p:cNvCxnSpPr>
                <p:nvPr/>
              </p:nvCxnSpPr>
              <p:spPr>
                <a:xfrm>
                  <a:off x="10440523" y="3917671"/>
                  <a:ext cx="5325894" cy="0"/>
                </a:xfrm>
                <a:prstGeom prst="straightConnector1">
                  <a:avLst/>
                </a:prstGeom>
                <a:ln>
                  <a:solidFill>
                    <a:srgbClr val="FF0000"/>
                  </a:solidFill>
                  <a:tailEnd type="oval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7" name="TextBox 6">
              <a:hlinkClick r:id="rId8"/>
              <a:extLst>
                <a:ext uri="{FF2B5EF4-FFF2-40B4-BE49-F238E27FC236}">
                  <a16:creationId xmlns:a16="http://schemas.microsoft.com/office/drawing/2014/main" id="{512309BC-1700-5B65-305E-3F16FB5B8F58}"/>
                </a:ext>
              </a:extLst>
            </p:cNvPr>
            <p:cNvSpPr txBox="1"/>
            <p:nvPr/>
          </p:nvSpPr>
          <p:spPr>
            <a:xfrm>
              <a:off x="8848681" y="6639595"/>
              <a:ext cx="3020868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(PD)  U.S. Government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4AE2E84B-86E5-8758-37B2-F5CF30B9F01D}"/>
              </a:ext>
            </a:extLst>
          </p:cNvPr>
          <p:cNvSpPr txBox="1"/>
          <p:nvPr/>
        </p:nvSpPr>
        <p:spPr>
          <a:xfrm>
            <a:off x="10153689" y="-16746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ChatGPT</a:t>
            </a:r>
          </a:p>
        </p:txBody>
      </p:sp>
    </p:spTree>
    <p:extLst>
      <p:ext uri="{BB962C8B-B14F-4D97-AF65-F5344CB8AC3E}">
        <p14:creationId xmlns:p14="http://schemas.microsoft.com/office/powerpoint/2010/main" val="30670159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239BA-C0B3-5A53-6C00-3C39E11D38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FB1183C-C7DD-4D17-B71B-3F5F27C6C1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868" y="1665857"/>
            <a:ext cx="5572903" cy="28102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378C323-8842-6290-42FA-49EC96B355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4"/>
            <a:ext cx="10858500" cy="877824"/>
          </a:xfrm>
        </p:spPr>
        <p:txBody>
          <a:bodyPr/>
          <a:lstStyle/>
          <a:p>
            <a:r>
              <a:rPr lang="en-US" dirty="0"/>
              <a:t>Fuselage Construction:  </a:t>
            </a:r>
            <a:r>
              <a:rPr lang="en-US" b="1" dirty="0"/>
              <a:t>Bulkheads</a:t>
            </a:r>
            <a:r>
              <a:rPr lang="en-US" dirty="0"/>
              <a:t> &amp; </a:t>
            </a:r>
            <a:r>
              <a:rPr lang="en-US" b="1" dirty="0"/>
              <a:t>Formers</a:t>
            </a:r>
          </a:p>
        </p:txBody>
      </p:sp>
      <p:sp>
        <p:nvSpPr>
          <p:cNvPr id="7" name="AutoShape 2" descr="Generated image">
            <a:extLst>
              <a:ext uri="{FF2B5EF4-FFF2-40B4-BE49-F238E27FC236}">
                <a16:creationId xmlns:a16="http://schemas.microsoft.com/office/drawing/2014/main" id="{C58E0DC4-7ED8-A012-7DAD-EC5BE78631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221771D-7E6E-937E-AF3D-B49397CD810D}"/>
              </a:ext>
            </a:extLst>
          </p:cNvPr>
          <p:cNvGrpSpPr/>
          <p:nvPr/>
        </p:nvGrpSpPr>
        <p:grpSpPr>
          <a:xfrm>
            <a:off x="6903377" y="3965825"/>
            <a:ext cx="1340778" cy="1214130"/>
            <a:chOff x="7217595" y="3160222"/>
            <a:chExt cx="1340778" cy="1214130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CF4E5A5-2509-90DA-39B2-DDD10DA03676}"/>
                </a:ext>
              </a:extLst>
            </p:cNvPr>
            <p:cNvSpPr txBox="1"/>
            <p:nvPr/>
          </p:nvSpPr>
          <p:spPr>
            <a:xfrm>
              <a:off x="7217595" y="4005020"/>
              <a:ext cx="1340778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Bulkhead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A8285C6-3FA7-82CC-F8F0-B66C79DE8452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 flipH="1" flipV="1">
              <a:off x="7536951" y="3160222"/>
              <a:ext cx="351033" cy="844798"/>
            </a:xfrm>
            <a:prstGeom prst="straightConnector1">
              <a:avLst/>
            </a:prstGeom>
            <a:ln>
              <a:solidFill>
                <a:srgbClr val="FF0000"/>
              </a:solidFill>
              <a:headEnd w="med" len="med"/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AB28A947-0D6E-8A0B-9617-82A073F8B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11" y="1690686"/>
            <a:ext cx="6264423" cy="5167313"/>
          </a:xfrm>
        </p:spPr>
        <p:txBody>
          <a:bodyPr>
            <a:normAutofit/>
          </a:bodyPr>
          <a:lstStyle/>
          <a:p>
            <a:r>
              <a:rPr lang="en-US" sz="2400" b="1" dirty="0"/>
              <a:t> Bulkhead </a:t>
            </a: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Location: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Transverse, solid disc, few</a:t>
            </a: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Strength: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High</a:t>
            </a: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Primary Purpose: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Pressure seal, heavy loads, attach wings or tails</a:t>
            </a: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Secondary Purpose:  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Mounting longerons &amp; stringers, shape fuselage</a:t>
            </a:r>
          </a:p>
          <a:p>
            <a:pPr lvl="1"/>
            <a:endParaRPr lang="en-US" sz="2000" dirty="0"/>
          </a:p>
          <a:p>
            <a:r>
              <a:rPr lang="en-US" sz="2400" b="1" dirty="0"/>
              <a:t> Formers </a:t>
            </a:r>
            <a:r>
              <a:rPr lang="en-US" sz="16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(almost same as bulkhead)</a:t>
            </a:r>
            <a:endParaRPr lang="en-US" sz="24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Location: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Transverse, open ring, many</a:t>
            </a: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Strength: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Medium</a:t>
            </a: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Primary Purpose: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Mounting longerons &amp; stringers, shape fuselage</a:t>
            </a:r>
          </a:p>
          <a:p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3294BCB-2364-9DFA-D29B-B928250E0FFC}"/>
              </a:ext>
            </a:extLst>
          </p:cNvPr>
          <p:cNvGrpSpPr/>
          <p:nvPr/>
        </p:nvGrpSpPr>
        <p:grpSpPr>
          <a:xfrm>
            <a:off x="8636179" y="1775717"/>
            <a:ext cx="1060806" cy="1208841"/>
            <a:chOff x="8874304" y="1851859"/>
            <a:chExt cx="1060806" cy="1208841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8380DC0D-3474-4A99-44AF-2601E792B4ED}"/>
                </a:ext>
              </a:extLst>
            </p:cNvPr>
            <p:cNvSpPr txBox="1"/>
            <p:nvPr/>
          </p:nvSpPr>
          <p:spPr>
            <a:xfrm>
              <a:off x="8874304" y="1851859"/>
              <a:ext cx="1060806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Formers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CF2EFC2D-2EF4-4AA5-E9C7-D0D087DD3103}"/>
                </a:ext>
              </a:extLst>
            </p:cNvPr>
            <p:cNvCxnSpPr>
              <a:cxnSpLocks/>
            </p:cNvCxnSpPr>
            <p:nvPr/>
          </p:nvCxnSpPr>
          <p:spPr>
            <a:xfrm>
              <a:off x="9421402" y="2221191"/>
              <a:ext cx="148048" cy="839509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F36BD4D-9718-F802-97C3-970EBD5FA3EB}"/>
                </a:ext>
              </a:extLst>
            </p:cNvPr>
            <p:cNvCxnSpPr>
              <a:cxnSpLocks/>
            </p:cNvCxnSpPr>
            <p:nvPr/>
          </p:nvCxnSpPr>
          <p:spPr>
            <a:xfrm>
              <a:off x="9480550" y="2558100"/>
              <a:ext cx="244475" cy="420906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7CD4E0D-A96C-B613-F46D-F69696F58836}"/>
              </a:ext>
            </a:extLst>
          </p:cNvPr>
          <p:cNvSpPr txBox="1"/>
          <p:nvPr/>
        </p:nvSpPr>
        <p:spPr>
          <a:xfrm rot="171697">
            <a:off x="9981696" y="3724438"/>
            <a:ext cx="16633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6E40D6C7-733E-16CC-B2E0-671A060DE221}"/>
              </a:ext>
            </a:extLst>
          </p:cNvPr>
          <p:cNvSpPr txBox="1"/>
          <p:nvPr/>
        </p:nvSpPr>
        <p:spPr>
          <a:xfrm>
            <a:off x="10287253" y="57348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ChatGPT</a:t>
            </a:r>
          </a:p>
        </p:txBody>
      </p:sp>
    </p:spTree>
    <p:extLst>
      <p:ext uri="{BB962C8B-B14F-4D97-AF65-F5344CB8AC3E}">
        <p14:creationId xmlns:p14="http://schemas.microsoft.com/office/powerpoint/2010/main" val="807531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3B1B0F6-93D4-D795-D15A-7B45F1C7B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F85F32-ADDD-FE76-3364-08967CEB85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3868" y="1665857"/>
            <a:ext cx="5572903" cy="28102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C002FC-70E5-F557-B33B-56DBC6C081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858500" cy="877824"/>
          </a:xfrm>
        </p:spPr>
        <p:txBody>
          <a:bodyPr/>
          <a:lstStyle/>
          <a:p>
            <a:r>
              <a:rPr lang="en-US" dirty="0"/>
              <a:t>Fuselage Construction:  </a:t>
            </a:r>
            <a:r>
              <a:rPr lang="en-US" b="1" dirty="0"/>
              <a:t>Longerons</a:t>
            </a:r>
            <a:r>
              <a:rPr lang="en-US" dirty="0"/>
              <a:t> &amp; </a:t>
            </a:r>
            <a:r>
              <a:rPr lang="en-US" b="1" dirty="0"/>
              <a:t>Stringers</a:t>
            </a:r>
          </a:p>
        </p:txBody>
      </p:sp>
      <p:sp>
        <p:nvSpPr>
          <p:cNvPr id="7" name="AutoShape 2" descr="Generated image">
            <a:extLst>
              <a:ext uri="{FF2B5EF4-FFF2-40B4-BE49-F238E27FC236}">
                <a16:creationId xmlns:a16="http://schemas.microsoft.com/office/drawing/2014/main" id="{DE20C71D-E9B6-459B-7277-1B01D2000C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209B35D-4072-C253-24DD-D9596D4AF43F}"/>
              </a:ext>
            </a:extLst>
          </p:cNvPr>
          <p:cNvGrpSpPr/>
          <p:nvPr/>
        </p:nvGrpSpPr>
        <p:grpSpPr>
          <a:xfrm>
            <a:off x="7880642" y="3733800"/>
            <a:ext cx="1158583" cy="1241798"/>
            <a:chOff x="7455720" y="3065879"/>
            <a:chExt cx="1158583" cy="1241798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EAF15E4-3833-F917-77D9-C4483EEACF67}"/>
                </a:ext>
              </a:extLst>
            </p:cNvPr>
            <p:cNvSpPr txBox="1"/>
            <p:nvPr/>
          </p:nvSpPr>
          <p:spPr>
            <a:xfrm>
              <a:off x="7455720" y="3938345"/>
              <a:ext cx="1158583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Stringers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770CE73B-4EED-FDAA-FDFA-6AC4FD61F6F8}"/>
                </a:ext>
              </a:extLst>
            </p:cNvPr>
            <p:cNvCxnSpPr>
              <a:cxnSpLocks/>
              <a:stCxn id="13" idx="0"/>
            </p:cNvCxnSpPr>
            <p:nvPr/>
          </p:nvCxnSpPr>
          <p:spPr>
            <a:xfrm flipH="1" flipV="1">
              <a:off x="7738003" y="3065879"/>
              <a:ext cx="297009" cy="872466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A55A0B1-A62B-4709-4813-DE0904897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11" y="1690686"/>
            <a:ext cx="6264423" cy="5167313"/>
          </a:xfrm>
        </p:spPr>
        <p:txBody>
          <a:bodyPr>
            <a:normAutofit/>
          </a:bodyPr>
          <a:lstStyle/>
          <a:p>
            <a:r>
              <a:rPr lang="en-US" sz="2400" b="1" dirty="0"/>
              <a:t> Longerons </a:t>
            </a: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Location: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Longitudinal, large, few</a:t>
            </a: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Strength: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High</a:t>
            </a: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Primary Purpose: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Main bending/torsion loads</a:t>
            </a:r>
          </a:p>
          <a:p>
            <a:pPr lvl="1"/>
            <a:endParaRPr lang="en-US" sz="2000" dirty="0"/>
          </a:p>
          <a:p>
            <a:r>
              <a:rPr lang="en-US" sz="2400" b="1" dirty="0"/>
              <a:t> Stringers</a:t>
            </a: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Location: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Longitudinal, small, many</a:t>
            </a: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Strength: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Low</a:t>
            </a: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Primary Purpose: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Local stiffening, skin support</a:t>
            </a:r>
          </a:p>
          <a:p>
            <a:endParaRPr lang="en-US" dirty="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C5619450-3E23-F675-C99D-1C2D92693D60}"/>
              </a:ext>
            </a:extLst>
          </p:cNvPr>
          <p:cNvGrpSpPr/>
          <p:nvPr/>
        </p:nvGrpSpPr>
        <p:grpSpPr>
          <a:xfrm>
            <a:off x="8721256" y="1816017"/>
            <a:ext cx="1317447" cy="1365513"/>
            <a:chOff x="7814476" y="86476"/>
            <a:chExt cx="1317447" cy="1365513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CCEAB18-FE32-EBF8-55CA-042E0375D407}"/>
                </a:ext>
              </a:extLst>
            </p:cNvPr>
            <p:cNvSpPr txBox="1"/>
            <p:nvPr/>
          </p:nvSpPr>
          <p:spPr>
            <a:xfrm>
              <a:off x="7814476" y="86476"/>
              <a:ext cx="1317447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Longerons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064F656-DBB0-E19E-A022-23ECBA8DD180}"/>
                </a:ext>
              </a:extLst>
            </p:cNvPr>
            <p:cNvCxnSpPr>
              <a:cxnSpLocks/>
            </p:cNvCxnSpPr>
            <p:nvPr/>
          </p:nvCxnSpPr>
          <p:spPr>
            <a:xfrm>
              <a:off x="8473199" y="455808"/>
              <a:ext cx="130660" cy="799209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1A3A49B4-4C6F-65AF-BD5F-D56AE90333C2}"/>
                </a:ext>
              </a:extLst>
            </p:cNvPr>
            <p:cNvCxnSpPr>
              <a:cxnSpLocks/>
            </p:cNvCxnSpPr>
            <p:nvPr/>
          </p:nvCxnSpPr>
          <p:spPr>
            <a:xfrm>
              <a:off x="8538529" y="852878"/>
              <a:ext cx="384491" cy="599111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9EB0A667-2F9C-6C5E-22B6-B1D4F9AC457A}"/>
              </a:ext>
            </a:extLst>
          </p:cNvPr>
          <p:cNvSpPr txBox="1"/>
          <p:nvPr/>
        </p:nvSpPr>
        <p:spPr>
          <a:xfrm rot="171697">
            <a:off x="10032782" y="3725393"/>
            <a:ext cx="161254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14656CF1-135B-3D12-84FB-7FF18EDCA462}"/>
              </a:ext>
            </a:extLst>
          </p:cNvPr>
          <p:cNvSpPr txBox="1"/>
          <p:nvPr/>
        </p:nvSpPr>
        <p:spPr>
          <a:xfrm>
            <a:off x="10287253" y="57348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ChatGPT</a:t>
            </a:r>
          </a:p>
        </p:txBody>
      </p:sp>
    </p:spTree>
    <p:extLst>
      <p:ext uri="{BB962C8B-B14F-4D97-AF65-F5344CB8AC3E}">
        <p14:creationId xmlns:p14="http://schemas.microsoft.com/office/powerpoint/2010/main" val="261601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8210D-BDA7-93F8-A93E-E67DEAEEBF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86F97B30-8108-1A2A-25F0-C3BA5531DC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320" y="1316540"/>
            <a:ext cx="5572903" cy="28102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6B1034C-5503-EF73-D160-E03686C54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858500" cy="877824"/>
          </a:xfrm>
        </p:spPr>
        <p:txBody>
          <a:bodyPr/>
          <a:lstStyle/>
          <a:p>
            <a:r>
              <a:rPr lang="en-US" dirty="0"/>
              <a:t>Fuselage Construction:  </a:t>
            </a:r>
            <a:r>
              <a:rPr lang="en-US" b="1" dirty="0"/>
              <a:t>Skin </a:t>
            </a:r>
            <a:r>
              <a:rPr lang="en-US" dirty="0"/>
              <a:t>&amp;</a:t>
            </a:r>
            <a:r>
              <a:rPr lang="en-US" b="1" dirty="0"/>
              <a:t> Fasteners</a:t>
            </a:r>
          </a:p>
        </p:txBody>
      </p:sp>
      <p:sp>
        <p:nvSpPr>
          <p:cNvPr id="7" name="AutoShape 2" descr="Generated image">
            <a:extLst>
              <a:ext uri="{FF2B5EF4-FFF2-40B4-BE49-F238E27FC236}">
                <a16:creationId xmlns:a16="http://schemas.microsoft.com/office/drawing/2014/main" id="{3AFDF594-65B8-4328-8137-3E34D5E9CB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B4F33EBB-31AA-2A2B-17CA-1F81CFE7A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11" y="1690686"/>
            <a:ext cx="6264423" cy="5167313"/>
          </a:xfrm>
        </p:spPr>
        <p:txBody>
          <a:bodyPr>
            <a:normAutofit/>
          </a:bodyPr>
          <a:lstStyle/>
          <a:p>
            <a:r>
              <a:rPr lang="en-US" sz="2400" b="1" dirty="0"/>
              <a:t> Skin </a:t>
            </a: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Location: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External shell, many small sections</a:t>
            </a: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Strength: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Moderate</a:t>
            </a: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Primary Purpose: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Aerodynamic shape, pressure seal, strengthens airframe</a:t>
            </a:r>
          </a:p>
          <a:p>
            <a:pPr lvl="1"/>
            <a:endParaRPr lang="en-US" sz="2000" dirty="0"/>
          </a:p>
          <a:p>
            <a:r>
              <a:rPr lang="en-US" sz="2400" b="1" dirty="0"/>
              <a:t> Fasteners</a:t>
            </a: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Location: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Everywhere!</a:t>
            </a: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Strength: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Low, Moderate, Strong</a:t>
            </a:r>
          </a:p>
          <a:p>
            <a:pPr lvl="1"/>
            <a:r>
              <a:rPr lang="en-US" sz="20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Primary Purpose:</a:t>
            </a: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Bolting together large components heavy load, screws or rivets to fasten smaller components under low to moderate load</a:t>
            </a:r>
          </a:p>
          <a:p>
            <a:endParaRPr lang="en-US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987F14D-1B27-C2A5-7F72-5E6CEFA292E2}"/>
              </a:ext>
            </a:extLst>
          </p:cNvPr>
          <p:cNvGrpSpPr/>
          <p:nvPr/>
        </p:nvGrpSpPr>
        <p:grpSpPr>
          <a:xfrm>
            <a:off x="9162526" y="2482851"/>
            <a:ext cx="568848" cy="679450"/>
            <a:chOff x="9162526" y="2825751"/>
            <a:chExt cx="568848" cy="679450"/>
          </a:xfrm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4DB4D658-8442-FDAE-DF0F-94CA084C7A64}"/>
                </a:ext>
              </a:extLst>
            </p:cNvPr>
            <p:cNvSpPr/>
            <p:nvPr/>
          </p:nvSpPr>
          <p:spPr>
            <a:xfrm>
              <a:off x="9162526" y="2825751"/>
              <a:ext cx="568848" cy="679450"/>
            </a:xfrm>
            <a:custGeom>
              <a:avLst/>
              <a:gdLst>
                <a:gd name="csX0" fmla="*/ 0 w 590550"/>
                <a:gd name="csY0" fmla="*/ 69850 h 679450"/>
                <a:gd name="csX1" fmla="*/ 95250 w 590550"/>
                <a:gd name="csY1" fmla="*/ 101600 h 679450"/>
                <a:gd name="csX2" fmla="*/ 146050 w 590550"/>
                <a:gd name="csY2" fmla="*/ 152400 h 679450"/>
                <a:gd name="csX3" fmla="*/ 209550 w 590550"/>
                <a:gd name="csY3" fmla="*/ 234950 h 679450"/>
                <a:gd name="csX4" fmla="*/ 234950 w 590550"/>
                <a:gd name="csY4" fmla="*/ 298450 h 679450"/>
                <a:gd name="csX5" fmla="*/ 292100 w 590550"/>
                <a:gd name="csY5" fmla="*/ 412750 h 679450"/>
                <a:gd name="csX6" fmla="*/ 292100 w 590550"/>
                <a:gd name="csY6" fmla="*/ 508000 h 679450"/>
                <a:gd name="csX7" fmla="*/ 298450 w 590550"/>
                <a:gd name="csY7" fmla="*/ 603250 h 679450"/>
                <a:gd name="csX8" fmla="*/ 285750 w 590550"/>
                <a:gd name="csY8" fmla="*/ 679450 h 679450"/>
                <a:gd name="csX9" fmla="*/ 590550 w 590550"/>
                <a:gd name="csY9" fmla="*/ 584200 h 679450"/>
                <a:gd name="csX10" fmla="*/ 590550 w 590550"/>
                <a:gd name="csY10" fmla="*/ 400050 h 679450"/>
                <a:gd name="csX11" fmla="*/ 520700 w 590550"/>
                <a:gd name="csY11" fmla="*/ 234950 h 679450"/>
                <a:gd name="csX12" fmla="*/ 457200 w 590550"/>
                <a:gd name="csY12" fmla="*/ 120650 h 679450"/>
                <a:gd name="csX13" fmla="*/ 330200 w 590550"/>
                <a:gd name="csY13" fmla="*/ 38100 h 679450"/>
                <a:gd name="csX14" fmla="*/ 234950 w 590550"/>
                <a:gd name="csY14" fmla="*/ 0 h 679450"/>
                <a:gd name="csX15" fmla="*/ 0 w 590550"/>
                <a:gd name="csY15" fmla="*/ 69850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161925 w 606425"/>
                <a:gd name="csY2" fmla="*/ 152400 h 679450"/>
                <a:gd name="csX3" fmla="*/ 225425 w 606425"/>
                <a:gd name="csY3" fmla="*/ 234950 h 679450"/>
                <a:gd name="csX4" fmla="*/ 250825 w 606425"/>
                <a:gd name="csY4" fmla="*/ 298450 h 679450"/>
                <a:gd name="csX5" fmla="*/ 307975 w 606425"/>
                <a:gd name="csY5" fmla="*/ 412750 h 679450"/>
                <a:gd name="csX6" fmla="*/ 307975 w 606425"/>
                <a:gd name="csY6" fmla="*/ 508000 h 679450"/>
                <a:gd name="csX7" fmla="*/ 314325 w 606425"/>
                <a:gd name="csY7" fmla="*/ 603250 h 679450"/>
                <a:gd name="csX8" fmla="*/ 301625 w 606425"/>
                <a:gd name="csY8" fmla="*/ 679450 h 679450"/>
                <a:gd name="csX9" fmla="*/ 606425 w 606425"/>
                <a:gd name="csY9" fmla="*/ 584200 h 679450"/>
                <a:gd name="csX10" fmla="*/ 606425 w 606425"/>
                <a:gd name="csY10" fmla="*/ 400050 h 679450"/>
                <a:gd name="csX11" fmla="*/ 536575 w 606425"/>
                <a:gd name="csY11" fmla="*/ 234950 h 679450"/>
                <a:gd name="csX12" fmla="*/ 473075 w 606425"/>
                <a:gd name="csY12" fmla="*/ 120650 h 679450"/>
                <a:gd name="csX13" fmla="*/ 346075 w 606425"/>
                <a:gd name="csY13" fmla="*/ 38100 h 679450"/>
                <a:gd name="csX14" fmla="*/ 250825 w 606425"/>
                <a:gd name="csY14" fmla="*/ 0 h 679450"/>
                <a:gd name="csX15" fmla="*/ 0 w 606425"/>
                <a:gd name="csY15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161925 w 606425"/>
                <a:gd name="csY2" fmla="*/ 152400 h 679450"/>
                <a:gd name="csX3" fmla="*/ 225425 w 606425"/>
                <a:gd name="csY3" fmla="*/ 234950 h 679450"/>
                <a:gd name="csX4" fmla="*/ 250825 w 606425"/>
                <a:gd name="csY4" fmla="*/ 298450 h 679450"/>
                <a:gd name="csX5" fmla="*/ 307975 w 606425"/>
                <a:gd name="csY5" fmla="*/ 412750 h 679450"/>
                <a:gd name="csX6" fmla="*/ 307975 w 606425"/>
                <a:gd name="csY6" fmla="*/ 508000 h 679450"/>
                <a:gd name="csX7" fmla="*/ 301625 w 606425"/>
                <a:gd name="csY7" fmla="*/ 679450 h 679450"/>
                <a:gd name="csX8" fmla="*/ 606425 w 606425"/>
                <a:gd name="csY8" fmla="*/ 584200 h 679450"/>
                <a:gd name="csX9" fmla="*/ 606425 w 606425"/>
                <a:gd name="csY9" fmla="*/ 400050 h 679450"/>
                <a:gd name="csX10" fmla="*/ 536575 w 606425"/>
                <a:gd name="csY10" fmla="*/ 234950 h 679450"/>
                <a:gd name="csX11" fmla="*/ 473075 w 606425"/>
                <a:gd name="csY11" fmla="*/ 120650 h 679450"/>
                <a:gd name="csX12" fmla="*/ 346075 w 606425"/>
                <a:gd name="csY12" fmla="*/ 38100 h 679450"/>
                <a:gd name="csX13" fmla="*/ 250825 w 606425"/>
                <a:gd name="csY13" fmla="*/ 0 h 679450"/>
                <a:gd name="csX14" fmla="*/ 0 w 606425"/>
                <a:gd name="csY14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161925 w 606425"/>
                <a:gd name="csY2" fmla="*/ 152400 h 679450"/>
                <a:gd name="csX3" fmla="*/ 225425 w 606425"/>
                <a:gd name="csY3" fmla="*/ 234950 h 679450"/>
                <a:gd name="csX4" fmla="*/ 250825 w 606425"/>
                <a:gd name="csY4" fmla="*/ 298450 h 679450"/>
                <a:gd name="csX5" fmla="*/ 298450 w 606425"/>
                <a:gd name="csY5" fmla="*/ 412750 h 679450"/>
                <a:gd name="csX6" fmla="*/ 307975 w 606425"/>
                <a:gd name="csY6" fmla="*/ 508000 h 679450"/>
                <a:gd name="csX7" fmla="*/ 301625 w 606425"/>
                <a:gd name="csY7" fmla="*/ 679450 h 679450"/>
                <a:gd name="csX8" fmla="*/ 606425 w 606425"/>
                <a:gd name="csY8" fmla="*/ 584200 h 679450"/>
                <a:gd name="csX9" fmla="*/ 606425 w 606425"/>
                <a:gd name="csY9" fmla="*/ 400050 h 679450"/>
                <a:gd name="csX10" fmla="*/ 536575 w 606425"/>
                <a:gd name="csY10" fmla="*/ 234950 h 679450"/>
                <a:gd name="csX11" fmla="*/ 473075 w 606425"/>
                <a:gd name="csY11" fmla="*/ 120650 h 679450"/>
                <a:gd name="csX12" fmla="*/ 346075 w 606425"/>
                <a:gd name="csY12" fmla="*/ 38100 h 679450"/>
                <a:gd name="csX13" fmla="*/ 250825 w 606425"/>
                <a:gd name="csY13" fmla="*/ 0 h 679450"/>
                <a:gd name="csX14" fmla="*/ 0 w 606425"/>
                <a:gd name="csY14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161925 w 606425"/>
                <a:gd name="csY2" fmla="*/ 152400 h 679450"/>
                <a:gd name="csX3" fmla="*/ 225425 w 606425"/>
                <a:gd name="csY3" fmla="*/ 234950 h 679450"/>
                <a:gd name="csX4" fmla="*/ 250825 w 606425"/>
                <a:gd name="csY4" fmla="*/ 298450 h 679450"/>
                <a:gd name="csX5" fmla="*/ 298450 w 606425"/>
                <a:gd name="csY5" fmla="*/ 412750 h 679450"/>
                <a:gd name="csX6" fmla="*/ 307975 w 606425"/>
                <a:gd name="csY6" fmla="*/ 508000 h 679450"/>
                <a:gd name="csX7" fmla="*/ 301625 w 606425"/>
                <a:gd name="csY7" fmla="*/ 679450 h 679450"/>
                <a:gd name="csX8" fmla="*/ 606425 w 606425"/>
                <a:gd name="csY8" fmla="*/ 584200 h 679450"/>
                <a:gd name="csX9" fmla="*/ 606425 w 606425"/>
                <a:gd name="csY9" fmla="*/ 400050 h 679450"/>
                <a:gd name="csX10" fmla="*/ 568326 w 606425"/>
                <a:gd name="csY10" fmla="*/ 314325 h 679450"/>
                <a:gd name="csX11" fmla="*/ 536575 w 606425"/>
                <a:gd name="csY11" fmla="*/ 234950 h 679450"/>
                <a:gd name="csX12" fmla="*/ 473075 w 606425"/>
                <a:gd name="csY12" fmla="*/ 120650 h 679450"/>
                <a:gd name="csX13" fmla="*/ 346075 w 606425"/>
                <a:gd name="csY13" fmla="*/ 38100 h 679450"/>
                <a:gd name="csX14" fmla="*/ 250825 w 606425"/>
                <a:gd name="csY14" fmla="*/ 0 h 679450"/>
                <a:gd name="csX15" fmla="*/ 0 w 606425"/>
                <a:gd name="csY15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161925 w 606425"/>
                <a:gd name="csY2" fmla="*/ 152400 h 679450"/>
                <a:gd name="csX3" fmla="*/ 225425 w 606425"/>
                <a:gd name="csY3" fmla="*/ 234950 h 679450"/>
                <a:gd name="csX4" fmla="*/ 250825 w 606425"/>
                <a:gd name="csY4" fmla="*/ 298450 h 679450"/>
                <a:gd name="csX5" fmla="*/ 298450 w 606425"/>
                <a:gd name="csY5" fmla="*/ 412750 h 679450"/>
                <a:gd name="csX6" fmla="*/ 307975 w 606425"/>
                <a:gd name="csY6" fmla="*/ 508000 h 679450"/>
                <a:gd name="csX7" fmla="*/ 301625 w 606425"/>
                <a:gd name="csY7" fmla="*/ 679450 h 679450"/>
                <a:gd name="csX8" fmla="*/ 606425 w 606425"/>
                <a:gd name="csY8" fmla="*/ 584200 h 679450"/>
                <a:gd name="csX9" fmla="*/ 606425 w 606425"/>
                <a:gd name="csY9" fmla="*/ 400050 h 679450"/>
                <a:gd name="csX10" fmla="*/ 568326 w 606425"/>
                <a:gd name="csY10" fmla="*/ 314325 h 679450"/>
                <a:gd name="csX11" fmla="*/ 536575 w 606425"/>
                <a:gd name="csY11" fmla="*/ 234950 h 679450"/>
                <a:gd name="csX12" fmla="*/ 473075 w 606425"/>
                <a:gd name="csY12" fmla="*/ 120650 h 679450"/>
                <a:gd name="csX13" fmla="*/ 346075 w 606425"/>
                <a:gd name="csY13" fmla="*/ 38100 h 679450"/>
                <a:gd name="csX14" fmla="*/ 250825 w 606425"/>
                <a:gd name="csY14" fmla="*/ 0 h 679450"/>
                <a:gd name="csX15" fmla="*/ 0 w 606425"/>
                <a:gd name="csY15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161925 w 606425"/>
                <a:gd name="csY2" fmla="*/ 152400 h 679450"/>
                <a:gd name="csX3" fmla="*/ 225425 w 606425"/>
                <a:gd name="csY3" fmla="*/ 234950 h 679450"/>
                <a:gd name="csX4" fmla="*/ 250825 w 606425"/>
                <a:gd name="csY4" fmla="*/ 298450 h 679450"/>
                <a:gd name="csX5" fmla="*/ 298450 w 606425"/>
                <a:gd name="csY5" fmla="*/ 412750 h 679450"/>
                <a:gd name="csX6" fmla="*/ 307975 w 606425"/>
                <a:gd name="csY6" fmla="*/ 508000 h 679450"/>
                <a:gd name="csX7" fmla="*/ 301625 w 606425"/>
                <a:gd name="csY7" fmla="*/ 679450 h 679450"/>
                <a:gd name="csX8" fmla="*/ 606425 w 606425"/>
                <a:gd name="csY8" fmla="*/ 584200 h 679450"/>
                <a:gd name="csX9" fmla="*/ 606425 w 606425"/>
                <a:gd name="csY9" fmla="*/ 400050 h 679450"/>
                <a:gd name="csX10" fmla="*/ 568326 w 606425"/>
                <a:gd name="csY10" fmla="*/ 314325 h 679450"/>
                <a:gd name="csX11" fmla="*/ 536575 w 606425"/>
                <a:gd name="csY11" fmla="*/ 234950 h 679450"/>
                <a:gd name="csX12" fmla="*/ 473075 w 606425"/>
                <a:gd name="csY12" fmla="*/ 120650 h 679450"/>
                <a:gd name="csX13" fmla="*/ 346075 w 606425"/>
                <a:gd name="csY13" fmla="*/ 38100 h 679450"/>
                <a:gd name="csX14" fmla="*/ 250825 w 606425"/>
                <a:gd name="csY14" fmla="*/ 0 h 679450"/>
                <a:gd name="csX15" fmla="*/ 0 w 606425"/>
                <a:gd name="csY15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161925 w 606425"/>
                <a:gd name="csY2" fmla="*/ 152400 h 679450"/>
                <a:gd name="csX3" fmla="*/ 225425 w 606425"/>
                <a:gd name="csY3" fmla="*/ 234950 h 679450"/>
                <a:gd name="csX4" fmla="*/ 250825 w 606425"/>
                <a:gd name="csY4" fmla="*/ 298450 h 679450"/>
                <a:gd name="csX5" fmla="*/ 298450 w 606425"/>
                <a:gd name="csY5" fmla="*/ 412750 h 679450"/>
                <a:gd name="csX6" fmla="*/ 307975 w 606425"/>
                <a:gd name="csY6" fmla="*/ 508000 h 679450"/>
                <a:gd name="csX7" fmla="*/ 301625 w 606425"/>
                <a:gd name="csY7" fmla="*/ 679450 h 679450"/>
                <a:gd name="csX8" fmla="*/ 606425 w 606425"/>
                <a:gd name="csY8" fmla="*/ 584200 h 679450"/>
                <a:gd name="csX9" fmla="*/ 606425 w 606425"/>
                <a:gd name="csY9" fmla="*/ 400050 h 679450"/>
                <a:gd name="csX10" fmla="*/ 568326 w 606425"/>
                <a:gd name="csY10" fmla="*/ 314325 h 679450"/>
                <a:gd name="csX11" fmla="*/ 536575 w 606425"/>
                <a:gd name="csY11" fmla="*/ 234950 h 679450"/>
                <a:gd name="csX12" fmla="*/ 473075 w 606425"/>
                <a:gd name="csY12" fmla="*/ 120650 h 679450"/>
                <a:gd name="csX13" fmla="*/ 346075 w 606425"/>
                <a:gd name="csY13" fmla="*/ 38100 h 679450"/>
                <a:gd name="csX14" fmla="*/ 250825 w 606425"/>
                <a:gd name="csY14" fmla="*/ 0 h 679450"/>
                <a:gd name="csX15" fmla="*/ 0 w 606425"/>
                <a:gd name="csY15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161925 w 606425"/>
                <a:gd name="csY2" fmla="*/ 152400 h 679450"/>
                <a:gd name="csX3" fmla="*/ 225425 w 606425"/>
                <a:gd name="csY3" fmla="*/ 234950 h 679450"/>
                <a:gd name="csX4" fmla="*/ 250825 w 606425"/>
                <a:gd name="csY4" fmla="*/ 298450 h 679450"/>
                <a:gd name="csX5" fmla="*/ 298450 w 606425"/>
                <a:gd name="csY5" fmla="*/ 412750 h 679450"/>
                <a:gd name="csX6" fmla="*/ 301625 w 606425"/>
                <a:gd name="csY6" fmla="*/ 679450 h 679450"/>
                <a:gd name="csX7" fmla="*/ 606425 w 606425"/>
                <a:gd name="csY7" fmla="*/ 584200 h 679450"/>
                <a:gd name="csX8" fmla="*/ 606425 w 606425"/>
                <a:gd name="csY8" fmla="*/ 400050 h 679450"/>
                <a:gd name="csX9" fmla="*/ 568326 w 606425"/>
                <a:gd name="csY9" fmla="*/ 314325 h 679450"/>
                <a:gd name="csX10" fmla="*/ 536575 w 606425"/>
                <a:gd name="csY10" fmla="*/ 234950 h 679450"/>
                <a:gd name="csX11" fmla="*/ 473075 w 606425"/>
                <a:gd name="csY11" fmla="*/ 120650 h 679450"/>
                <a:gd name="csX12" fmla="*/ 346075 w 606425"/>
                <a:gd name="csY12" fmla="*/ 38100 h 679450"/>
                <a:gd name="csX13" fmla="*/ 250825 w 606425"/>
                <a:gd name="csY13" fmla="*/ 0 h 679450"/>
                <a:gd name="csX14" fmla="*/ 0 w 606425"/>
                <a:gd name="csY14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161925 w 606425"/>
                <a:gd name="csY2" fmla="*/ 152400 h 679450"/>
                <a:gd name="csX3" fmla="*/ 225425 w 606425"/>
                <a:gd name="csY3" fmla="*/ 234950 h 679450"/>
                <a:gd name="csX4" fmla="*/ 250825 w 606425"/>
                <a:gd name="csY4" fmla="*/ 298450 h 679450"/>
                <a:gd name="csX5" fmla="*/ 301625 w 606425"/>
                <a:gd name="csY5" fmla="*/ 679450 h 679450"/>
                <a:gd name="csX6" fmla="*/ 606425 w 606425"/>
                <a:gd name="csY6" fmla="*/ 584200 h 679450"/>
                <a:gd name="csX7" fmla="*/ 606425 w 606425"/>
                <a:gd name="csY7" fmla="*/ 400050 h 679450"/>
                <a:gd name="csX8" fmla="*/ 568326 w 606425"/>
                <a:gd name="csY8" fmla="*/ 314325 h 679450"/>
                <a:gd name="csX9" fmla="*/ 536575 w 606425"/>
                <a:gd name="csY9" fmla="*/ 234950 h 679450"/>
                <a:gd name="csX10" fmla="*/ 473075 w 606425"/>
                <a:gd name="csY10" fmla="*/ 120650 h 679450"/>
                <a:gd name="csX11" fmla="*/ 346075 w 606425"/>
                <a:gd name="csY11" fmla="*/ 38100 h 679450"/>
                <a:gd name="csX12" fmla="*/ 250825 w 606425"/>
                <a:gd name="csY12" fmla="*/ 0 h 679450"/>
                <a:gd name="csX13" fmla="*/ 0 w 606425"/>
                <a:gd name="csY13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161925 w 606425"/>
                <a:gd name="csY2" fmla="*/ 152400 h 679450"/>
                <a:gd name="csX3" fmla="*/ 250825 w 606425"/>
                <a:gd name="csY3" fmla="*/ 298450 h 679450"/>
                <a:gd name="csX4" fmla="*/ 301625 w 606425"/>
                <a:gd name="csY4" fmla="*/ 679450 h 679450"/>
                <a:gd name="csX5" fmla="*/ 606425 w 606425"/>
                <a:gd name="csY5" fmla="*/ 584200 h 679450"/>
                <a:gd name="csX6" fmla="*/ 606425 w 606425"/>
                <a:gd name="csY6" fmla="*/ 400050 h 679450"/>
                <a:gd name="csX7" fmla="*/ 568326 w 606425"/>
                <a:gd name="csY7" fmla="*/ 314325 h 679450"/>
                <a:gd name="csX8" fmla="*/ 536575 w 606425"/>
                <a:gd name="csY8" fmla="*/ 234950 h 679450"/>
                <a:gd name="csX9" fmla="*/ 473075 w 606425"/>
                <a:gd name="csY9" fmla="*/ 120650 h 679450"/>
                <a:gd name="csX10" fmla="*/ 346075 w 606425"/>
                <a:gd name="csY10" fmla="*/ 38100 h 679450"/>
                <a:gd name="csX11" fmla="*/ 250825 w 606425"/>
                <a:gd name="csY11" fmla="*/ 0 h 679450"/>
                <a:gd name="csX12" fmla="*/ 0 w 606425"/>
                <a:gd name="csY12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250825 w 606425"/>
                <a:gd name="csY2" fmla="*/ 298450 h 679450"/>
                <a:gd name="csX3" fmla="*/ 301625 w 606425"/>
                <a:gd name="csY3" fmla="*/ 679450 h 679450"/>
                <a:gd name="csX4" fmla="*/ 606425 w 606425"/>
                <a:gd name="csY4" fmla="*/ 584200 h 679450"/>
                <a:gd name="csX5" fmla="*/ 606425 w 606425"/>
                <a:gd name="csY5" fmla="*/ 400050 h 679450"/>
                <a:gd name="csX6" fmla="*/ 568326 w 606425"/>
                <a:gd name="csY6" fmla="*/ 314325 h 679450"/>
                <a:gd name="csX7" fmla="*/ 536575 w 606425"/>
                <a:gd name="csY7" fmla="*/ 234950 h 679450"/>
                <a:gd name="csX8" fmla="*/ 473075 w 606425"/>
                <a:gd name="csY8" fmla="*/ 120650 h 679450"/>
                <a:gd name="csX9" fmla="*/ 346075 w 606425"/>
                <a:gd name="csY9" fmla="*/ 38100 h 679450"/>
                <a:gd name="csX10" fmla="*/ 250825 w 606425"/>
                <a:gd name="csY10" fmla="*/ 0 h 679450"/>
                <a:gd name="csX11" fmla="*/ 0 w 606425"/>
                <a:gd name="csY11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250825 w 606425"/>
                <a:gd name="csY2" fmla="*/ 298450 h 679450"/>
                <a:gd name="csX3" fmla="*/ 301625 w 606425"/>
                <a:gd name="csY3" fmla="*/ 679450 h 679450"/>
                <a:gd name="csX4" fmla="*/ 606425 w 606425"/>
                <a:gd name="csY4" fmla="*/ 584200 h 679450"/>
                <a:gd name="csX5" fmla="*/ 606425 w 606425"/>
                <a:gd name="csY5" fmla="*/ 400050 h 679450"/>
                <a:gd name="csX6" fmla="*/ 568326 w 606425"/>
                <a:gd name="csY6" fmla="*/ 314325 h 679450"/>
                <a:gd name="csX7" fmla="*/ 536575 w 606425"/>
                <a:gd name="csY7" fmla="*/ 234950 h 679450"/>
                <a:gd name="csX8" fmla="*/ 346075 w 606425"/>
                <a:gd name="csY8" fmla="*/ 38100 h 679450"/>
                <a:gd name="csX9" fmla="*/ 250825 w 606425"/>
                <a:gd name="csY9" fmla="*/ 0 h 679450"/>
                <a:gd name="csX10" fmla="*/ 0 w 606425"/>
                <a:gd name="csY10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250825 w 606425"/>
                <a:gd name="csY2" fmla="*/ 298450 h 679450"/>
                <a:gd name="csX3" fmla="*/ 301625 w 606425"/>
                <a:gd name="csY3" fmla="*/ 679450 h 679450"/>
                <a:gd name="csX4" fmla="*/ 606425 w 606425"/>
                <a:gd name="csY4" fmla="*/ 584200 h 679450"/>
                <a:gd name="csX5" fmla="*/ 606425 w 606425"/>
                <a:gd name="csY5" fmla="*/ 400050 h 679450"/>
                <a:gd name="csX6" fmla="*/ 536575 w 606425"/>
                <a:gd name="csY6" fmla="*/ 234950 h 679450"/>
                <a:gd name="csX7" fmla="*/ 346075 w 606425"/>
                <a:gd name="csY7" fmla="*/ 38100 h 679450"/>
                <a:gd name="csX8" fmla="*/ 250825 w 606425"/>
                <a:gd name="csY8" fmla="*/ 0 h 679450"/>
                <a:gd name="csX9" fmla="*/ 0 w 606425"/>
                <a:gd name="csY9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250825 w 606425"/>
                <a:gd name="csY2" fmla="*/ 298450 h 679450"/>
                <a:gd name="csX3" fmla="*/ 257176 w 606425"/>
                <a:gd name="csY3" fmla="*/ 495300 h 679450"/>
                <a:gd name="csX4" fmla="*/ 301625 w 606425"/>
                <a:gd name="csY4" fmla="*/ 679450 h 679450"/>
                <a:gd name="csX5" fmla="*/ 606425 w 606425"/>
                <a:gd name="csY5" fmla="*/ 584200 h 679450"/>
                <a:gd name="csX6" fmla="*/ 606425 w 606425"/>
                <a:gd name="csY6" fmla="*/ 400050 h 679450"/>
                <a:gd name="csX7" fmla="*/ 536575 w 606425"/>
                <a:gd name="csY7" fmla="*/ 234950 h 679450"/>
                <a:gd name="csX8" fmla="*/ 346075 w 606425"/>
                <a:gd name="csY8" fmla="*/ 38100 h 679450"/>
                <a:gd name="csX9" fmla="*/ 250825 w 606425"/>
                <a:gd name="csY9" fmla="*/ 0 h 679450"/>
                <a:gd name="csX10" fmla="*/ 0 w 606425"/>
                <a:gd name="csY10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250825 w 606425"/>
                <a:gd name="csY2" fmla="*/ 298450 h 679450"/>
                <a:gd name="csX3" fmla="*/ 273051 w 606425"/>
                <a:gd name="csY3" fmla="*/ 495300 h 679450"/>
                <a:gd name="csX4" fmla="*/ 301625 w 606425"/>
                <a:gd name="csY4" fmla="*/ 679450 h 679450"/>
                <a:gd name="csX5" fmla="*/ 606425 w 606425"/>
                <a:gd name="csY5" fmla="*/ 584200 h 679450"/>
                <a:gd name="csX6" fmla="*/ 606425 w 606425"/>
                <a:gd name="csY6" fmla="*/ 400050 h 679450"/>
                <a:gd name="csX7" fmla="*/ 536575 w 606425"/>
                <a:gd name="csY7" fmla="*/ 234950 h 679450"/>
                <a:gd name="csX8" fmla="*/ 346075 w 606425"/>
                <a:gd name="csY8" fmla="*/ 38100 h 679450"/>
                <a:gd name="csX9" fmla="*/ 250825 w 606425"/>
                <a:gd name="csY9" fmla="*/ 0 h 679450"/>
                <a:gd name="csX10" fmla="*/ 0 w 606425"/>
                <a:gd name="csY10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250825 w 606425"/>
                <a:gd name="csY2" fmla="*/ 298450 h 679450"/>
                <a:gd name="csX3" fmla="*/ 273051 w 606425"/>
                <a:gd name="csY3" fmla="*/ 495300 h 679450"/>
                <a:gd name="csX4" fmla="*/ 301625 w 606425"/>
                <a:gd name="csY4" fmla="*/ 679450 h 679450"/>
                <a:gd name="csX5" fmla="*/ 606425 w 606425"/>
                <a:gd name="csY5" fmla="*/ 584200 h 679450"/>
                <a:gd name="csX6" fmla="*/ 606425 w 606425"/>
                <a:gd name="csY6" fmla="*/ 400050 h 679450"/>
                <a:gd name="csX7" fmla="*/ 536575 w 606425"/>
                <a:gd name="csY7" fmla="*/ 234950 h 679450"/>
                <a:gd name="csX8" fmla="*/ 346075 w 606425"/>
                <a:gd name="csY8" fmla="*/ 38100 h 679450"/>
                <a:gd name="csX9" fmla="*/ 250825 w 606425"/>
                <a:gd name="csY9" fmla="*/ 0 h 679450"/>
                <a:gd name="csX10" fmla="*/ 0 w 606425"/>
                <a:gd name="csY10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250825 w 606425"/>
                <a:gd name="csY2" fmla="*/ 298450 h 679450"/>
                <a:gd name="csX3" fmla="*/ 282576 w 606425"/>
                <a:gd name="csY3" fmla="*/ 492125 h 679450"/>
                <a:gd name="csX4" fmla="*/ 301625 w 606425"/>
                <a:gd name="csY4" fmla="*/ 679450 h 679450"/>
                <a:gd name="csX5" fmla="*/ 606425 w 606425"/>
                <a:gd name="csY5" fmla="*/ 584200 h 679450"/>
                <a:gd name="csX6" fmla="*/ 606425 w 606425"/>
                <a:gd name="csY6" fmla="*/ 400050 h 679450"/>
                <a:gd name="csX7" fmla="*/ 536575 w 606425"/>
                <a:gd name="csY7" fmla="*/ 234950 h 679450"/>
                <a:gd name="csX8" fmla="*/ 346075 w 606425"/>
                <a:gd name="csY8" fmla="*/ 38100 h 679450"/>
                <a:gd name="csX9" fmla="*/ 250825 w 606425"/>
                <a:gd name="csY9" fmla="*/ 0 h 679450"/>
                <a:gd name="csX10" fmla="*/ 0 w 606425"/>
                <a:gd name="csY10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250825 w 606425"/>
                <a:gd name="csY2" fmla="*/ 298450 h 679450"/>
                <a:gd name="csX3" fmla="*/ 301625 w 606425"/>
                <a:gd name="csY3" fmla="*/ 679450 h 679450"/>
                <a:gd name="csX4" fmla="*/ 606425 w 606425"/>
                <a:gd name="csY4" fmla="*/ 584200 h 679450"/>
                <a:gd name="csX5" fmla="*/ 606425 w 606425"/>
                <a:gd name="csY5" fmla="*/ 400050 h 679450"/>
                <a:gd name="csX6" fmla="*/ 536575 w 606425"/>
                <a:gd name="csY6" fmla="*/ 234950 h 679450"/>
                <a:gd name="csX7" fmla="*/ 346075 w 606425"/>
                <a:gd name="csY7" fmla="*/ 38100 h 679450"/>
                <a:gd name="csX8" fmla="*/ 250825 w 606425"/>
                <a:gd name="csY8" fmla="*/ 0 h 679450"/>
                <a:gd name="csX9" fmla="*/ 0 w 606425"/>
                <a:gd name="csY9" fmla="*/ 53975 h 679450"/>
                <a:gd name="csX0" fmla="*/ 0 w 631819"/>
                <a:gd name="csY0" fmla="*/ 53975 h 679450"/>
                <a:gd name="csX1" fmla="*/ 111125 w 631819"/>
                <a:gd name="csY1" fmla="*/ 101600 h 679450"/>
                <a:gd name="csX2" fmla="*/ 250825 w 631819"/>
                <a:gd name="csY2" fmla="*/ 298450 h 679450"/>
                <a:gd name="csX3" fmla="*/ 301625 w 631819"/>
                <a:gd name="csY3" fmla="*/ 679450 h 679450"/>
                <a:gd name="csX4" fmla="*/ 606425 w 631819"/>
                <a:gd name="csY4" fmla="*/ 584200 h 679450"/>
                <a:gd name="csX5" fmla="*/ 606425 w 631819"/>
                <a:gd name="csY5" fmla="*/ 400050 h 679450"/>
                <a:gd name="csX6" fmla="*/ 536575 w 631819"/>
                <a:gd name="csY6" fmla="*/ 234950 h 679450"/>
                <a:gd name="csX7" fmla="*/ 346075 w 631819"/>
                <a:gd name="csY7" fmla="*/ 38100 h 679450"/>
                <a:gd name="csX8" fmla="*/ 250825 w 631819"/>
                <a:gd name="csY8" fmla="*/ 0 h 679450"/>
                <a:gd name="csX9" fmla="*/ 0 w 631819"/>
                <a:gd name="csY9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250825 w 606425"/>
                <a:gd name="csY2" fmla="*/ 298450 h 679450"/>
                <a:gd name="csX3" fmla="*/ 301625 w 606425"/>
                <a:gd name="csY3" fmla="*/ 679450 h 679450"/>
                <a:gd name="csX4" fmla="*/ 606425 w 606425"/>
                <a:gd name="csY4" fmla="*/ 584200 h 679450"/>
                <a:gd name="csX5" fmla="*/ 606425 w 606425"/>
                <a:gd name="csY5" fmla="*/ 400050 h 679450"/>
                <a:gd name="csX6" fmla="*/ 536575 w 606425"/>
                <a:gd name="csY6" fmla="*/ 234950 h 679450"/>
                <a:gd name="csX7" fmla="*/ 346075 w 606425"/>
                <a:gd name="csY7" fmla="*/ 38100 h 679450"/>
                <a:gd name="csX8" fmla="*/ 250825 w 606425"/>
                <a:gd name="csY8" fmla="*/ 0 h 679450"/>
                <a:gd name="csX9" fmla="*/ 0 w 606425"/>
                <a:gd name="csY9" fmla="*/ 53975 h 679450"/>
                <a:gd name="csX0" fmla="*/ 0 w 606425"/>
                <a:gd name="csY0" fmla="*/ 53975 h 679450"/>
                <a:gd name="csX1" fmla="*/ 111125 w 606425"/>
                <a:gd name="csY1" fmla="*/ 101600 h 679450"/>
                <a:gd name="csX2" fmla="*/ 250825 w 606425"/>
                <a:gd name="csY2" fmla="*/ 298450 h 679450"/>
                <a:gd name="csX3" fmla="*/ 301625 w 606425"/>
                <a:gd name="csY3" fmla="*/ 679450 h 679450"/>
                <a:gd name="csX4" fmla="*/ 606425 w 606425"/>
                <a:gd name="csY4" fmla="*/ 584200 h 679450"/>
                <a:gd name="csX5" fmla="*/ 606425 w 606425"/>
                <a:gd name="csY5" fmla="*/ 400050 h 679450"/>
                <a:gd name="csX6" fmla="*/ 536575 w 606425"/>
                <a:gd name="csY6" fmla="*/ 234950 h 679450"/>
                <a:gd name="csX7" fmla="*/ 346075 w 606425"/>
                <a:gd name="csY7" fmla="*/ 38100 h 679450"/>
                <a:gd name="csX8" fmla="*/ 250825 w 606425"/>
                <a:gd name="csY8" fmla="*/ 0 h 679450"/>
                <a:gd name="csX9" fmla="*/ 0 w 606425"/>
                <a:gd name="csY9" fmla="*/ 53975 h 679450"/>
                <a:gd name="csX0" fmla="*/ 0 w 606425"/>
                <a:gd name="csY0" fmla="*/ 60778 h 686253"/>
                <a:gd name="csX1" fmla="*/ 111125 w 606425"/>
                <a:gd name="csY1" fmla="*/ 108403 h 686253"/>
                <a:gd name="csX2" fmla="*/ 250825 w 606425"/>
                <a:gd name="csY2" fmla="*/ 305253 h 686253"/>
                <a:gd name="csX3" fmla="*/ 301625 w 606425"/>
                <a:gd name="csY3" fmla="*/ 686253 h 686253"/>
                <a:gd name="csX4" fmla="*/ 606425 w 606425"/>
                <a:gd name="csY4" fmla="*/ 591003 h 686253"/>
                <a:gd name="csX5" fmla="*/ 606425 w 606425"/>
                <a:gd name="csY5" fmla="*/ 406853 h 686253"/>
                <a:gd name="csX6" fmla="*/ 536575 w 606425"/>
                <a:gd name="csY6" fmla="*/ 241753 h 686253"/>
                <a:gd name="csX7" fmla="*/ 346075 w 606425"/>
                <a:gd name="csY7" fmla="*/ 44903 h 686253"/>
                <a:gd name="csX8" fmla="*/ 250825 w 606425"/>
                <a:gd name="csY8" fmla="*/ 6803 h 686253"/>
                <a:gd name="csX9" fmla="*/ 0 w 606425"/>
                <a:gd name="csY9" fmla="*/ 60778 h 686253"/>
                <a:gd name="csX0" fmla="*/ 0 w 606425"/>
                <a:gd name="csY0" fmla="*/ 58655 h 684130"/>
                <a:gd name="csX1" fmla="*/ 111125 w 606425"/>
                <a:gd name="csY1" fmla="*/ 106280 h 684130"/>
                <a:gd name="csX2" fmla="*/ 250825 w 606425"/>
                <a:gd name="csY2" fmla="*/ 303130 h 684130"/>
                <a:gd name="csX3" fmla="*/ 301625 w 606425"/>
                <a:gd name="csY3" fmla="*/ 684130 h 684130"/>
                <a:gd name="csX4" fmla="*/ 606425 w 606425"/>
                <a:gd name="csY4" fmla="*/ 588880 h 684130"/>
                <a:gd name="csX5" fmla="*/ 606425 w 606425"/>
                <a:gd name="csY5" fmla="*/ 404730 h 684130"/>
                <a:gd name="csX6" fmla="*/ 536575 w 606425"/>
                <a:gd name="csY6" fmla="*/ 239630 h 684130"/>
                <a:gd name="csX7" fmla="*/ 346075 w 606425"/>
                <a:gd name="csY7" fmla="*/ 42780 h 684130"/>
                <a:gd name="csX8" fmla="*/ 250825 w 606425"/>
                <a:gd name="csY8" fmla="*/ 4680 h 684130"/>
                <a:gd name="csX9" fmla="*/ 0 w 606425"/>
                <a:gd name="csY9" fmla="*/ 58655 h 684130"/>
                <a:gd name="csX0" fmla="*/ 0 w 606425"/>
                <a:gd name="csY0" fmla="*/ 58655 h 684130"/>
                <a:gd name="csX1" fmla="*/ 111125 w 606425"/>
                <a:gd name="csY1" fmla="*/ 106280 h 684130"/>
                <a:gd name="csX2" fmla="*/ 250825 w 606425"/>
                <a:gd name="csY2" fmla="*/ 303130 h 684130"/>
                <a:gd name="csX3" fmla="*/ 301625 w 606425"/>
                <a:gd name="csY3" fmla="*/ 684130 h 684130"/>
                <a:gd name="csX4" fmla="*/ 606425 w 606425"/>
                <a:gd name="csY4" fmla="*/ 588880 h 684130"/>
                <a:gd name="csX5" fmla="*/ 606425 w 606425"/>
                <a:gd name="csY5" fmla="*/ 404730 h 684130"/>
                <a:gd name="csX6" fmla="*/ 536575 w 606425"/>
                <a:gd name="csY6" fmla="*/ 239630 h 684130"/>
                <a:gd name="csX7" fmla="*/ 346075 w 606425"/>
                <a:gd name="csY7" fmla="*/ 42780 h 684130"/>
                <a:gd name="csX8" fmla="*/ 250825 w 606425"/>
                <a:gd name="csY8" fmla="*/ 4680 h 684130"/>
                <a:gd name="csX9" fmla="*/ 0 w 606425"/>
                <a:gd name="csY9" fmla="*/ 58655 h 684130"/>
                <a:gd name="csX0" fmla="*/ 3698 w 610123"/>
                <a:gd name="csY0" fmla="*/ 58655 h 684130"/>
                <a:gd name="csX1" fmla="*/ 114823 w 610123"/>
                <a:gd name="csY1" fmla="*/ 106280 h 684130"/>
                <a:gd name="csX2" fmla="*/ 254523 w 610123"/>
                <a:gd name="csY2" fmla="*/ 303130 h 684130"/>
                <a:gd name="csX3" fmla="*/ 305323 w 610123"/>
                <a:gd name="csY3" fmla="*/ 684130 h 684130"/>
                <a:gd name="csX4" fmla="*/ 610123 w 610123"/>
                <a:gd name="csY4" fmla="*/ 588880 h 684130"/>
                <a:gd name="csX5" fmla="*/ 610123 w 610123"/>
                <a:gd name="csY5" fmla="*/ 404730 h 684130"/>
                <a:gd name="csX6" fmla="*/ 540273 w 610123"/>
                <a:gd name="csY6" fmla="*/ 239630 h 684130"/>
                <a:gd name="csX7" fmla="*/ 349773 w 610123"/>
                <a:gd name="csY7" fmla="*/ 42780 h 684130"/>
                <a:gd name="csX8" fmla="*/ 254523 w 610123"/>
                <a:gd name="csY8" fmla="*/ 4680 h 684130"/>
                <a:gd name="csX9" fmla="*/ 3698 w 610123"/>
                <a:gd name="csY9" fmla="*/ 58655 h 684130"/>
                <a:gd name="csX0" fmla="*/ 3698 w 610123"/>
                <a:gd name="csY0" fmla="*/ 58655 h 684130"/>
                <a:gd name="csX1" fmla="*/ 114823 w 610123"/>
                <a:gd name="csY1" fmla="*/ 106280 h 684130"/>
                <a:gd name="csX2" fmla="*/ 254523 w 610123"/>
                <a:gd name="csY2" fmla="*/ 303130 h 684130"/>
                <a:gd name="csX3" fmla="*/ 305323 w 610123"/>
                <a:gd name="csY3" fmla="*/ 684130 h 684130"/>
                <a:gd name="csX4" fmla="*/ 610123 w 610123"/>
                <a:gd name="csY4" fmla="*/ 588880 h 684130"/>
                <a:gd name="csX5" fmla="*/ 610123 w 610123"/>
                <a:gd name="csY5" fmla="*/ 404730 h 684130"/>
                <a:gd name="csX6" fmla="*/ 540273 w 610123"/>
                <a:gd name="csY6" fmla="*/ 239630 h 684130"/>
                <a:gd name="csX7" fmla="*/ 349773 w 610123"/>
                <a:gd name="csY7" fmla="*/ 42780 h 684130"/>
                <a:gd name="csX8" fmla="*/ 254523 w 610123"/>
                <a:gd name="csY8" fmla="*/ 4680 h 684130"/>
                <a:gd name="csX9" fmla="*/ 3698 w 610123"/>
                <a:gd name="csY9" fmla="*/ 58655 h 684130"/>
                <a:gd name="csX0" fmla="*/ 3698 w 610123"/>
                <a:gd name="csY0" fmla="*/ 66429 h 691904"/>
                <a:gd name="csX1" fmla="*/ 114823 w 610123"/>
                <a:gd name="csY1" fmla="*/ 114054 h 691904"/>
                <a:gd name="csX2" fmla="*/ 254523 w 610123"/>
                <a:gd name="csY2" fmla="*/ 310904 h 691904"/>
                <a:gd name="csX3" fmla="*/ 305323 w 610123"/>
                <a:gd name="csY3" fmla="*/ 691904 h 691904"/>
                <a:gd name="csX4" fmla="*/ 610123 w 610123"/>
                <a:gd name="csY4" fmla="*/ 596654 h 691904"/>
                <a:gd name="csX5" fmla="*/ 610123 w 610123"/>
                <a:gd name="csY5" fmla="*/ 412504 h 691904"/>
                <a:gd name="csX6" fmla="*/ 540273 w 610123"/>
                <a:gd name="csY6" fmla="*/ 247404 h 691904"/>
                <a:gd name="csX7" fmla="*/ 349773 w 610123"/>
                <a:gd name="csY7" fmla="*/ 50554 h 691904"/>
                <a:gd name="csX8" fmla="*/ 254523 w 610123"/>
                <a:gd name="csY8" fmla="*/ 12454 h 691904"/>
                <a:gd name="csX9" fmla="*/ 3698 w 610123"/>
                <a:gd name="csY9" fmla="*/ 66429 h 691904"/>
                <a:gd name="csX0" fmla="*/ 3698 w 610123"/>
                <a:gd name="csY0" fmla="*/ 66429 h 691904"/>
                <a:gd name="csX1" fmla="*/ 114823 w 610123"/>
                <a:gd name="csY1" fmla="*/ 114054 h 691904"/>
                <a:gd name="csX2" fmla="*/ 254523 w 610123"/>
                <a:gd name="csY2" fmla="*/ 310904 h 691904"/>
                <a:gd name="csX3" fmla="*/ 305323 w 610123"/>
                <a:gd name="csY3" fmla="*/ 691904 h 691904"/>
                <a:gd name="csX4" fmla="*/ 610123 w 610123"/>
                <a:gd name="csY4" fmla="*/ 596654 h 691904"/>
                <a:gd name="csX5" fmla="*/ 610123 w 610123"/>
                <a:gd name="csY5" fmla="*/ 412504 h 691904"/>
                <a:gd name="csX6" fmla="*/ 540273 w 610123"/>
                <a:gd name="csY6" fmla="*/ 247404 h 691904"/>
                <a:gd name="csX7" fmla="*/ 349773 w 610123"/>
                <a:gd name="csY7" fmla="*/ 50554 h 691904"/>
                <a:gd name="csX8" fmla="*/ 254523 w 610123"/>
                <a:gd name="csY8" fmla="*/ 12454 h 691904"/>
                <a:gd name="csX9" fmla="*/ 3698 w 610123"/>
                <a:gd name="csY9" fmla="*/ 66429 h 691904"/>
                <a:gd name="csX0" fmla="*/ 3698 w 610123"/>
                <a:gd name="csY0" fmla="*/ 66429 h 691904"/>
                <a:gd name="csX1" fmla="*/ 114823 w 610123"/>
                <a:gd name="csY1" fmla="*/ 114054 h 691904"/>
                <a:gd name="csX2" fmla="*/ 254523 w 610123"/>
                <a:gd name="csY2" fmla="*/ 310904 h 691904"/>
                <a:gd name="csX3" fmla="*/ 305323 w 610123"/>
                <a:gd name="csY3" fmla="*/ 691904 h 691904"/>
                <a:gd name="csX4" fmla="*/ 610123 w 610123"/>
                <a:gd name="csY4" fmla="*/ 596654 h 691904"/>
                <a:gd name="csX5" fmla="*/ 610123 w 610123"/>
                <a:gd name="csY5" fmla="*/ 412504 h 691904"/>
                <a:gd name="csX6" fmla="*/ 540273 w 610123"/>
                <a:gd name="csY6" fmla="*/ 247404 h 691904"/>
                <a:gd name="csX7" fmla="*/ 349773 w 610123"/>
                <a:gd name="csY7" fmla="*/ 50554 h 691904"/>
                <a:gd name="csX8" fmla="*/ 254523 w 610123"/>
                <a:gd name="csY8" fmla="*/ 12454 h 691904"/>
                <a:gd name="csX9" fmla="*/ 3698 w 610123"/>
                <a:gd name="csY9" fmla="*/ 66429 h 691904"/>
                <a:gd name="csX0" fmla="*/ 3698 w 618119"/>
                <a:gd name="csY0" fmla="*/ 59147 h 684622"/>
                <a:gd name="csX1" fmla="*/ 114823 w 618119"/>
                <a:gd name="csY1" fmla="*/ 106772 h 684622"/>
                <a:gd name="csX2" fmla="*/ 254523 w 618119"/>
                <a:gd name="csY2" fmla="*/ 303622 h 684622"/>
                <a:gd name="csX3" fmla="*/ 305323 w 618119"/>
                <a:gd name="csY3" fmla="*/ 684622 h 684622"/>
                <a:gd name="csX4" fmla="*/ 610123 w 618119"/>
                <a:gd name="csY4" fmla="*/ 589372 h 684622"/>
                <a:gd name="csX5" fmla="*/ 610123 w 618119"/>
                <a:gd name="csY5" fmla="*/ 405222 h 684622"/>
                <a:gd name="csX6" fmla="*/ 502173 w 618119"/>
                <a:gd name="csY6" fmla="*/ 259172 h 684622"/>
                <a:gd name="csX7" fmla="*/ 349773 w 618119"/>
                <a:gd name="csY7" fmla="*/ 43272 h 684622"/>
                <a:gd name="csX8" fmla="*/ 254523 w 618119"/>
                <a:gd name="csY8" fmla="*/ 5172 h 684622"/>
                <a:gd name="csX9" fmla="*/ 3698 w 618119"/>
                <a:gd name="csY9" fmla="*/ 59147 h 684622"/>
                <a:gd name="csX0" fmla="*/ 3698 w 617413"/>
                <a:gd name="csY0" fmla="*/ 59147 h 684622"/>
                <a:gd name="csX1" fmla="*/ 114823 w 617413"/>
                <a:gd name="csY1" fmla="*/ 106772 h 684622"/>
                <a:gd name="csX2" fmla="*/ 254523 w 617413"/>
                <a:gd name="csY2" fmla="*/ 303622 h 684622"/>
                <a:gd name="csX3" fmla="*/ 305323 w 617413"/>
                <a:gd name="csY3" fmla="*/ 684622 h 684622"/>
                <a:gd name="csX4" fmla="*/ 610123 w 617413"/>
                <a:gd name="csY4" fmla="*/ 589372 h 684622"/>
                <a:gd name="csX5" fmla="*/ 610123 w 617413"/>
                <a:gd name="csY5" fmla="*/ 405222 h 684622"/>
                <a:gd name="csX6" fmla="*/ 511698 w 617413"/>
                <a:gd name="csY6" fmla="*/ 259172 h 684622"/>
                <a:gd name="csX7" fmla="*/ 349773 w 617413"/>
                <a:gd name="csY7" fmla="*/ 43272 h 684622"/>
                <a:gd name="csX8" fmla="*/ 254523 w 617413"/>
                <a:gd name="csY8" fmla="*/ 5172 h 684622"/>
                <a:gd name="csX9" fmla="*/ 3698 w 617413"/>
                <a:gd name="csY9" fmla="*/ 59147 h 684622"/>
                <a:gd name="csX0" fmla="*/ 3698 w 610123"/>
                <a:gd name="csY0" fmla="*/ 59147 h 684622"/>
                <a:gd name="csX1" fmla="*/ 114823 w 610123"/>
                <a:gd name="csY1" fmla="*/ 106772 h 684622"/>
                <a:gd name="csX2" fmla="*/ 254523 w 610123"/>
                <a:gd name="csY2" fmla="*/ 303622 h 684622"/>
                <a:gd name="csX3" fmla="*/ 305323 w 610123"/>
                <a:gd name="csY3" fmla="*/ 684622 h 684622"/>
                <a:gd name="csX4" fmla="*/ 610123 w 610123"/>
                <a:gd name="csY4" fmla="*/ 589372 h 684622"/>
                <a:gd name="csX5" fmla="*/ 556148 w 610123"/>
                <a:gd name="csY5" fmla="*/ 411572 h 684622"/>
                <a:gd name="csX6" fmla="*/ 511698 w 610123"/>
                <a:gd name="csY6" fmla="*/ 259172 h 684622"/>
                <a:gd name="csX7" fmla="*/ 349773 w 610123"/>
                <a:gd name="csY7" fmla="*/ 43272 h 684622"/>
                <a:gd name="csX8" fmla="*/ 254523 w 610123"/>
                <a:gd name="csY8" fmla="*/ 5172 h 684622"/>
                <a:gd name="csX9" fmla="*/ 3698 w 610123"/>
                <a:gd name="csY9" fmla="*/ 59147 h 684622"/>
                <a:gd name="csX0" fmla="*/ 3698 w 568848"/>
                <a:gd name="csY0" fmla="*/ 59147 h 684622"/>
                <a:gd name="csX1" fmla="*/ 114823 w 568848"/>
                <a:gd name="csY1" fmla="*/ 106772 h 684622"/>
                <a:gd name="csX2" fmla="*/ 254523 w 568848"/>
                <a:gd name="csY2" fmla="*/ 303622 h 684622"/>
                <a:gd name="csX3" fmla="*/ 305323 w 568848"/>
                <a:gd name="csY3" fmla="*/ 684622 h 684622"/>
                <a:gd name="csX4" fmla="*/ 568848 w 568848"/>
                <a:gd name="csY4" fmla="*/ 602072 h 684622"/>
                <a:gd name="csX5" fmla="*/ 556148 w 568848"/>
                <a:gd name="csY5" fmla="*/ 411572 h 684622"/>
                <a:gd name="csX6" fmla="*/ 511698 w 568848"/>
                <a:gd name="csY6" fmla="*/ 259172 h 684622"/>
                <a:gd name="csX7" fmla="*/ 349773 w 568848"/>
                <a:gd name="csY7" fmla="*/ 43272 h 684622"/>
                <a:gd name="csX8" fmla="*/ 254523 w 568848"/>
                <a:gd name="csY8" fmla="*/ 5172 h 684622"/>
                <a:gd name="csX9" fmla="*/ 3698 w 568848"/>
                <a:gd name="csY9" fmla="*/ 59147 h 684622"/>
                <a:gd name="csX0" fmla="*/ 3698 w 568848"/>
                <a:gd name="csY0" fmla="*/ 59147 h 684622"/>
                <a:gd name="csX1" fmla="*/ 114823 w 568848"/>
                <a:gd name="csY1" fmla="*/ 106772 h 684622"/>
                <a:gd name="csX2" fmla="*/ 254523 w 568848"/>
                <a:gd name="csY2" fmla="*/ 303622 h 684622"/>
                <a:gd name="csX3" fmla="*/ 305323 w 568848"/>
                <a:gd name="csY3" fmla="*/ 684622 h 684622"/>
                <a:gd name="csX4" fmla="*/ 568848 w 568848"/>
                <a:gd name="csY4" fmla="*/ 602072 h 684622"/>
                <a:gd name="csX5" fmla="*/ 556148 w 568848"/>
                <a:gd name="csY5" fmla="*/ 411572 h 684622"/>
                <a:gd name="csX6" fmla="*/ 511698 w 568848"/>
                <a:gd name="csY6" fmla="*/ 259172 h 684622"/>
                <a:gd name="csX7" fmla="*/ 349773 w 568848"/>
                <a:gd name="csY7" fmla="*/ 43272 h 684622"/>
                <a:gd name="csX8" fmla="*/ 254523 w 568848"/>
                <a:gd name="csY8" fmla="*/ 5172 h 684622"/>
                <a:gd name="csX9" fmla="*/ 3698 w 568848"/>
                <a:gd name="csY9" fmla="*/ 59147 h 684622"/>
                <a:gd name="csX0" fmla="*/ 3698 w 568848"/>
                <a:gd name="csY0" fmla="*/ 59147 h 684622"/>
                <a:gd name="csX1" fmla="*/ 114823 w 568848"/>
                <a:gd name="csY1" fmla="*/ 106772 h 684622"/>
                <a:gd name="csX2" fmla="*/ 254523 w 568848"/>
                <a:gd name="csY2" fmla="*/ 303622 h 684622"/>
                <a:gd name="csX3" fmla="*/ 305323 w 568848"/>
                <a:gd name="csY3" fmla="*/ 684622 h 684622"/>
                <a:gd name="csX4" fmla="*/ 568848 w 568848"/>
                <a:gd name="csY4" fmla="*/ 602072 h 684622"/>
                <a:gd name="csX5" fmla="*/ 556148 w 568848"/>
                <a:gd name="csY5" fmla="*/ 411572 h 684622"/>
                <a:gd name="csX6" fmla="*/ 511698 w 568848"/>
                <a:gd name="csY6" fmla="*/ 259172 h 684622"/>
                <a:gd name="csX7" fmla="*/ 349773 w 568848"/>
                <a:gd name="csY7" fmla="*/ 43272 h 684622"/>
                <a:gd name="csX8" fmla="*/ 254523 w 568848"/>
                <a:gd name="csY8" fmla="*/ 5172 h 684622"/>
                <a:gd name="csX9" fmla="*/ 3698 w 568848"/>
                <a:gd name="csY9" fmla="*/ 59147 h 684622"/>
                <a:gd name="csX0" fmla="*/ 3698 w 568848"/>
                <a:gd name="csY0" fmla="*/ 59147 h 684622"/>
                <a:gd name="csX1" fmla="*/ 114823 w 568848"/>
                <a:gd name="csY1" fmla="*/ 106772 h 684622"/>
                <a:gd name="csX2" fmla="*/ 254523 w 568848"/>
                <a:gd name="csY2" fmla="*/ 303622 h 684622"/>
                <a:gd name="csX3" fmla="*/ 305323 w 568848"/>
                <a:gd name="csY3" fmla="*/ 684622 h 684622"/>
                <a:gd name="csX4" fmla="*/ 568848 w 568848"/>
                <a:gd name="csY4" fmla="*/ 602072 h 684622"/>
                <a:gd name="csX5" fmla="*/ 556148 w 568848"/>
                <a:gd name="csY5" fmla="*/ 411572 h 684622"/>
                <a:gd name="csX6" fmla="*/ 511698 w 568848"/>
                <a:gd name="csY6" fmla="*/ 259172 h 684622"/>
                <a:gd name="csX7" fmla="*/ 349773 w 568848"/>
                <a:gd name="csY7" fmla="*/ 43272 h 684622"/>
                <a:gd name="csX8" fmla="*/ 254523 w 568848"/>
                <a:gd name="csY8" fmla="*/ 5172 h 684622"/>
                <a:gd name="csX9" fmla="*/ 3698 w 568848"/>
                <a:gd name="csY9" fmla="*/ 59147 h 684622"/>
                <a:gd name="csX0" fmla="*/ 3698 w 568848"/>
                <a:gd name="csY0" fmla="*/ 58432 h 683907"/>
                <a:gd name="csX1" fmla="*/ 114823 w 568848"/>
                <a:gd name="csY1" fmla="*/ 106057 h 683907"/>
                <a:gd name="csX2" fmla="*/ 254523 w 568848"/>
                <a:gd name="csY2" fmla="*/ 302907 h 683907"/>
                <a:gd name="csX3" fmla="*/ 305323 w 568848"/>
                <a:gd name="csY3" fmla="*/ 683907 h 683907"/>
                <a:gd name="csX4" fmla="*/ 568848 w 568848"/>
                <a:gd name="csY4" fmla="*/ 601357 h 683907"/>
                <a:gd name="csX5" fmla="*/ 556148 w 568848"/>
                <a:gd name="csY5" fmla="*/ 410857 h 683907"/>
                <a:gd name="csX6" fmla="*/ 495823 w 568848"/>
                <a:gd name="csY6" fmla="*/ 229882 h 683907"/>
                <a:gd name="csX7" fmla="*/ 349773 w 568848"/>
                <a:gd name="csY7" fmla="*/ 42557 h 683907"/>
                <a:gd name="csX8" fmla="*/ 254523 w 568848"/>
                <a:gd name="csY8" fmla="*/ 4457 h 683907"/>
                <a:gd name="csX9" fmla="*/ 3698 w 568848"/>
                <a:gd name="csY9" fmla="*/ 58432 h 683907"/>
                <a:gd name="csX0" fmla="*/ 3698 w 568848"/>
                <a:gd name="csY0" fmla="*/ 58432 h 683907"/>
                <a:gd name="csX1" fmla="*/ 114823 w 568848"/>
                <a:gd name="csY1" fmla="*/ 106057 h 683907"/>
                <a:gd name="csX2" fmla="*/ 254523 w 568848"/>
                <a:gd name="csY2" fmla="*/ 302907 h 683907"/>
                <a:gd name="csX3" fmla="*/ 305323 w 568848"/>
                <a:gd name="csY3" fmla="*/ 683907 h 683907"/>
                <a:gd name="csX4" fmla="*/ 568848 w 568848"/>
                <a:gd name="csY4" fmla="*/ 601357 h 683907"/>
                <a:gd name="csX5" fmla="*/ 556148 w 568848"/>
                <a:gd name="csY5" fmla="*/ 410857 h 683907"/>
                <a:gd name="csX6" fmla="*/ 495823 w 568848"/>
                <a:gd name="csY6" fmla="*/ 229882 h 683907"/>
                <a:gd name="csX7" fmla="*/ 349773 w 568848"/>
                <a:gd name="csY7" fmla="*/ 42557 h 683907"/>
                <a:gd name="csX8" fmla="*/ 254523 w 568848"/>
                <a:gd name="csY8" fmla="*/ 4457 h 683907"/>
                <a:gd name="csX9" fmla="*/ 3698 w 568848"/>
                <a:gd name="csY9" fmla="*/ 58432 h 683907"/>
                <a:gd name="csX0" fmla="*/ 3698 w 568848"/>
                <a:gd name="csY0" fmla="*/ 58432 h 683907"/>
                <a:gd name="csX1" fmla="*/ 114823 w 568848"/>
                <a:gd name="csY1" fmla="*/ 106057 h 683907"/>
                <a:gd name="csX2" fmla="*/ 254523 w 568848"/>
                <a:gd name="csY2" fmla="*/ 302907 h 683907"/>
                <a:gd name="csX3" fmla="*/ 305323 w 568848"/>
                <a:gd name="csY3" fmla="*/ 683907 h 683907"/>
                <a:gd name="csX4" fmla="*/ 568848 w 568848"/>
                <a:gd name="csY4" fmla="*/ 601357 h 683907"/>
                <a:gd name="csX5" fmla="*/ 556148 w 568848"/>
                <a:gd name="csY5" fmla="*/ 410857 h 683907"/>
                <a:gd name="csX6" fmla="*/ 495823 w 568848"/>
                <a:gd name="csY6" fmla="*/ 229882 h 683907"/>
                <a:gd name="csX7" fmla="*/ 349773 w 568848"/>
                <a:gd name="csY7" fmla="*/ 42557 h 683907"/>
                <a:gd name="csX8" fmla="*/ 254523 w 568848"/>
                <a:gd name="csY8" fmla="*/ 4457 h 683907"/>
                <a:gd name="csX9" fmla="*/ 3698 w 568848"/>
                <a:gd name="csY9" fmla="*/ 58432 h 683907"/>
                <a:gd name="csX0" fmla="*/ 3698 w 568848"/>
                <a:gd name="csY0" fmla="*/ 53975 h 679450"/>
                <a:gd name="csX1" fmla="*/ 114823 w 568848"/>
                <a:gd name="csY1" fmla="*/ 101600 h 679450"/>
                <a:gd name="csX2" fmla="*/ 254523 w 568848"/>
                <a:gd name="csY2" fmla="*/ 298450 h 679450"/>
                <a:gd name="csX3" fmla="*/ 305323 w 568848"/>
                <a:gd name="csY3" fmla="*/ 679450 h 679450"/>
                <a:gd name="csX4" fmla="*/ 568848 w 568848"/>
                <a:gd name="csY4" fmla="*/ 596900 h 679450"/>
                <a:gd name="csX5" fmla="*/ 556148 w 568848"/>
                <a:gd name="csY5" fmla="*/ 406400 h 679450"/>
                <a:gd name="csX6" fmla="*/ 495823 w 568848"/>
                <a:gd name="csY6" fmla="*/ 225425 h 679450"/>
                <a:gd name="csX7" fmla="*/ 349773 w 568848"/>
                <a:gd name="csY7" fmla="*/ 38100 h 679450"/>
                <a:gd name="csX8" fmla="*/ 254523 w 568848"/>
                <a:gd name="csY8" fmla="*/ 0 h 679450"/>
                <a:gd name="csX9" fmla="*/ 3698 w 568848"/>
                <a:gd name="csY9" fmla="*/ 53975 h 679450"/>
                <a:gd name="csX0" fmla="*/ 3698 w 568848"/>
                <a:gd name="csY0" fmla="*/ 53975 h 679450"/>
                <a:gd name="csX1" fmla="*/ 114823 w 568848"/>
                <a:gd name="csY1" fmla="*/ 101600 h 679450"/>
                <a:gd name="csX2" fmla="*/ 254523 w 568848"/>
                <a:gd name="csY2" fmla="*/ 298450 h 679450"/>
                <a:gd name="csX3" fmla="*/ 305323 w 568848"/>
                <a:gd name="csY3" fmla="*/ 679450 h 679450"/>
                <a:gd name="csX4" fmla="*/ 568848 w 568848"/>
                <a:gd name="csY4" fmla="*/ 596900 h 679450"/>
                <a:gd name="csX5" fmla="*/ 556148 w 568848"/>
                <a:gd name="csY5" fmla="*/ 406400 h 679450"/>
                <a:gd name="csX6" fmla="*/ 495823 w 568848"/>
                <a:gd name="csY6" fmla="*/ 225425 h 679450"/>
                <a:gd name="csX7" fmla="*/ 391048 w 568848"/>
                <a:gd name="csY7" fmla="*/ 88900 h 679450"/>
                <a:gd name="csX8" fmla="*/ 254523 w 568848"/>
                <a:gd name="csY8" fmla="*/ 0 h 679450"/>
                <a:gd name="csX9" fmla="*/ 3698 w 568848"/>
                <a:gd name="csY9" fmla="*/ 53975 h 679450"/>
                <a:gd name="csX0" fmla="*/ 3698 w 568848"/>
                <a:gd name="csY0" fmla="*/ 53975 h 679450"/>
                <a:gd name="csX1" fmla="*/ 114823 w 568848"/>
                <a:gd name="csY1" fmla="*/ 101600 h 679450"/>
                <a:gd name="csX2" fmla="*/ 254523 w 568848"/>
                <a:gd name="csY2" fmla="*/ 298450 h 679450"/>
                <a:gd name="csX3" fmla="*/ 305323 w 568848"/>
                <a:gd name="csY3" fmla="*/ 679450 h 679450"/>
                <a:gd name="csX4" fmla="*/ 568848 w 568848"/>
                <a:gd name="csY4" fmla="*/ 596900 h 679450"/>
                <a:gd name="csX5" fmla="*/ 556148 w 568848"/>
                <a:gd name="csY5" fmla="*/ 406400 h 679450"/>
                <a:gd name="csX6" fmla="*/ 495823 w 568848"/>
                <a:gd name="csY6" fmla="*/ 225425 h 679450"/>
                <a:gd name="csX7" fmla="*/ 400573 w 568848"/>
                <a:gd name="csY7" fmla="*/ 85725 h 679450"/>
                <a:gd name="csX8" fmla="*/ 254523 w 568848"/>
                <a:gd name="csY8" fmla="*/ 0 h 679450"/>
                <a:gd name="csX9" fmla="*/ 3698 w 568848"/>
                <a:gd name="csY9" fmla="*/ 53975 h 679450"/>
                <a:gd name="csX0" fmla="*/ 3698 w 568848"/>
                <a:gd name="csY0" fmla="*/ 53975 h 679450"/>
                <a:gd name="csX1" fmla="*/ 114823 w 568848"/>
                <a:gd name="csY1" fmla="*/ 101600 h 679450"/>
                <a:gd name="csX2" fmla="*/ 254523 w 568848"/>
                <a:gd name="csY2" fmla="*/ 298450 h 679450"/>
                <a:gd name="csX3" fmla="*/ 305323 w 568848"/>
                <a:gd name="csY3" fmla="*/ 679450 h 679450"/>
                <a:gd name="csX4" fmla="*/ 568848 w 568848"/>
                <a:gd name="csY4" fmla="*/ 596900 h 679450"/>
                <a:gd name="csX5" fmla="*/ 556148 w 568848"/>
                <a:gd name="csY5" fmla="*/ 406400 h 679450"/>
                <a:gd name="csX6" fmla="*/ 495823 w 568848"/>
                <a:gd name="csY6" fmla="*/ 225425 h 679450"/>
                <a:gd name="csX7" fmla="*/ 400573 w 568848"/>
                <a:gd name="csY7" fmla="*/ 85725 h 679450"/>
                <a:gd name="csX8" fmla="*/ 254523 w 568848"/>
                <a:gd name="csY8" fmla="*/ 0 h 679450"/>
                <a:gd name="csX9" fmla="*/ 3698 w 568848"/>
                <a:gd name="csY9" fmla="*/ 53975 h 679450"/>
                <a:gd name="csX0" fmla="*/ 3698 w 568848"/>
                <a:gd name="csY0" fmla="*/ 53975 h 679450"/>
                <a:gd name="csX1" fmla="*/ 114823 w 568848"/>
                <a:gd name="csY1" fmla="*/ 101600 h 679450"/>
                <a:gd name="csX2" fmla="*/ 254523 w 568848"/>
                <a:gd name="csY2" fmla="*/ 298450 h 679450"/>
                <a:gd name="csX3" fmla="*/ 305323 w 568848"/>
                <a:gd name="csY3" fmla="*/ 679450 h 679450"/>
                <a:gd name="csX4" fmla="*/ 568848 w 568848"/>
                <a:gd name="csY4" fmla="*/ 596900 h 679450"/>
                <a:gd name="csX5" fmla="*/ 556148 w 568848"/>
                <a:gd name="csY5" fmla="*/ 406400 h 679450"/>
                <a:gd name="csX6" fmla="*/ 495823 w 568848"/>
                <a:gd name="csY6" fmla="*/ 225425 h 679450"/>
                <a:gd name="csX7" fmla="*/ 400573 w 568848"/>
                <a:gd name="csY7" fmla="*/ 85725 h 679450"/>
                <a:gd name="csX8" fmla="*/ 254523 w 568848"/>
                <a:gd name="csY8" fmla="*/ 0 h 679450"/>
                <a:gd name="csX9" fmla="*/ 3698 w 568848"/>
                <a:gd name="csY9" fmla="*/ 53975 h 679450"/>
                <a:gd name="csX0" fmla="*/ 3698 w 568848"/>
                <a:gd name="csY0" fmla="*/ 53975 h 679450"/>
                <a:gd name="csX1" fmla="*/ 114823 w 568848"/>
                <a:gd name="csY1" fmla="*/ 101600 h 679450"/>
                <a:gd name="csX2" fmla="*/ 254523 w 568848"/>
                <a:gd name="csY2" fmla="*/ 298450 h 679450"/>
                <a:gd name="csX3" fmla="*/ 305323 w 568848"/>
                <a:gd name="csY3" fmla="*/ 679450 h 679450"/>
                <a:gd name="csX4" fmla="*/ 568848 w 568848"/>
                <a:gd name="csY4" fmla="*/ 596900 h 679450"/>
                <a:gd name="csX5" fmla="*/ 556148 w 568848"/>
                <a:gd name="csY5" fmla="*/ 406400 h 679450"/>
                <a:gd name="csX6" fmla="*/ 495823 w 568848"/>
                <a:gd name="csY6" fmla="*/ 225425 h 679450"/>
                <a:gd name="csX7" fmla="*/ 400573 w 568848"/>
                <a:gd name="csY7" fmla="*/ 85725 h 679450"/>
                <a:gd name="csX8" fmla="*/ 254523 w 568848"/>
                <a:gd name="csY8" fmla="*/ 0 h 679450"/>
                <a:gd name="csX9" fmla="*/ 3698 w 568848"/>
                <a:gd name="csY9" fmla="*/ 53975 h 679450"/>
                <a:gd name="csX0" fmla="*/ 3698 w 568848"/>
                <a:gd name="csY0" fmla="*/ 53975 h 679450"/>
                <a:gd name="csX1" fmla="*/ 114823 w 568848"/>
                <a:gd name="csY1" fmla="*/ 101600 h 679450"/>
                <a:gd name="csX2" fmla="*/ 254523 w 568848"/>
                <a:gd name="csY2" fmla="*/ 298450 h 679450"/>
                <a:gd name="csX3" fmla="*/ 305323 w 568848"/>
                <a:gd name="csY3" fmla="*/ 679450 h 679450"/>
                <a:gd name="csX4" fmla="*/ 568848 w 568848"/>
                <a:gd name="csY4" fmla="*/ 596900 h 679450"/>
                <a:gd name="csX5" fmla="*/ 546623 w 568848"/>
                <a:gd name="csY5" fmla="*/ 409575 h 679450"/>
                <a:gd name="csX6" fmla="*/ 495823 w 568848"/>
                <a:gd name="csY6" fmla="*/ 225425 h 679450"/>
                <a:gd name="csX7" fmla="*/ 400573 w 568848"/>
                <a:gd name="csY7" fmla="*/ 85725 h 679450"/>
                <a:gd name="csX8" fmla="*/ 254523 w 568848"/>
                <a:gd name="csY8" fmla="*/ 0 h 679450"/>
                <a:gd name="csX9" fmla="*/ 3698 w 568848"/>
                <a:gd name="csY9" fmla="*/ 53975 h 679450"/>
                <a:gd name="csX0" fmla="*/ 3698 w 568848"/>
                <a:gd name="csY0" fmla="*/ 53975 h 679450"/>
                <a:gd name="csX1" fmla="*/ 114823 w 568848"/>
                <a:gd name="csY1" fmla="*/ 101600 h 679450"/>
                <a:gd name="csX2" fmla="*/ 254523 w 568848"/>
                <a:gd name="csY2" fmla="*/ 298450 h 679450"/>
                <a:gd name="csX3" fmla="*/ 305323 w 568848"/>
                <a:gd name="csY3" fmla="*/ 679450 h 679450"/>
                <a:gd name="csX4" fmla="*/ 568848 w 568848"/>
                <a:gd name="csY4" fmla="*/ 596900 h 679450"/>
                <a:gd name="csX5" fmla="*/ 546623 w 568848"/>
                <a:gd name="csY5" fmla="*/ 409575 h 679450"/>
                <a:gd name="csX6" fmla="*/ 495823 w 568848"/>
                <a:gd name="csY6" fmla="*/ 225425 h 679450"/>
                <a:gd name="csX7" fmla="*/ 410098 w 568848"/>
                <a:gd name="csY7" fmla="*/ 82550 h 679450"/>
                <a:gd name="csX8" fmla="*/ 254523 w 568848"/>
                <a:gd name="csY8" fmla="*/ 0 h 679450"/>
                <a:gd name="csX9" fmla="*/ 3698 w 568848"/>
                <a:gd name="csY9" fmla="*/ 53975 h 679450"/>
                <a:gd name="csX0" fmla="*/ 3698 w 569096"/>
                <a:gd name="csY0" fmla="*/ 53975 h 679450"/>
                <a:gd name="csX1" fmla="*/ 114823 w 569096"/>
                <a:gd name="csY1" fmla="*/ 101600 h 679450"/>
                <a:gd name="csX2" fmla="*/ 254523 w 569096"/>
                <a:gd name="csY2" fmla="*/ 298450 h 679450"/>
                <a:gd name="csX3" fmla="*/ 305323 w 569096"/>
                <a:gd name="csY3" fmla="*/ 679450 h 679450"/>
                <a:gd name="csX4" fmla="*/ 568848 w 569096"/>
                <a:gd name="csY4" fmla="*/ 596900 h 679450"/>
                <a:gd name="csX5" fmla="*/ 546623 w 569096"/>
                <a:gd name="csY5" fmla="*/ 409575 h 679450"/>
                <a:gd name="csX6" fmla="*/ 410098 w 569096"/>
                <a:gd name="csY6" fmla="*/ 82550 h 679450"/>
                <a:gd name="csX7" fmla="*/ 254523 w 569096"/>
                <a:gd name="csY7" fmla="*/ 0 h 679450"/>
                <a:gd name="csX8" fmla="*/ 3698 w 569096"/>
                <a:gd name="csY8" fmla="*/ 53975 h 679450"/>
                <a:gd name="csX0" fmla="*/ 3698 w 569096"/>
                <a:gd name="csY0" fmla="*/ 69066 h 694541"/>
                <a:gd name="csX1" fmla="*/ 114823 w 569096"/>
                <a:gd name="csY1" fmla="*/ 116691 h 694541"/>
                <a:gd name="csX2" fmla="*/ 254523 w 569096"/>
                <a:gd name="csY2" fmla="*/ 313541 h 694541"/>
                <a:gd name="csX3" fmla="*/ 305323 w 569096"/>
                <a:gd name="csY3" fmla="*/ 694541 h 694541"/>
                <a:gd name="csX4" fmla="*/ 568848 w 569096"/>
                <a:gd name="csY4" fmla="*/ 611991 h 694541"/>
                <a:gd name="csX5" fmla="*/ 546623 w 569096"/>
                <a:gd name="csY5" fmla="*/ 424666 h 694541"/>
                <a:gd name="csX6" fmla="*/ 410098 w 569096"/>
                <a:gd name="csY6" fmla="*/ 97641 h 694541"/>
                <a:gd name="csX7" fmla="*/ 254523 w 569096"/>
                <a:gd name="csY7" fmla="*/ 15091 h 694541"/>
                <a:gd name="csX8" fmla="*/ 3698 w 569096"/>
                <a:gd name="csY8" fmla="*/ 69066 h 694541"/>
                <a:gd name="csX0" fmla="*/ 3698 w 569096"/>
                <a:gd name="csY0" fmla="*/ 53975 h 679450"/>
                <a:gd name="csX1" fmla="*/ 114823 w 569096"/>
                <a:gd name="csY1" fmla="*/ 101600 h 679450"/>
                <a:gd name="csX2" fmla="*/ 254523 w 569096"/>
                <a:gd name="csY2" fmla="*/ 298450 h 679450"/>
                <a:gd name="csX3" fmla="*/ 305323 w 569096"/>
                <a:gd name="csY3" fmla="*/ 679450 h 679450"/>
                <a:gd name="csX4" fmla="*/ 568848 w 569096"/>
                <a:gd name="csY4" fmla="*/ 596900 h 679450"/>
                <a:gd name="csX5" fmla="*/ 546623 w 569096"/>
                <a:gd name="csY5" fmla="*/ 409575 h 679450"/>
                <a:gd name="csX6" fmla="*/ 410098 w 569096"/>
                <a:gd name="csY6" fmla="*/ 82550 h 679450"/>
                <a:gd name="csX7" fmla="*/ 254523 w 569096"/>
                <a:gd name="csY7" fmla="*/ 0 h 679450"/>
                <a:gd name="csX8" fmla="*/ 3698 w 569096"/>
                <a:gd name="csY8" fmla="*/ 53975 h 679450"/>
                <a:gd name="csX0" fmla="*/ 3698 w 569096"/>
                <a:gd name="csY0" fmla="*/ 53975 h 679450"/>
                <a:gd name="csX1" fmla="*/ 114823 w 569096"/>
                <a:gd name="csY1" fmla="*/ 101600 h 679450"/>
                <a:gd name="csX2" fmla="*/ 254523 w 569096"/>
                <a:gd name="csY2" fmla="*/ 298450 h 679450"/>
                <a:gd name="csX3" fmla="*/ 305323 w 569096"/>
                <a:gd name="csY3" fmla="*/ 679450 h 679450"/>
                <a:gd name="csX4" fmla="*/ 568848 w 569096"/>
                <a:gd name="csY4" fmla="*/ 596900 h 679450"/>
                <a:gd name="csX5" fmla="*/ 546623 w 569096"/>
                <a:gd name="csY5" fmla="*/ 409575 h 679450"/>
                <a:gd name="csX6" fmla="*/ 410098 w 569096"/>
                <a:gd name="csY6" fmla="*/ 82550 h 679450"/>
                <a:gd name="csX7" fmla="*/ 254523 w 569096"/>
                <a:gd name="csY7" fmla="*/ 0 h 679450"/>
                <a:gd name="csX8" fmla="*/ 3698 w 569096"/>
                <a:gd name="csY8" fmla="*/ 53975 h 679450"/>
                <a:gd name="csX0" fmla="*/ 3698 w 569096"/>
                <a:gd name="csY0" fmla="*/ 53975 h 679450"/>
                <a:gd name="csX1" fmla="*/ 114823 w 569096"/>
                <a:gd name="csY1" fmla="*/ 101600 h 679450"/>
                <a:gd name="csX2" fmla="*/ 254523 w 569096"/>
                <a:gd name="csY2" fmla="*/ 298450 h 679450"/>
                <a:gd name="csX3" fmla="*/ 305323 w 569096"/>
                <a:gd name="csY3" fmla="*/ 679450 h 679450"/>
                <a:gd name="csX4" fmla="*/ 568848 w 569096"/>
                <a:gd name="csY4" fmla="*/ 596900 h 679450"/>
                <a:gd name="csX5" fmla="*/ 546623 w 569096"/>
                <a:gd name="csY5" fmla="*/ 409575 h 679450"/>
                <a:gd name="csX6" fmla="*/ 410098 w 569096"/>
                <a:gd name="csY6" fmla="*/ 82550 h 679450"/>
                <a:gd name="csX7" fmla="*/ 254523 w 569096"/>
                <a:gd name="csY7" fmla="*/ 0 h 679450"/>
                <a:gd name="csX8" fmla="*/ 3698 w 569096"/>
                <a:gd name="csY8" fmla="*/ 53975 h 679450"/>
                <a:gd name="csX0" fmla="*/ 3698 w 569096"/>
                <a:gd name="csY0" fmla="*/ 53975 h 679450"/>
                <a:gd name="csX1" fmla="*/ 114823 w 569096"/>
                <a:gd name="csY1" fmla="*/ 101600 h 679450"/>
                <a:gd name="csX2" fmla="*/ 254523 w 569096"/>
                <a:gd name="csY2" fmla="*/ 298450 h 679450"/>
                <a:gd name="csX3" fmla="*/ 305323 w 569096"/>
                <a:gd name="csY3" fmla="*/ 679450 h 679450"/>
                <a:gd name="csX4" fmla="*/ 568848 w 569096"/>
                <a:gd name="csY4" fmla="*/ 596900 h 679450"/>
                <a:gd name="csX5" fmla="*/ 546623 w 569096"/>
                <a:gd name="csY5" fmla="*/ 409575 h 679450"/>
                <a:gd name="csX6" fmla="*/ 410098 w 569096"/>
                <a:gd name="csY6" fmla="*/ 82550 h 679450"/>
                <a:gd name="csX7" fmla="*/ 254523 w 569096"/>
                <a:gd name="csY7" fmla="*/ 0 h 679450"/>
                <a:gd name="csX8" fmla="*/ 3698 w 569096"/>
                <a:gd name="csY8" fmla="*/ 53975 h 679450"/>
                <a:gd name="csX0" fmla="*/ 3698 w 569096"/>
                <a:gd name="csY0" fmla="*/ 53975 h 679450"/>
                <a:gd name="csX1" fmla="*/ 114823 w 569096"/>
                <a:gd name="csY1" fmla="*/ 101600 h 679450"/>
                <a:gd name="csX2" fmla="*/ 254523 w 569096"/>
                <a:gd name="csY2" fmla="*/ 298450 h 679450"/>
                <a:gd name="csX3" fmla="*/ 305323 w 569096"/>
                <a:gd name="csY3" fmla="*/ 679450 h 679450"/>
                <a:gd name="csX4" fmla="*/ 568848 w 569096"/>
                <a:gd name="csY4" fmla="*/ 596900 h 679450"/>
                <a:gd name="csX5" fmla="*/ 546623 w 569096"/>
                <a:gd name="csY5" fmla="*/ 409575 h 679450"/>
                <a:gd name="csX6" fmla="*/ 410098 w 569096"/>
                <a:gd name="csY6" fmla="*/ 82550 h 679450"/>
                <a:gd name="csX7" fmla="*/ 254523 w 569096"/>
                <a:gd name="csY7" fmla="*/ 0 h 679450"/>
                <a:gd name="csX8" fmla="*/ 3698 w 569096"/>
                <a:gd name="csY8" fmla="*/ 53975 h 679450"/>
                <a:gd name="csX0" fmla="*/ 3698 w 569096"/>
                <a:gd name="csY0" fmla="*/ 53975 h 679450"/>
                <a:gd name="csX1" fmla="*/ 114823 w 569096"/>
                <a:gd name="csY1" fmla="*/ 101600 h 679450"/>
                <a:gd name="csX2" fmla="*/ 254523 w 569096"/>
                <a:gd name="csY2" fmla="*/ 298450 h 679450"/>
                <a:gd name="csX3" fmla="*/ 305323 w 569096"/>
                <a:gd name="csY3" fmla="*/ 679450 h 679450"/>
                <a:gd name="csX4" fmla="*/ 568848 w 569096"/>
                <a:gd name="csY4" fmla="*/ 596900 h 679450"/>
                <a:gd name="csX5" fmla="*/ 546623 w 569096"/>
                <a:gd name="csY5" fmla="*/ 409575 h 679450"/>
                <a:gd name="csX6" fmla="*/ 410098 w 569096"/>
                <a:gd name="csY6" fmla="*/ 82550 h 679450"/>
                <a:gd name="csX7" fmla="*/ 254523 w 569096"/>
                <a:gd name="csY7" fmla="*/ 0 h 679450"/>
                <a:gd name="csX8" fmla="*/ 3698 w 569096"/>
                <a:gd name="csY8" fmla="*/ 53975 h 679450"/>
                <a:gd name="csX0" fmla="*/ 3698 w 568848"/>
                <a:gd name="csY0" fmla="*/ 53975 h 679450"/>
                <a:gd name="csX1" fmla="*/ 114823 w 568848"/>
                <a:gd name="csY1" fmla="*/ 101600 h 679450"/>
                <a:gd name="csX2" fmla="*/ 254523 w 568848"/>
                <a:gd name="csY2" fmla="*/ 298450 h 679450"/>
                <a:gd name="csX3" fmla="*/ 305323 w 568848"/>
                <a:gd name="csY3" fmla="*/ 679450 h 679450"/>
                <a:gd name="csX4" fmla="*/ 568848 w 568848"/>
                <a:gd name="csY4" fmla="*/ 596900 h 679450"/>
                <a:gd name="csX5" fmla="*/ 546623 w 568848"/>
                <a:gd name="csY5" fmla="*/ 409575 h 679450"/>
                <a:gd name="csX6" fmla="*/ 441848 w 568848"/>
                <a:gd name="csY6" fmla="*/ 120650 h 679450"/>
                <a:gd name="csX7" fmla="*/ 254523 w 568848"/>
                <a:gd name="csY7" fmla="*/ 0 h 679450"/>
                <a:gd name="csX8" fmla="*/ 3698 w 568848"/>
                <a:gd name="csY8" fmla="*/ 53975 h 679450"/>
                <a:gd name="csX0" fmla="*/ 3698 w 570050"/>
                <a:gd name="csY0" fmla="*/ 53975 h 679450"/>
                <a:gd name="csX1" fmla="*/ 114823 w 570050"/>
                <a:gd name="csY1" fmla="*/ 101600 h 679450"/>
                <a:gd name="csX2" fmla="*/ 254523 w 570050"/>
                <a:gd name="csY2" fmla="*/ 298450 h 679450"/>
                <a:gd name="csX3" fmla="*/ 305323 w 570050"/>
                <a:gd name="csY3" fmla="*/ 679450 h 679450"/>
                <a:gd name="csX4" fmla="*/ 568848 w 570050"/>
                <a:gd name="csY4" fmla="*/ 596900 h 679450"/>
                <a:gd name="csX5" fmla="*/ 546623 w 570050"/>
                <a:gd name="csY5" fmla="*/ 409575 h 679450"/>
                <a:gd name="csX6" fmla="*/ 381523 w 570050"/>
                <a:gd name="csY6" fmla="*/ 60325 h 679450"/>
                <a:gd name="csX7" fmla="*/ 254523 w 570050"/>
                <a:gd name="csY7" fmla="*/ 0 h 679450"/>
                <a:gd name="csX8" fmla="*/ 3698 w 570050"/>
                <a:gd name="csY8" fmla="*/ 53975 h 679450"/>
                <a:gd name="csX0" fmla="*/ 3698 w 570050"/>
                <a:gd name="csY0" fmla="*/ 53975 h 679450"/>
                <a:gd name="csX1" fmla="*/ 114823 w 570050"/>
                <a:gd name="csY1" fmla="*/ 101600 h 679450"/>
                <a:gd name="csX2" fmla="*/ 254523 w 570050"/>
                <a:gd name="csY2" fmla="*/ 298450 h 679450"/>
                <a:gd name="csX3" fmla="*/ 305323 w 570050"/>
                <a:gd name="csY3" fmla="*/ 679450 h 679450"/>
                <a:gd name="csX4" fmla="*/ 568848 w 570050"/>
                <a:gd name="csY4" fmla="*/ 596900 h 679450"/>
                <a:gd name="csX5" fmla="*/ 546623 w 570050"/>
                <a:gd name="csY5" fmla="*/ 409575 h 679450"/>
                <a:gd name="csX6" fmla="*/ 381523 w 570050"/>
                <a:gd name="csY6" fmla="*/ 60325 h 679450"/>
                <a:gd name="csX7" fmla="*/ 254523 w 570050"/>
                <a:gd name="csY7" fmla="*/ 0 h 679450"/>
                <a:gd name="csX8" fmla="*/ 3698 w 570050"/>
                <a:gd name="csY8" fmla="*/ 53975 h 679450"/>
                <a:gd name="csX0" fmla="*/ 3698 w 570050"/>
                <a:gd name="csY0" fmla="*/ 53975 h 679450"/>
                <a:gd name="csX1" fmla="*/ 114823 w 570050"/>
                <a:gd name="csY1" fmla="*/ 101600 h 679450"/>
                <a:gd name="csX2" fmla="*/ 254523 w 570050"/>
                <a:gd name="csY2" fmla="*/ 298450 h 679450"/>
                <a:gd name="csX3" fmla="*/ 305323 w 570050"/>
                <a:gd name="csY3" fmla="*/ 679450 h 679450"/>
                <a:gd name="csX4" fmla="*/ 568848 w 570050"/>
                <a:gd name="csY4" fmla="*/ 596900 h 679450"/>
                <a:gd name="csX5" fmla="*/ 546623 w 570050"/>
                <a:gd name="csY5" fmla="*/ 409575 h 679450"/>
                <a:gd name="csX6" fmla="*/ 445024 w 570050"/>
                <a:gd name="csY6" fmla="*/ 165099 h 679450"/>
                <a:gd name="csX7" fmla="*/ 381523 w 570050"/>
                <a:gd name="csY7" fmla="*/ 60325 h 679450"/>
                <a:gd name="csX8" fmla="*/ 254523 w 570050"/>
                <a:gd name="csY8" fmla="*/ 0 h 679450"/>
                <a:gd name="csX9" fmla="*/ 3698 w 570050"/>
                <a:gd name="csY9" fmla="*/ 53975 h 679450"/>
                <a:gd name="csX0" fmla="*/ 3698 w 568848"/>
                <a:gd name="csY0" fmla="*/ 53975 h 679450"/>
                <a:gd name="csX1" fmla="*/ 114823 w 568848"/>
                <a:gd name="csY1" fmla="*/ 101600 h 679450"/>
                <a:gd name="csX2" fmla="*/ 254523 w 568848"/>
                <a:gd name="csY2" fmla="*/ 298450 h 679450"/>
                <a:gd name="csX3" fmla="*/ 305323 w 568848"/>
                <a:gd name="csY3" fmla="*/ 679450 h 679450"/>
                <a:gd name="csX4" fmla="*/ 568848 w 568848"/>
                <a:gd name="csY4" fmla="*/ 596900 h 679450"/>
                <a:gd name="csX5" fmla="*/ 546623 w 568848"/>
                <a:gd name="csY5" fmla="*/ 409575 h 679450"/>
                <a:gd name="csX6" fmla="*/ 467249 w 568848"/>
                <a:gd name="csY6" fmla="*/ 158749 h 679450"/>
                <a:gd name="csX7" fmla="*/ 381523 w 568848"/>
                <a:gd name="csY7" fmla="*/ 60325 h 679450"/>
                <a:gd name="csX8" fmla="*/ 254523 w 568848"/>
                <a:gd name="csY8" fmla="*/ 0 h 679450"/>
                <a:gd name="csX9" fmla="*/ 3698 w 568848"/>
                <a:gd name="csY9" fmla="*/ 53975 h 679450"/>
                <a:gd name="csX0" fmla="*/ 3698 w 568848"/>
                <a:gd name="csY0" fmla="*/ 53975 h 679450"/>
                <a:gd name="csX1" fmla="*/ 114823 w 568848"/>
                <a:gd name="csY1" fmla="*/ 101600 h 679450"/>
                <a:gd name="csX2" fmla="*/ 254523 w 568848"/>
                <a:gd name="csY2" fmla="*/ 298450 h 679450"/>
                <a:gd name="csX3" fmla="*/ 305323 w 568848"/>
                <a:gd name="csY3" fmla="*/ 679450 h 679450"/>
                <a:gd name="csX4" fmla="*/ 568848 w 568848"/>
                <a:gd name="csY4" fmla="*/ 596900 h 679450"/>
                <a:gd name="csX5" fmla="*/ 546623 w 568848"/>
                <a:gd name="csY5" fmla="*/ 409575 h 679450"/>
                <a:gd name="csX6" fmla="*/ 467249 w 568848"/>
                <a:gd name="csY6" fmla="*/ 158749 h 679450"/>
                <a:gd name="csX7" fmla="*/ 381523 w 568848"/>
                <a:gd name="csY7" fmla="*/ 60325 h 679450"/>
                <a:gd name="csX8" fmla="*/ 254523 w 568848"/>
                <a:gd name="csY8" fmla="*/ 0 h 679450"/>
                <a:gd name="csX9" fmla="*/ 3698 w 568848"/>
                <a:gd name="csY9" fmla="*/ 53975 h 679450"/>
                <a:gd name="csX0" fmla="*/ 3698 w 568848"/>
                <a:gd name="csY0" fmla="*/ 53975 h 679450"/>
                <a:gd name="csX1" fmla="*/ 114823 w 568848"/>
                <a:gd name="csY1" fmla="*/ 101600 h 679450"/>
                <a:gd name="csX2" fmla="*/ 254523 w 568848"/>
                <a:gd name="csY2" fmla="*/ 298450 h 679450"/>
                <a:gd name="csX3" fmla="*/ 305323 w 568848"/>
                <a:gd name="csY3" fmla="*/ 679450 h 679450"/>
                <a:gd name="csX4" fmla="*/ 568848 w 568848"/>
                <a:gd name="csY4" fmla="*/ 596900 h 679450"/>
                <a:gd name="csX5" fmla="*/ 546623 w 568848"/>
                <a:gd name="csY5" fmla="*/ 409575 h 679450"/>
                <a:gd name="csX6" fmla="*/ 467249 w 568848"/>
                <a:gd name="csY6" fmla="*/ 158749 h 679450"/>
                <a:gd name="csX7" fmla="*/ 381523 w 568848"/>
                <a:gd name="csY7" fmla="*/ 60325 h 679450"/>
                <a:gd name="csX8" fmla="*/ 254523 w 568848"/>
                <a:gd name="csY8" fmla="*/ 0 h 679450"/>
                <a:gd name="csX9" fmla="*/ 3698 w 568848"/>
                <a:gd name="csY9" fmla="*/ 53975 h 679450"/>
                <a:gd name="csX0" fmla="*/ 3698 w 568848"/>
                <a:gd name="csY0" fmla="*/ 53975 h 679450"/>
                <a:gd name="csX1" fmla="*/ 114823 w 568848"/>
                <a:gd name="csY1" fmla="*/ 101600 h 679450"/>
                <a:gd name="csX2" fmla="*/ 254523 w 568848"/>
                <a:gd name="csY2" fmla="*/ 298450 h 679450"/>
                <a:gd name="csX3" fmla="*/ 305323 w 568848"/>
                <a:gd name="csY3" fmla="*/ 679450 h 679450"/>
                <a:gd name="csX4" fmla="*/ 568848 w 568848"/>
                <a:gd name="csY4" fmla="*/ 596900 h 679450"/>
                <a:gd name="csX5" fmla="*/ 546623 w 568848"/>
                <a:gd name="csY5" fmla="*/ 409575 h 679450"/>
                <a:gd name="csX6" fmla="*/ 467249 w 568848"/>
                <a:gd name="csY6" fmla="*/ 158749 h 679450"/>
                <a:gd name="csX7" fmla="*/ 381523 w 568848"/>
                <a:gd name="csY7" fmla="*/ 60325 h 679450"/>
                <a:gd name="csX8" fmla="*/ 254523 w 568848"/>
                <a:gd name="csY8" fmla="*/ 0 h 679450"/>
                <a:gd name="csX9" fmla="*/ 3698 w 568848"/>
                <a:gd name="csY9" fmla="*/ 53975 h 679450"/>
                <a:gd name="csX0" fmla="*/ 3698 w 568848"/>
                <a:gd name="csY0" fmla="*/ 53975 h 679450"/>
                <a:gd name="csX1" fmla="*/ 114823 w 568848"/>
                <a:gd name="csY1" fmla="*/ 101600 h 679450"/>
                <a:gd name="csX2" fmla="*/ 254523 w 568848"/>
                <a:gd name="csY2" fmla="*/ 298450 h 679450"/>
                <a:gd name="csX3" fmla="*/ 305323 w 568848"/>
                <a:gd name="csY3" fmla="*/ 679450 h 679450"/>
                <a:gd name="csX4" fmla="*/ 568848 w 568848"/>
                <a:gd name="csY4" fmla="*/ 596900 h 679450"/>
                <a:gd name="csX5" fmla="*/ 546623 w 568848"/>
                <a:gd name="csY5" fmla="*/ 409575 h 679450"/>
                <a:gd name="csX6" fmla="*/ 467249 w 568848"/>
                <a:gd name="csY6" fmla="*/ 158749 h 679450"/>
                <a:gd name="csX7" fmla="*/ 381523 w 568848"/>
                <a:gd name="csY7" fmla="*/ 60325 h 679450"/>
                <a:gd name="csX8" fmla="*/ 254523 w 568848"/>
                <a:gd name="csY8" fmla="*/ 0 h 679450"/>
                <a:gd name="csX9" fmla="*/ 3698 w 568848"/>
                <a:gd name="csY9" fmla="*/ 53975 h 679450"/>
                <a:gd name="csX0" fmla="*/ 3698 w 568848"/>
                <a:gd name="csY0" fmla="*/ 53975 h 679450"/>
                <a:gd name="csX1" fmla="*/ 114823 w 568848"/>
                <a:gd name="csY1" fmla="*/ 101600 h 679450"/>
                <a:gd name="csX2" fmla="*/ 254523 w 568848"/>
                <a:gd name="csY2" fmla="*/ 298450 h 679450"/>
                <a:gd name="csX3" fmla="*/ 305323 w 568848"/>
                <a:gd name="csY3" fmla="*/ 679450 h 679450"/>
                <a:gd name="csX4" fmla="*/ 568848 w 568848"/>
                <a:gd name="csY4" fmla="*/ 596900 h 679450"/>
                <a:gd name="csX5" fmla="*/ 546623 w 568848"/>
                <a:gd name="csY5" fmla="*/ 409575 h 679450"/>
                <a:gd name="csX6" fmla="*/ 467249 w 568848"/>
                <a:gd name="csY6" fmla="*/ 158749 h 679450"/>
                <a:gd name="csX7" fmla="*/ 381523 w 568848"/>
                <a:gd name="csY7" fmla="*/ 60325 h 679450"/>
                <a:gd name="csX8" fmla="*/ 254523 w 568848"/>
                <a:gd name="csY8" fmla="*/ 0 h 679450"/>
                <a:gd name="csX9" fmla="*/ 3698 w 568848"/>
                <a:gd name="csY9" fmla="*/ 53975 h 679450"/>
                <a:gd name="csX0" fmla="*/ 3698 w 568848"/>
                <a:gd name="csY0" fmla="*/ 53975 h 679450"/>
                <a:gd name="csX1" fmla="*/ 114823 w 568848"/>
                <a:gd name="csY1" fmla="*/ 101600 h 679450"/>
                <a:gd name="csX2" fmla="*/ 254523 w 568848"/>
                <a:gd name="csY2" fmla="*/ 298450 h 679450"/>
                <a:gd name="csX3" fmla="*/ 305323 w 568848"/>
                <a:gd name="csY3" fmla="*/ 679450 h 679450"/>
                <a:gd name="csX4" fmla="*/ 568848 w 568848"/>
                <a:gd name="csY4" fmla="*/ 596900 h 679450"/>
                <a:gd name="csX5" fmla="*/ 546623 w 568848"/>
                <a:gd name="csY5" fmla="*/ 409575 h 679450"/>
                <a:gd name="csX6" fmla="*/ 467249 w 568848"/>
                <a:gd name="csY6" fmla="*/ 158749 h 679450"/>
                <a:gd name="csX7" fmla="*/ 381523 w 568848"/>
                <a:gd name="csY7" fmla="*/ 60325 h 679450"/>
                <a:gd name="csX8" fmla="*/ 254523 w 568848"/>
                <a:gd name="csY8" fmla="*/ 0 h 679450"/>
                <a:gd name="csX9" fmla="*/ 3698 w 568848"/>
                <a:gd name="csY9" fmla="*/ 53975 h 6794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</a:cxnLst>
              <a:rect l="l" t="t" r="r" b="b"/>
              <a:pathLst>
                <a:path w="568848" h="679450">
                  <a:moveTo>
                    <a:pt x="3698" y="53975"/>
                  </a:moveTo>
                  <a:cubicBezTo>
                    <a:pt x="-19585" y="70908"/>
                    <a:pt x="73019" y="60854"/>
                    <a:pt x="114823" y="101600"/>
                  </a:cubicBezTo>
                  <a:cubicBezTo>
                    <a:pt x="229652" y="215371"/>
                    <a:pt x="222773" y="202142"/>
                    <a:pt x="254523" y="298450"/>
                  </a:cubicBezTo>
                  <a:cubicBezTo>
                    <a:pt x="286273" y="394758"/>
                    <a:pt x="297386" y="604308"/>
                    <a:pt x="305323" y="679450"/>
                  </a:cubicBezTo>
                  <a:lnTo>
                    <a:pt x="568848" y="596900"/>
                  </a:lnTo>
                  <a:cubicBezTo>
                    <a:pt x="568848" y="535517"/>
                    <a:pt x="563556" y="482600"/>
                    <a:pt x="546623" y="409575"/>
                  </a:cubicBezTo>
                  <a:cubicBezTo>
                    <a:pt x="529690" y="336550"/>
                    <a:pt x="536041" y="296332"/>
                    <a:pt x="467249" y="158749"/>
                  </a:cubicBezTo>
                  <a:cubicBezTo>
                    <a:pt x="417507" y="62441"/>
                    <a:pt x="533923" y="218017"/>
                    <a:pt x="381523" y="60325"/>
                  </a:cubicBezTo>
                  <a:cubicBezTo>
                    <a:pt x="294740" y="7938"/>
                    <a:pt x="310970" y="32303"/>
                    <a:pt x="254523" y="0"/>
                  </a:cubicBezTo>
                  <a:lnTo>
                    <a:pt x="3698" y="53975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8F88FEF-0CF1-5EB3-18BB-15718B7514CC}"/>
                </a:ext>
              </a:extLst>
            </p:cNvPr>
            <p:cNvSpPr/>
            <p:nvPr/>
          </p:nvSpPr>
          <p:spPr>
            <a:xfrm rot="21182072">
              <a:off x="9498806" y="3255169"/>
              <a:ext cx="66675" cy="104775"/>
            </a:xfrm>
            <a:prstGeom prst="roundRect">
              <a:avLst/>
            </a:prstGeom>
            <a:ln w="9525"/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46B93E6-8632-3360-A53D-8E305E95539C}"/>
                </a:ext>
              </a:extLst>
            </p:cNvPr>
            <p:cNvSpPr/>
            <p:nvPr/>
          </p:nvSpPr>
          <p:spPr>
            <a:xfrm rot="21182072">
              <a:off x="9611002" y="3219450"/>
              <a:ext cx="66675" cy="104775"/>
            </a:xfrm>
            <a:prstGeom prst="roundRect">
              <a:avLst/>
            </a:prstGeom>
            <a:ln w="9525"/>
            <a:scene3d>
              <a:camera prst="isometricOffAxis1Right"/>
              <a:lightRig rig="threePt" dir="t"/>
            </a:scene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FD54591-60E9-AABE-6E96-9D70D4D7D3CD}"/>
              </a:ext>
            </a:extLst>
          </p:cNvPr>
          <p:cNvGrpSpPr/>
          <p:nvPr/>
        </p:nvGrpSpPr>
        <p:grpSpPr>
          <a:xfrm>
            <a:off x="9126879" y="1669018"/>
            <a:ext cx="640142" cy="972582"/>
            <a:chOff x="9126879" y="2011918"/>
            <a:chExt cx="640142" cy="97258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A40A1340-1DBA-1449-B495-35D5C7EE57E7}"/>
                </a:ext>
              </a:extLst>
            </p:cNvPr>
            <p:cNvSpPr txBox="1"/>
            <p:nvPr/>
          </p:nvSpPr>
          <p:spPr>
            <a:xfrm>
              <a:off x="9126879" y="2011918"/>
              <a:ext cx="640142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Skin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A1A194C-3992-6E93-25CC-2D2F11B8BB5D}"/>
                </a:ext>
              </a:extLst>
            </p:cNvPr>
            <p:cNvCxnSpPr>
              <a:cxnSpLocks/>
            </p:cNvCxnSpPr>
            <p:nvPr/>
          </p:nvCxnSpPr>
          <p:spPr>
            <a:xfrm>
              <a:off x="9446950" y="2381250"/>
              <a:ext cx="0" cy="603250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0AA3BED7-8E4F-A8FE-E7F8-78A02E3979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7762047"/>
              </p:ext>
            </p:extLst>
          </p:nvPr>
        </p:nvGraphicFramePr>
        <p:xfrm>
          <a:off x="6096000" y="4704775"/>
          <a:ext cx="5892800" cy="166083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73200">
                  <a:extLst>
                    <a:ext uri="{9D8B030D-6E8A-4147-A177-3AD203B41FA5}">
                      <a16:colId xmlns:a16="http://schemas.microsoft.com/office/drawing/2014/main" val="1974074460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2342225387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1775093695"/>
                    </a:ext>
                  </a:extLst>
                </a:gridCol>
                <a:gridCol w="1473200">
                  <a:extLst>
                    <a:ext uri="{9D8B030D-6E8A-4147-A177-3AD203B41FA5}">
                      <a16:colId xmlns:a16="http://schemas.microsoft.com/office/drawing/2014/main" val="3231414505"/>
                    </a:ext>
                  </a:extLst>
                </a:gridCol>
              </a:tblGrid>
              <a:tr h="38157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Rivets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Bolts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Screws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Adhesives</a:t>
                      </a:r>
                    </a:p>
                  </a:txBody>
                  <a:tcPr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2502945"/>
                  </a:ext>
                </a:extLst>
              </a:tr>
              <a:tr h="127925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5870773"/>
                  </a:ext>
                </a:extLst>
              </a:tr>
            </a:tbl>
          </a:graphicData>
        </a:graphic>
      </p:graphicFrame>
      <p:sp>
        <p:nvSpPr>
          <p:cNvPr id="21" name="AutoShape 2" descr="Product Image 1 of 1">
            <a:extLst>
              <a:ext uri="{FF2B5EF4-FFF2-40B4-BE49-F238E27FC236}">
                <a16:creationId xmlns:a16="http://schemas.microsoft.com/office/drawing/2014/main" id="{DE82E8C9-3EFA-9922-BC69-A2F14631E7C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E7EF0F86-1C2E-A19D-5136-7C7766E8B6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231" y="5284655"/>
            <a:ext cx="818104" cy="884765"/>
          </a:xfrm>
          <a:prstGeom prst="rect">
            <a:avLst/>
          </a:prstGeom>
        </p:spPr>
      </p:pic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9EB808A0-2018-542A-8198-6B426CFCCC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8888936"/>
              </p:ext>
            </p:extLst>
          </p:nvPr>
        </p:nvGraphicFramePr>
        <p:xfrm>
          <a:off x="9129810" y="5160153"/>
          <a:ext cx="1274421" cy="1091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5" imgW="1471803" imgH="1259967" progId="Paint.Picture">
                  <p:embed/>
                </p:oleObj>
              </mc:Choice>
              <mc:Fallback>
                <p:oleObj name="Bitmap Image" r:id="rId5" imgW="1471803" imgH="1259967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9129810" y="5160153"/>
                        <a:ext cx="1274421" cy="10915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" name="Picture 30">
            <a:extLst>
              <a:ext uri="{FF2B5EF4-FFF2-40B4-BE49-F238E27FC236}">
                <a16:creationId xmlns:a16="http://schemas.microsoft.com/office/drawing/2014/main" id="{A739880A-A704-594F-D9D8-24551A9529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2436" y="5128273"/>
            <a:ext cx="666844" cy="116535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071982FA-9142-B7CB-C08B-1C3429574AD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51164" y="5150628"/>
            <a:ext cx="1090702" cy="1155337"/>
          </a:xfrm>
          <a:prstGeom prst="rect">
            <a:avLst/>
          </a:prstGeom>
        </p:spPr>
      </p:pic>
      <p:sp>
        <p:nvSpPr>
          <p:cNvPr id="5" name="TextBox 4">
            <a:hlinkClick r:id="rId9"/>
            <a:extLst>
              <a:ext uri="{FF2B5EF4-FFF2-40B4-BE49-F238E27FC236}">
                <a16:creationId xmlns:a16="http://schemas.microsoft.com/office/drawing/2014/main" id="{2407E2D8-A554-0BF2-2004-2F1E269C9503}"/>
              </a:ext>
            </a:extLst>
          </p:cNvPr>
          <p:cNvSpPr txBox="1"/>
          <p:nvPr/>
        </p:nvSpPr>
        <p:spPr>
          <a:xfrm>
            <a:off x="6096000" y="6386324"/>
            <a:ext cx="14657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(Ad)  Aircraft Spruce</a:t>
            </a:r>
          </a:p>
        </p:txBody>
      </p:sp>
      <p:sp>
        <p:nvSpPr>
          <p:cNvPr id="11" name="TextBox 10">
            <a:hlinkClick r:id="rId10"/>
            <a:extLst>
              <a:ext uri="{FF2B5EF4-FFF2-40B4-BE49-F238E27FC236}">
                <a16:creationId xmlns:a16="http://schemas.microsoft.com/office/drawing/2014/main" id="{43024590-C44D-F564-9C12-BE5B0339B8DE}"/>
              </a:ext>
            </a:extLst>
          </p:cNvPr>
          <p:cNvSpPr txBox="1"/>
          <p:nvPr/>
        </p:nvSpPr>
        <p:spPr>
          <a:xfrm>
            <a:off x="7561780" y="6365604"/>
            <a:ext cx="14794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(Ad)  </a:t>
            </a:r>
            <a:r>
              <a:rPr lang="en-US" sz="900" dirty="0" err="1"/>
              <a:t>GStatic</a:t>
            </a:r>
            <a:endParaRPr lang="en-US" sz="900" dirty="0"/>
          </a:p>
        </p:txBody>
      </p:sp>
      <p:sp>
        <p:nvSpPr>
          <p:cNvPr id="12" name="TextBox 11">
            <a:hlinkClick r:id="rId11"/>
            <a:extLst>
              <a:ext uri="{FF2B5EF4-FFF2-40B4-BE49-F238E27FC236}">
                <a16:creationId xmlns:a16="http://schemas.microsoft.com/office/drawing/2014/main" id="{D0444950-3503-EC69-08ED-56F35B51C85D}"/>
              </a:ext>
            </a:extLst>
          </p:cNvPr>
          <p:cNvSpPr txBox="1"/>
          <p:nvPr/>
        </p:nvSpPr>
        <p:spPr>
          <a:xfrm>
            <a:off x="9027281" y="6375964"/>
            <a:ext cx="147947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(Ad)  Sky Geek</a:t>
            </a:r>
          </a:p>
        </p:txBody>
      </p:sp>
      <p:sp>
        <p:nvSpPr>
          <p:cNvPr id="13" name="TextBox 12">
            <a:hlinkClick r:id="rId11"/>
            <a:extLst>
              <a:ext uri="{FF2B5EF4-FFF2-40B4-BE49-F238E27FC236}">
                <a16:creationId xmlns:a16="http://schemas.microsoft.com/office/drawing/2014/main" id="{08BBF050-893D-75D8-1C6B-FDFD09DA99B3}"/>
              </a:ext>
            </a:extLst>
          </p:cNvPr>
          <p:cNvSpPr txBox="1"/>
          <p:nvPr/>
        </p:nvSpPr>
        <p:spPr>
          <a:xfrm>
            <a:off x="10506758" y="6365604"/>
            <a:ext cx="146550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 dirty="0"/>
              <a:t>(Ad)  </a:t>
            </a:r>
            <a:r>
              <a:rPr lang="en-US" sz="900" dirty="0" err="1"/>
              <a:t>Fibre</a:t>
            </a:r>
            <a:r>
              <a:rPr lang="en-US" sz="900" dirty="0"/>
              <a:t> </a:t>
            </a:r>
            <a:r>
              <a:rPr lang="en-US" sz="900" dirty="0" err="1"/>
              <a:t>Glast</a:t>
            </a:r>
            <a:r>
              <a:rPr lang="en-US" sz="900" dirty="0"/>
              <a:t> Devs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B4D642-7DC3-E4B1-BDE0-81F150319479}"/>
              </a:ext>
            </a:extLst>
          </p:cNvPr>
          <p:cNvSpPr txBox="1"/>
          <p:nvPr/>
        </p:nvSpPr>
        <p:spPr>
          <a:xfrm rot="171697">
            <a:off x="9973263" y="3372729"/>
            <a:ext cx="160064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AE2F9949-808F-ACBA-DAF9-AF9986266FCF}"/>
              </a:ext>
            </a:extLst>
          </p:cNvPr>
          <p:cNvSpPr txBox="1"/>
          <p:nvPr/>
        </p:nvSpPr>
        <p:spPr>
          <a:xfrm>
            <a:off x="10287253" y="57348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ChatGPT</a:t>
            </a:r>
          </a:p>
        </p:txBody>
      </p:sp>
    </p:spTree>
    <p:extLst>
      <p:ext uri="{BB962C8B-B14F-4D97-AF65-F5344CB8AC3E}">
        <p14:creationId xmlns:p14="http://schemas.microsoft.com/office/powerpoint/2010/main" val="2757105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651812D-C1C4-E54D-1934-593E300085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43CBA-5D24-4BE5-2E6E-EC7C0C11B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33049"/>
            <a:ext cx="10086975" cy="79190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Wing Construction</a:t>
            </a:r>
          </a:p>
        </p:txBody>
      </p:sp>
    </p:spTree>
    <p:extLst>
      <p:ext uri="{BB962C8B-B14F-4D97-AF65-F5344CB8AC3E}">
        <p14:creationId xmlns:p14="http://schemas.microsoft.com/office/powerpoint/2010/main" val="24772048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3215772-EFA3-9399-B36F-D781233E4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75CDAB86-CF62-A8B8-048F-A1FEB41603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641" y="2225755"/>
            <a:ext cx="5115639" cy="3410426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149BCC-DD75-02E2-4A07-0B6E0D94D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5"/>
            <a:ext cx="10858500" cy="877824"/>
          </a:xfrm>
        </p:spPr>
        <p:txBody>
          <a:bodyPr/>
          <a:lstStyle/>
          <a:p>
            <a:r>
              <a:rPr lang="en-US" dirty="0"/>
              <a:t>Wing Construction:  </a:t>
            </a:r>
            <a:r>
              <a:rPr lang="en-US" b="1" dirty="0"/>
              <a:t>Spars</a:t>
            </a:r>
            <a:r>
              <a:rPr lang="en-US" dirty="0"/>
              <a:t>,</a:t>
            </a:r>
            <a:r>
              <a:rPr lang="en-US" b="1" dirty="0"/>
              <a:t> Ribs, </a:t>
            </a:r>
            <a:r>
              <a:rPr lang="en-US" dirty="0"/>
              <a:t>&amp;</a:t>
            </a:r>
            <a:r>
              <a:rPr lang="en-US" b="1" dirty="0"/>
              <a:t> Stringers</a:t>
            </a:r>
          </a:p>
        </p:txBody>
      </p:sp>
      <p:sp>
        <p:nvSpPr>
          <p:cNvPr id="7" name="AutoShape 2" descr="Generated image">
            <a:extLst>
              <a:ext uri="{FF2B5EF4-FFF2-40B4-BE49-F238E27FC236}">
                <a16:creationId xmlns:a16="http://schemas.microsoft.com/office/drawing/2014/main" id="{C67A0F82-A186-AFDC-B920-AB772BCC544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4543DDB1-38A6-1236-75B3-F02CE8C4A9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11" y="1494949"/>
            <a:ext cx="6413961" cy="4872039"/>
          </a:xfrm>
        </p:spPr>
        <p:txBody>
          <a:bodyPr>
            <a:normAutofit lnSpcReduction="10000"/>
          </a:bodyPr>
          <a:lstStyle/>
          <a:p>
            <a:r>
              <a:rPr lang="en-US" sz="2400" b="1" dirty="0"/>
              <a:t>Spars </a:t>
            </a:r>
          </a:p>
          <a:p>
            <a:pPr lvl="1"/>
            <a:r>
              <a:rPr lang="en-US" sz="2000" dirty="0"/>
              <a:t>Parallel to wing, at least two (front/rear)</a:t>
            </a:r>
          </a:p>
          <a:p>
            <a:pPr lvl="1"/>
            <a:r>
              <a:rPr lang="en-US" sz="2000" dirty="0"/>
              <a:t>High strength, flexible</a:t>
            </a:r>
          </a:p>
          <a:p>
            <a:pPr lvl="1"/>
            <a:r>
              <a:rPr lang="en-US" sz="2000" dirty="0"/>
              <a:t>Main structural part of wing </a:t>
            </a:r>
          </a:p>
          <a:p>
            <a:r>
              <a:rPr lang="en-US" sz="2400" b="1" dirty="0"/>
              <a:t>Ribs</a:t>
            </a:r>
          </a:p>
          <a:p>
            <a:pPr lvl="1"/>
            <a:r>
              <a:rPr lang="en-US" sz="2000" dirty="0"/>
              <a:t>Perpendicular to wing, many</a:t>
            </a:r>
          </a:p>
          <a:p>
            <a:pPr lvl="1"/>
            <a:r>
              <a:rPr lang="en-US" sz="2000" dirty="0"/>
              <a:t>Structural cross members (leading to trailing edge)</a:t>
            </a:r>
          </a:p>
          <a:p>
            <a:pPr lvl="1"/>
            <a:r>
              <a:rPr lang="en-US" sz="2000" dirty="0"/>
              <a:t>Creates shape and contour of wing</a:t>
            </a:r>
          </a:p>
          <a:p>
            <a:pPr lvl="1"/>
            <a:r>
              <a:rPr lang="en-US" sz="2000" dirty="0"/>
              <a:t>Transfer loads from skin to spars and stringers</a:t>
            </a:r>
          </a:p>
          <a:p>
            <a:r>
              <a:rPr lang="en-US" sz="2400" b="1" dirty="0"/>
              <a:t>Stringers</a:t>
            </a:r>
          </a:p>
          <a:p>
            <a:pPr lvl="1"/>
            <a:r>
              <a:rPr lang="en-US" sz="2000" dirty="0"/>
              <a:t>Parallel to wing, many  </a:t>
            </a:r>
            <a:r>
              <a:rPr lang="en-US" sz="12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(ChatGPT not draw, so I mocked black line)</a:t>
            </a:r>
            <a:endParaRPr lang="en-US" sz="2000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pPr lvl="1"/>
            <a:r>
              <a:rPr lang="en-US" sz="2000" dirty="0"/>
              <a:t>Upper and lower stringers exist</a:t>
            </a:r>
          </a:p>
          <a:p>
            <a:pPr lvl="1"/>
            <a:r>
              <a:rPr lang="en-US" sz="2000" dirty="0"/>
              <a:t>Attachment points for wing skin</a:t>
            </a:r>
          </a:p>
          <a:p>
            <a:pPr lvl="1"/>
            <a:r>
              <a:rPr lang="en-US" sz="2000" dirty="0"/>
              <a:t>Not load bearing</a:t>
            </a:r>
          </a:p>
          <a:p>
            <a:endParaRPr lang="en-US" dirty="0"/>
          </a:p>
        </p:txBody>
      </p:sp>
      <p:sp>
        <p:nvSpPr>
          <p:cNvPr id="21" name="AutoShape 2" descr="Product Image 1 of 1">
            <a:extLst>
              <a:ext uri="{FF2B5EF4-FFF2-40B4-BE49-F238E27FC236}">
                <a16:creationId xmlns:a16="http://schemas.microsoft.com/office/drawing/2014/main" id="{ECDA8DDB-F705-9BEB-BADB-EFF85B61CDC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5514EFEA-4D3D-5BCA-B83C-FA4A923953EA}"/>
              </a:ext>
            </a:extLst>
          </p:cNvPr>
          <p:cNvGrpSpPr/>
          <p:nvPr/>
        </p:nvGrpSpPr>
        <p:grpSpPr>
          <a:xfrm>
            <a:off x="8911597" y="4600575"/>
            <a:ext cx="1703149" cy="1851541"/>
            <a:chOff x="8911597" y="4600575"/>
            <a:chExt cx="1703149" cy="1851541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8B53A74-6713-E694-1989-74F3EED4187E}"/>
                </a:ext>
              </a:extLst>
            </p:cNvPr>
            <p:cNvSpPr txBox="1"/>
            <p:nvPr/>
          </p:nvSpPr>
          <p:spPr>
            <a:xfrm>
              <a:off x="9974604" y="6082784"/>
              <a:ext cx="640142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Ribs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4471119-24C4-C618-4A4E-C317E03934A0}"/>
                </a:ext>
              </a:extLst>
            </p:cNvPr>
            <p:cNvCxnSpPr>
              <a:cxnSpLocks/>
              <a:stCxn id="12" idx="0"/>
            </p:cNvCxnSpPr>
            <p:nvPr/>
          </p:nvCxnSpPr>
          <p:spPr>
            <a:xfrm flipH="1" flipV="1">
              <a:off x="9553575" y="4600575"/>
              <a:ext cx="741100" cy="1482209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E3F3CF22-5B13-6CB2-E945-5F0105F7AA58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8911597" y="5024438"/>
              <a:ext cx="927728" cy="142876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7F182C5E-AF5B-27EB-EBF1-9A3D63C4E8BD}"/>
              </a:ext>
            </a:extLst>
          </p:cNvPr>
          <p:cNvGrpSpPr/>
          <p:nvPr/>
        </p:nvGrpSpPr>
        <p:grpSpPr>
          <a:xfrm>
            <a:off x="6909261" y="1671760"/>
            <a:ext cx="1636485" cy="2681165"/>
            <a:chOff x="6909261" y="1671760"/>
            <a:chExt cx="1636485" cy="2681165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7BCA1B8-6561-237A-62A8-7E9D6A9FDEC7}"/>
                </a:ext>
              </a:extLst>
            </p:cNvPr>
            <p:cNvSpPr txBox="1"/>
            <p:nvPr/>
          </p:nvSpPr>
          <p:spPr>
            <a:xfrm>
              <a:off x="6909261" y="1671760"/>
              <a:ext cx="872664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Spars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88BD212-C79B-91F0-12E6-C1D5FB155FDD}"/>
                </a:ext>
              </a:extLst>
            </p:cNvPr>
            <p:cNvCxnSpPr>
              <a:cxnSpLocks/>
              <a:stCxn id="28" idx="2"/>
            </p:cNvCxnSpPr>
            <p:nvPr/>
          </p:nvCxnSpPr>
          <p:spPr>
            <a:xfrm>
              <a:off x="7345593" y="2041092"/>
              <a:ext cx="672201" cy="2064183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E1A943AE-5A26-A7BF-BEA3-491864A199BE}"/>
                </a:ext>
              </a:extLst>
            </p:cNvPr>
            <p:cNvCxnSpPr>
              <a:cxnSpLocks/>
            </p:cNvCxnSpPr>
            <p:nvPr/>
          </p:nvCxnSpPr>
          <p:spPr>
            <a:xfrm>
              <a:off x="7705725" y="3143250"/>
              <a:ext cx="840021" cy="1209675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A840328B-1163-4E96-933A-F38BEB2FD731}"/>
              </a:ext>
            </a:extLst>
          </p:cNvPr>
          <p:cNvSpPr txBox="1"/>
          <p:nvPr/>
        </p:nvSpPr>
        <p:spPr>
          <a:xfrm>
            <a:off x="9883552" y="5636182"/>
            <a:ext cx="21062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  <p:sp>
        <p:nvSpPr>
          <p:cNvPr id="3" name="TextBox 7">
            <a:extLst>
              <a:ext uri="{FF2B5EF4-FFF2-40B4-BE49-F238E27FC236}">
                <a16:creationId xmlns:a16="http://schemas.microsoft.com/office/drawing/2014/main" id="{CDBC48DE-47E3-F111-E862-6EA4C528EEE7}"/>
              </a:ext>
            </a:extLst>
          </p:cNvPr>
          <p:cNvSpPr txBox="1"/>
          <p:nvPr/>
        </p:nvSpPr>
        <p:spPr>
          <a:xfrm>
            <a:off x="10287253" y="57348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ChatGPT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EB860CC-2D09-8024-FC1C-C77FC632C5D6}"/>
              </a:ext>
            </a:extLst>
          </p:cNvPr>
          <p:cNvGrpSpPr/>
          <p:nvPr/>
        </p:nvGrpSpPr>
        <p:grpSpPr>
          <a:xfrm>
            <a:off x="9422048" y="1690686"/>
            <a:ext cx="1521266" cy="1534897"/>
            <a:chOff x="9422048" y="1690686"/>
            <a:chExt cx="1521266" cy="1534897"/>
          </a:xfrm>
        </p:grpSpPr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3E19F98B-6ABD-C246-56B8-3B14D08B058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460264" y="3009900"/>
              <a:ext cx="406400" cy="202983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D6E00F7-45D0-D961-AC6B-27A9C45653B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536914" y="3022600"/>
              <a:ext cx="406400" cy="202983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A0A0869-6A9F-D72B-8F4D-E8E8B1293902}"/>
                </a:ext>
              </a:extLst>
            </p:cNvPr>
            <p:cNvSpPr txBox="1"/>
            <p:nvPr/>
          </p:nvSpPr>
          <p:spPr>
            <a:xfrm>
              <a:off x="9422048" y="1690686"/>
              <a:ext cx="1122127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Stringers</a:t>
              </a: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F4DE0021-F46F-1E8D-951B-0B7D5FBB53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82250" y="2997200"/>
              <a:ext cx="406400" cy="202983"/>
            </a:xfrm>
            <a:prstGeom prst="straightConnector1">
              <a:avLst/>
            </a:prstGeom>
            <a:ln>
              <a:solidFill>
                <a:schemeClr val="tx1"/>
              </a:solidFill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10078D70-6070-7DF2-2115-ED502DF23922}"/>
                </a:ext>
              </a:extLst>
            </p:cNvPr>
            <p:cNvCxnSpPr>
              <a:cxnSpLocks/>
              <a:stCxn id="42" idx="2"/>
            </p:cNvCxnSpPr>
            <p:nvPr/>
          </p:nvCxnSpPr>
          <p:spPr>
            <a:xfrm>
              <a:off x="9983112" y="2060018"/>
              <a:ext cx="561063" cy="1064073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08485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F47FEE-09FD-FF39-D599-08BA396FF8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024ED61-3926-F9EE-44FB-ADAC07E703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5091" y="2271508"/>
            <a:ext cx="4760015" cy="317679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  <a:effectLst>
            <a:outerShdw blurRad="50800" dist="889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775F75-4BFF-B43D-357C-143B2804E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4"/>
            <a:ext cx="10858500" cy="877824"/>
          </a:xfrm>
        </p:spPr>
        <p:txBody>
          <a:bodyPr/>
          <a:lstStyle/>
          <a:p>
            <a:r>
              <a:rPr lang="en-US" dirty="0"/>
              <a:t>Wing Construction:  </a:t>
            </a:r>
            <a:r>
              <a:rPr lang="en-US" b="1" dirty="0"/>
              <a:t>Wing Skins</a:t>
            </a:r>
          </a:p>
        </p:txBody>
      </p:sp>
      <p:sp>
        <p:nvSpPr>
          <p:cNvPr id="7" name="AutoShape 2" descr="Generated image">
            <a:extLst>
              <a:ext uri="{FF2B5EF4-FFF2-40B4-BE49-F238E27FC236}">
                <a16:creationId xmlns:a16="http://schemas.microsoft.com/office/drawing/2014/main" id="{EDA6AC58-3145-DDD4-6F27-EDDA390358B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EF1E38FE-E1FE-DBB5-7835-67391566EE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7811" y="1499616"/>
            <a:ext cx="6264423" cy="4872039"/>
          </a:xfrm>
        </p:spPr>
        <p:txBody>
          <a:bodyPr>
            <a:normAutofit/>
          </a:bodyPr>
          <a:lstStyle/>
          <a:p>
            <a:r>
              <a:rPr lang="en-US" sz="2400" b="1" dirty="0"/>
              <a:t>Wing Skin </a:t>
            </a:r>
          </a:p>
          <a:p>
            <a:pPr lvl="1"/>
            <a:r>
              <a:rPr lang="en-US" sz="2000" dirty="0"/>
              <a:t>Many small sections, riveted on</a:t>
            </a:r>
          </a:p>
          <a:p>
            <a:pPr lvl="1"/>
            <a:r>
              <a:rPr lang="en-US" sz="2000" dirty="0"/>
              <a:t>Aerodynamic shape critical to provide lift</a:t>
            </a:r>
          </a:p>
          <a:p>
            <a:pPr lvl="1"/>
            <a:r>
              <a:rPr lang="en-US" sz="2000" dirty="0"/>
              <a:t>Light, rigid, easy to bend and shape</a:t>
            </a:r>
          </a:p>
          <a:p>
            <a:r>
              <a:rPr lang="en-US" sz="2400" b="1" dirty="0"/>
              <a:t>Types:</a:t>
            </a:r>
          </a:p>
          <a:p>
            <a:pPr lvl="1"/>
            <a:r>
              <a:rPr lang="en-US" sz="2000" b="1" dirty="0"/>
              <a:t>Aluminum</a:t>
            </a:r>
            <a:r>
              <a:rPr lang="en-US" sz="2000" dirty="0"/>
              <a:t> Wing Skin</a:t>
            </a:r>
          </a:p>
          <a:p>
            <a:pPr lvl="2"/>
            <a:r>
              <a:rPr lang="en-US" sz="1600" dirty="0"/>
              <a:t>Honeycomb layer sandwiched between upper/lower sheets</a:t>
            </a:r>
          </a:p>
          <a:p>
            <a:pPr lvl="2"/>
            <a:r>
              <a:rPr lang="en-US" sz="1600" dirty="0"/>
              <a:t>Less expensive than composite</a:t>
            </a:r>
          </a:p>
          <a:p>
            <a:pPr lvl="1"/>
            <a:r>
              <a:rPr lang="en-US" sz="2000" b="1" dirty="0"/>
              <a:t>Carbon Fiber</a:t>
            </a:r>
            <a:r>
              <a:rPr lang="en-US" sz="2000" dirty="0"/>
              <a:t> Wing Skin</a:t>
            </a:r>
          </a:p>
          <a:p>
            <a:pPr lvl="2"/>
            <a:r>
              <a:rPr lang="en-US" sz="1600" dirty="0"/>
              <a:t>Stronger than metallic skins, lasts longer too</a:t>
            </a:r>
          </a:p>
          <a:p>
            <a:pPr lvl="2"/>
            <a:r>
              <a:rPr lang="en-US" sz="1600" dirty="0"/>
              <a:t>More expensive to build</a:t>
            </a:r>
          </a:p>
          <a:p>
            <a:pPr lvl="1"/>
            <a:r>
              <a:rPr lang="en-US" sz="2000" b="1" dirty="0"/>
              <a:t>Fiberglass</a:t>
            </a:r>
            <a:r>
              <a:rPr lang="en-US" sz="2000" dirty="0"/>
              <a:t> Wing Skin</a:t>
            </a:r>
          </a:p>
          <a:p>
            <a:pPr lvl="2"/>
            <a:r>
              <a:rPr lang="en-US" sz="1600" dirty="0"/>
              <a:t>Smaller surfaces: ailerons, flaps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73C7A1-7032-1D8C-7929-CD4C4F64C6E3}"/>
              </a:ext>
            </a:extLst>
          </p:cNvPr>
          <p:cNvGrpSpPr/>
          <p:nvPr/>
        </p:nvGrpSpPr>
        <p:grpSpPr>
          <a:xfrm>
            <a:off x="9974604" y="1690686"/>
            <a:ext cx="640142" cy="1443039"/>
            <a:chOff x="9126879" y="2011918"/>
            <a:chExt cx="640142" cy="1443039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1C675D55-EACD-26FD-5DC6-9A77E8247EE2}"/>
                </a:ext>
              </a:extLst>
            </p:cNvPr>
            <p:cNvSpPr txBox="1"/>
            <p:nvPr/>
          </p:nvSpPr>
          <p:spPr>
            <a:xfrm>
              <a:off x="9126879" y="2011918"/>
              <a:ext cx="640142" cy="369332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Skin</a:t>
              </a: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B4B68639-C8EF-C5AD-8333-FDFC1A299FAD}"/>
                </a:ext>
              </a:extLst>
            </p:cNvPr>
            <p:cNvCxnSpPr>
              <a:cxnSpLocks/>
            </p:cNvCxnSpPr>
            <p:nvPr/>
          </p:nvCxnSpPr>
          <p:spPr>
            <a:xfrm>
              <a:off x="9446950" y="2381250"/>
              <a:ext cx="0" cy="1073707"/>
            </a:xfrm>
            <a:prstGeom prst="straightConnector1">
              <a:avLst/>
            </a:prstGeom>
            <a:ln>
              <a:solidFill>
                <a:srgbClr val="FF0000"/>
              </a:solidFill>
              <a:tailEnd type="oval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AutoShape 2" descr="Product Image 1 of 1">
            <a:extLst>
              <a:ext uri="{FF2B5EF4-FFF2-40B4-BE49-F238E27FC236}">
                <a16:creationId xmlns:a16="http://schemas.microsoft.com/office/drawing/2014/main" id="{1D64B3E4-E7AC-1381-F872-D9B8A5D7D5E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0A728CA-629C-2C15-1112-1778923BB47A}"/>
              </a:ext>
            </a:extLst>
          </p:cNvPr>
          <p:cNvSpPr txBox="1"/>
          <p:nvPr/>
        </p:nvSpPr>
        <p:spPr>
          <a:xfrm>
            <a:off x="9596063" y="5448300"/>
            <a:ext cx="2139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l-PL" sz="900" dirty="0"/>
              <a:t>ChatGPT </a:t>
            </a:r>
            <a:r>
              <a:rPr lang="en-US" sz="900" dirty="0"/>
              <a:t>/</a:t>
            </a:r>
            <a:r>
              <a:rPr lang="pl-PL" sz="900" dirty="0"/>
              <a:t> Matt Pierce, 2026</a:t>
            </a:r>
            <a:endParaRPr lang="en-US" sz="900" dirty="0"/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AAA51C64-4732-2650-8CEE-1DB9876205D3}"/>
              </a:ext>
            </a:extLst>
          </p:cNvPr>
          <p:cNvSpPr txBox="1"/>
          <p:nvPr/>
        </p:nvSpPr>
        <p:spPr>
          <a:xfrm>
            <a:off x="10287253" y="57348"/>
            <a:ext cx="18185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Text from ChatGPT</a:t>
            </a:r>
          </a:p>
        </p:txBody>
      </p:sp>
    </p:spTree>
    <p:extLst>
      <p:ext uri="{BB962C8B-B14F-4D97-AF65-F5344CB8AC3E}">
        <p14:creationId xmlns:p14="http://schemas.microsoft.com/office/powerpoint/2010/main" val="3344642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70C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E42FCF-C60F-F493-CED7-1508A63802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AB17CB-D216-300E-BA15-6F31BD1D74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27912"/>
            <a:ext cx="10086975" cy="802176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Factory Safety</a:t>
            </a:r>
          </a:p>
        </p:txBody>
      </p:sp>
    </p:spTree>
    <p:extLst>
      <p:ext uri="{BB962C8B-B14F-4D97-AF65-F5344CB8AC3E}">
        <p14:creationId xmlns:p14="http://schemas.microsoft.com/office/powerpoint/2010/main" val="540148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74F1431-E252-06A5-B06D-1AF7F36D2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A7D264-EF6F-6B2F-1FFC-87FCD90D0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944" y="1579044"/>
            <a:ext cx="6935056" cy="4518743"/>
          </a:xfrm>
        </p:spPr>
        <p:txBody>
          <a:bodyPr>
            <a:normAutofit/>
          </a:bodyPr>
          <a:lstStyle/>
          <a:p>
            <a:r>
              <a:rPr lang="en-US" dirty="0"/>
              <a:t>Many safety rules specific to use of tools…</a:t>
            </a:r>
          </a:p>
          <a:p>
            <a:r>
              <a:rPr lang="en-US" dirty="0"/>
              <a:t>Always wear eye protection in the factory</a:t>
            </a:r>
            <a:br>
              <a:rPr lang="en-US" dirty="0"/>
            </a:br>
            <a:r>
              <a:rPr lang="en-US" sz="1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(flying particles, molten metal, dangerous liquids, etc.)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  <a:p>
            <a:r>
              <a:rPr lang="en-US" dirty="0"/>
              <a:t>May need head protection</a:t>
            </a:r>
          </a:p>
          <a:p>
            <a:r>
              <a:rPr lang="en-US" dirty="0"/>
              <a:t>May need ear protection</a:t>
            </a:r>
          </a:p>
          <a:p>
            <a:r>
              <a:rPr lang="en-US" dirty="0"/>
              <a:t>May need hand protection</a:t>
            </a:r>
          </a:p>
          <a:p>
            <a:r>
              <a:rPr lang="en-US" dirty="0"/>
              <a:t>May need foot protection</a:t>
            </a:r>
          </a:p>
          <a:p>
            <a:r>
              <a:rPr lang="en-US" dirty="0"/>
              <a:t>Work Instructions indicate what </a:t>
            </a:r>
            <a:br>
              <a:rPr lang="en-US" dirty="0"/>
            </a:br>
            <a:r>
              <a:rPr lang="en-US" dirty="0"/>
              <a:t>safety equipment to wear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3FB571-8ACD-8407-38F6-EE1B2ADA4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4"/>
            <a:ext cx="8557862" cy="877824"/>
          </a:xfrm>
        </p:spPr>
        <p:txBody>
          <a:bodyPr/>
          <a:lstStyle/>
          <a:p>
            <a:r>
              <a:rPr lang="en-US" dirty="0"/>
              <a:t>Factory Safety  </a:t>
            </a: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(1 of 2)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3AEB754-F5C5-4583-540F-73CC5179F972}"/>
              </a:ext>
            </a:extLst>
          </p:cNvPr>
          <p:cNvGrpSpPr/>
          <p:nvPr/>
        </p:nvGrpSpPr>
        <p:grpSpPr>
          <a:xfrm>
            <a:off x="9339904" y="1242948"/>
            <a:ext cx="2286320" cy="1838395"/>
            <a:chOff x="9339904" y="557218"/>
            <a:chExt cx="2286320" cy="1838395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FC5D7287-790A-CF0B-962F-6C20B4F3D2C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339905" y="557218"/>
              <a:ext cx="2286319" cy="1571844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" name="TextBox 2">
              <a:hlinkClick r:id="rId4"/>
              <a:extLst>
                <a:ext uri="{FF2B5EF4-FFF2-40B4-BE49-F238E27FC236}">
                  <a16:creationId xmlns:a16="http://schemas.microsoft.com/office/drawing/2014/main" id="{74DCD4E1-B7CF-3002-8A2F-6C7596538E2E}"/>
                </a:ext>
              </a:extLst>
            </p:cNvPr>
            <p:cNvSpPr txBox="1"/>
            <p:nvPr/>
          </p:nvSpPr>
          <p:spPr>
            <a:xfrm>
              <a:off x="9339904" y="2164781"/>
              <a:ext cx="22863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(Ad)  Aircraft Spruce &amp; Specialty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74B5D15-04A8-DEB7-BFC5-76EC7C4C4B49}"/>
              </a:ext>
            </a:extLst>
          </p:cNvPr>
          <p:cNvGrpSpPr/>
          <p:nvPr/>
        </p:nvGrpSpPr>
        <p:grpSpPr>
          <a:xfrm>
            <a:off x="9339904" y="3229069"/>
            <a:ext cx="2362361" cy="1721281"/>
            <a:chOff x="9339904" y="2714798"/>
            <a:chExt cx="2362361" cy="1721281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861B89F5-83E6-1E12-478F-95731C4737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339904" y="2714798"/>
              <a:ext cx="2362361" cy="14904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" name="TextBox 4">
              <a:hlinkClick r:id="rId6"/>
              <a:extLst>
                <a:ext uri="{FF2B5EF4-FFF2-40B4-BE49-F238E27FC236}">
                  <a16:creationId xmlns:a16="http://schemas.microsoft.com/office/drawing/2014/main" id="{13CD08E9-0B40-1B3D-B0CF-4565C6AFF7B9}"/>
                </a:ext>
              </a:extLst>
            </p:cNvPr>
            <p:cNvSpPr txBox="1"/>
            <p:nvPr/>
          </p:nvSpPr>
          <p:spPr>
            <a:xfrm>
              <a:off x="9339904" y="4205247"/>
              <a:ext cx="22863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(Ad)  Premier Supplies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2500785-16EE-9464-11D8-1E4342B3BB43}"/>
              </a:ext>
            </a:extLst>
          </p:cNvPr>
          <p:cNvGrpSpPr/>
          <p:nvPr/>
        </p:nvGrpSpPr>
        <p:grpSpPr>
          <a:xfrm>
            <a:off x="9339904" y="5129105"/>
            <a:ext cx="2286320" cy="1594603"/>
            <a:chOff x="9339904" y="4734017"/>
            <a:chExt cx="2286320" cy="1594603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7E41803-5EF3-471E-63DA-7300CA34D26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339904" y="4734017"/>
              <a:ext cx="2286320" cy="1364935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TextBox 5">
              <a:hlinkClick r:id="rId8"/>
              <a:extLst>
                <a:ext uri="{FF2B5EF4-FFF2-40B4-BE49-F238E27FC236}">
                  <a16:creationId xmlns:a16="http://schemas.microsoft.com/office/drawing/2014/main" id="{BCB35100-BA3F-F35A-0C8F-2EC364CD82D5}"/>
                </a:ext>
              </a:extLst>
            </p:cNvPr>
            <p:cNvSpPr txBox="1"/>
            <p:nvPr/>
          </p:nvSpPr>
          <p:spPr>
            <a:xfrm>
              <a:off x="9339904" y="6097788"/>
              <a:ext cx="228632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(Ad)  PilotMall.com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D97956D-7226-5E3D-3095-42820D405B05}"/>
              </a:ext>
            </a:extLst>
          </p:cNvPr>
          <p:cNvGrpSpPr/>
          <p:nvPr/>
        </p:nvGrpSpPr>
        <p:grpSpPr>
          <a:xfrm>
            <a:off x="6728743" y="3229069"/>
            <a:ext cx="2286320" cy="1722125"/>
            <a:chOff x="6728743" y="3229069"/>
            <a:chExt cx="2286320" cy="1722125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9B97919A-5441-305B-51E9-2628E2DEBBAB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6728744" y="3229069"/>
              <a:ext cx="2286319" cy="14912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8" name="TextBox 7">
              <a:hlinkClick r:id="rId10"/>
              <a:extLst>
                <a:ext uri="{FF2B5EF4-FFF2-40B4-BE49-F238E27FC236}">
                  <a16:creationId xmlns:a16="http://schemas.microsoft.com/office/drawing/2014/main" id="{40240624-08FC-B215-D7D1-FB8A22108E7E}"/>
                </a:ext>
              </a:extLst>
            </p:cNvPr>
            <p:cNvSpPr txBox="1"/>
            <p:nvPr/>
          </p:nvSpPr>
          <p:spPr>
            <a:xfrm>
              <a:off x="6728743" y="4720362"/>
              <a:ext cx="21995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(Ad)  Mechanix Wear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7A83188-F580-8EA7-3E66-F7EDF976A286}"/>
              </a:ext>
            </a:extLst>
          </p:cNvPr>
          <p:cNvGrpSpPr/>
          <p:nvPr/>
        </p:nvGrpSpPr>
        <p:grpSpPr>
          <a:xfrm>
            <a:off x="6728743" y="5129106"/>
            <a:ext cx="2286322" cy="1594602"/>
            <a:chOff x="6728743" y="5129106"/>
            <a:chExt cx="2286322" cy="1594602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0FE759DE-4EC2-87E8-C46C-8FBACC580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728744" y="5129106"/>
              <a:ext cx="2286321" cy="136377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9" name="TextBox 8">
              <a:hlinkClick r:id="rId12"/>
              <a:extLst>
                <a:ext uri="{FF2B5EF4-FFF2-40B4-BE49-F238E27FC236}">
                  <a16:creationId xmlns:a16="http://schemas.microsoft.com/office/drawing/2014/main" id="{5C19BEA5-E7B5-400D-D54A-DC4F7BD9014A}"/>
                </a:ext>
              </a:extLst>
            </p:cNvPr>
            <p:cNvSpPr txBox="1"/>
            <p:nvPr/>
          </p:nvSpPr>
          <p:spPr>
            <a:xfrm>
              <a:off x="6728743" y="6492876"/>
              <a:ext cx="219950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(Ad)  Lehigh Safety Shoes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7474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FE7A62-A229-BB64-5F28-EA2A82B4C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0FAAE3-0C7F-5A50-CA97-36CE301F6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3944" y="1579045"/>
            <a:ext cx="5792056" cy="4351338"/>
          </a:xfrm>
        </p:spPr>
        <p:txBody>
          <a:bodyPr/>
          <a:lstStyle/>
          <a:p>
            <a:r>
              <a:rPr lang="en-US" dirty="0"/>
              <a:t>Material Safety Data Sheet (MSDS)</a:t>
            </a:r>
          </a:p>
          <a:p>
            <a:pPr marL="461963" lvl="1"/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Physical Data (melting/boiling/flash-points)</a:t>
            </a:r>
          </a:p>
          <a:p>
            <a:pPr marL="461963" lvl="1"/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Toxicity, First aid, Fire-fighting, …</a:t>
            </a:r>
          </a:p>
          <a:p>
            <a:r>
              <a:rPr lang="en-US" dirty="0"/>
              <a:t>Physical Hazards:  </a:t>
            </a:r>
          </a:p>
          <a:p>
            <a:pPr marL="461963" lvl="1"/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Fire, Explosion, Chemical Exposure, Freezing</a:t>
            </a:r>
          </a:p>
          <a:p>
            <a:r>
              <a:rPr lang="en-US" dirty="0"/>
              <a:t>Health Hazards:</a:t>
            </a:r>
          </a:p>
          <a:p>
            <a:pPr marL="461963" lvl="1"/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Irritants, Toxins, Carcinogens  </a:t>
            </a:r>
          </a:p>
          <a:p>
            <a:pPr marL="461963" lvl="1"/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Acute vs. Chronic</a:t>
            </a:r>
          </a:p>
          <a:p>
            <a:r>
              <a:rPr lang="en-US" dirty="0"/>
              <a:t>Exposure Types:</a:t>
            </a:r>
          </a:p>
          <a:p>
            <a:pPr marL="461963" lvl="1"/>
            <a:r>
              <a:rPr lang="en-US" sz="20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Skin contact, Inhalation, Ingestion, Injection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936392-95DE-D4C8-6ADC-514CB4B12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5735280" cy="877824"/>
          </a:xfrm>
        </p:spPr>
        <p:txBody>
          <a:bodyPr/>
          <a:lstStyle/>
          <a:p>
            <a:r>
              <a:rPr lang="en-US" dirty="0"/>
              <a:t>Factory Safety  </a:t>
            </a:r>
            <a:r>
              <a:rPr lang="en-US" sz="2800" dirty="0">
                <a:solidFill>
                  <a:schemeClr val="tx2">
                    <a:lumMod val="50000"/>
                    <a:lumOff val="50000"/>
                  </a:schemeClr>
                </a:solidFill>
              </a:rPr>
              <a:t>(2 of 2)</a:t>
            </a:r>
            <a:endParaRPr lang="en-US" dirty="0">
              <a:solidFill>
                <a:schemeClr val="tx2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B4FE2A0-1306-C3E7-B91F-DDD89C307B8B}"/>
              </a:ext>
            </a:extLst>
          </p:cNvPr>
          <p:cNvGrpSpPr/>
          <p:nvPr/>
        </p:nvGrpSpPr>
        <p:grpSpPr>
          <a:xfrm>
            <a:off x="6932375" y="1445369"/>
            <a:ext cx="1628360" cy="2270960"/>
            <a:chOff x="6788537" y="459161"/>
            <a:chExt cx="1628360" cy="2270960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7A4F888-E110-CD43-BA1C-12EAC3A800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88538" y="459161"/>
              <a:ext cx="1628359" cy="2040128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3" name="TextBox 2">
              <a:hlinkClick r:id="rId4"/>
              <a:extLst>
                <a:ext uri="{FF2B5EF4-FFF2-40B4-BE49-F238E27FC236}">
                  <a16:creationId xmlns:a16="http://schemas.microsoft.com/office/drawing/2014/main" id="{DA68D404-C04E-9453-6CF4-06BC5DF46F34}"/>
                </a:ext>
              </a:extLst>
            </p:cNvPr>
            <p:cNvSpPr txBox="1"/>
            <p:nvPr/>
          </p:nvSpPr>
          <p:spPr>
            <a:xfrm>
              <a:off x="6788537" y="2499289"/>
              <a:ext cx="162836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900" dirty="0"/>
                <a:t>(PD)  U.S. Government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8706A9D-650E-6942-7467-8C838194C4B4}"/>
              </a:ext>
            </a:extLst>
          </p:cNvPr>
          <p:cNvGrpSpPr/>
          <p:nvPr/>
        </p:nvGrpSpPr>
        <p:grpSpPr>
          <a:xfrm>
            <a:off x="8827863" y="1445369"/>
            <a:ext cx="3060193" cy="2270959"/>
            <a:chOff x="8684025" y="459161"/>
            <a:chExt cx="3060193" cy="2270959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5EDBB68-2389-95E9-ECB0-C1BB2A706B2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684025" y="459161"/>
              <a:ext cx="3060193" cy="2040128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2DF14345-8368-8D9A-7C3F-283FAB53FFC5}"/>
                </a:ext>
              </a:extLst>
            </p:cNvPr>
            <p:cNvSpPr txBox="1"/>
            <p:nvPr/>
          </p:nvSpPr>
          <p:spPr>
            <a:xfrm>
              <a:off x="10168738" y="2499288"/>
              <a:ext cx="1575480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4E42D1B-1B74-913A-386F-8A80FB8A0F77}"/>
              </a:ext>
            </a:extLst>
          </p:cNvPr>
          <p:cNvGrpSpPr/>
          <p:nvPr/>
        </p:nvGrpSpPr>
        <p:grpSpPr>
          <a:xfrm>
            <a:off x="5976374" y="3808439"/>
            <a:ext cx="3132639" cy="2739695"/>
            <a:chOff x="5865933" y="3109560"/>
            <a:chExt cx="3132639" cy="2739695"/>
          </a:xfrm>
        </p:grpSpPr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7263384F-2D51-E472-6228-556B3E84787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865933" y="3109560"/>
              <a:ext cx="3132639" cy="2498304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3D9E919-CE6F-1626-9BE1-1ECA9F31E32D}"/>
                </a:ext>
              </a:extLst>
            </p:cNvPr>
            <p:cNvSpPr txBox="1"/>
            <p:nvPr/>
          </p:nvSpPr>
          <p:spPr>
            <a:xfrm>
              <a:off x="7389694" y="5618423"/>
              <a:ext cx="16088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324B422-2986-263C-DC7D-906E2F31501A}"/>
              </a:ext>
            </a:extLst>
          </p:cNvPr>
          <p:cNvGrpSpPr/>
          <p:nvPr/>
        </p:nvGrpSpPr>
        <p:grpSpPr>
          <a:xfrm>
            <a:off x="9389752" y="3808439"/>
            <a:ext cx="2498304" cy="2757033"/>
            <a:chOff x="9279311" y="3109560"/>
            <a:chExt cx="2498304" cy="2757033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C80D9622-5E3A-98D0-23B3-B0942C79BFD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279311" y="3109560"/>
              <a:ext cx="2498304" cy="2498304"/>
            </a:xfrm>
            <a:prstGeom prst="rect">
              <a:avLst/>
            </a:prstGeom>
            <a:noFill/>
            <a:ln>
              <a:solidFill>
                <a:schemeClr val="bg1">
                  <a:lumMod val="7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772AE64-5F3C-60A7-6180-812801936B97}"/>
                </a:ext>
              </a:extLst>
            </p:cNvPr>
            <p:cNvSpPr txBox="1"/>
            <p:nvPr/>
          </p:nvSpPr>
          <p:spPr>
            <a:xfrm>
              <a:off x="10168738" y="5635761"/>
              <a:ext cx="1608877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pl-PL" sz="900" dirty="0"/>
                <a:t>ChatGPT </a:t>
              </a:r>
              <a:r>
                <a:rPr lang="en-US" sz="900" dirty="0"/>
                <a:t>/</a:t>
              </a:r>
              <a:r>
                <a:rPr lang="pl-PL" sz="900" dirty="0"/>
                <a:t> Matt Pierce, 2026</a:t>
              </a:r>
              <a:endParaRPr lang="en-US" sz="900" dirty="0"/>
            </a:p>
          </p:txBody>
        </p:sp>
      </p:grpSp>
    </p:spTree>
    <p:extLst>
      <p:ext uri="{BB962C8B-B14F-4D97-AF65-F5344CB8AC3E}">
        <p14:creationId xmlns:p14="http://schemas.microsoft.com/office/powerpoint/2010/main" val="879151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75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B45667-F60C-09F7-1D40-C1DD86832A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089CC-6FFF-1BFA-274F-DAC5F31ED7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52512" y="3033049"/>
            <a:ext cx="10086975" cy="791902"/>
          </a:xfrm>
        </p:spPr>
        <p:txBody>
          <a:bodyPr>
            <a:normAutofit/>
          </a:bodyPr>
          <a:lstStyle/>
          <a:p>
            <a:r>
              <a:rPr lang="en-US" sz="4800" b="1" dirty="0">
                <a:solidFill>
                  <a:schemeClr val="bg1"/>
                </a:solidFill>
              </a:rPr>
              <a:t>Q&amp;A</a:t>
            </a:r>
          </a:p>
        </p:txBody>
      </p:sp>
    </p:spTree>
    <p:extLst>
      <p:ext uri="{BB962C8B-B14F-4D97-AF65-F5344CB8AC3E}">
        <p14:creationId xmlns:p14="http://schemas.microsoft.com/office/powerpoint/2010/main" val="1948603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56839C2-7BF2-36AE-DF8B-9AD9A2AED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EF63DA-D582-3FF9-0739-41B56CC475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51560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(Q1-Q8)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F5410E-01CE-A881-32E2-EC2E8F0AC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130157"/>
            <a:ext cx="5650786" cy="5465851"/>
          </a:xfrm>
        </p:spPr>
        <p:txBody>
          <a:bodyPr>
            <a:normAutofit lnSpcReduction="10000"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Q1: What are the five components of an airframe?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Fuselage, wings, tail assembly, elevator, and landing gear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Q2:</a:t>
            </a:r>
            <a:r>
              <a:rPr lang="en-US" sz="2000" dirty="0"/>
              <a:t> </a:t>
            </a:r>
            <a:r>
              <a:rPr lang="en-US" sz="2000" b="1" dirty="0"/>
              <a:t>What type of fuselage construction were old 1917-era biplanes?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Truss 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Q3: What is the most common type of fuselage since the 1940s (typically aluminum)?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Semi-Monocoque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Q4: What is the type of fuselage typically used in composite airplanes?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Monocoque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1DE07E9-686C-16E6-DE07-31A3DC967A79}"/>
              </a:ext>
            </a:extLst>
          </p:cNvPr>
          <p:cNvSpPr txBox="1">
            <a:spLocks/>
          </p:cNvSpPr>
          <p:nvPr/>
        </p:nvSpPr>
        <p:spPr>
          <a:xfrm>
            <a:off x="6236413" y="557176"/>
            <a:ext cx="5650786" cy="61312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r>
              <a:rPr lang="en-US" sz="2000" b="1" dirty="0"/>
              <a:t>Q5: What transverse, solid disc assembly provides a pressure seal, attachment points for wings and longerons, and supports heavy loads?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Bulkhead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r>
              <a:rPr lang="en-US" sz="2000" b="1" dirty="0"/>
              <a:t>Q6:</a:t>
            </a:r>
            <a:r>
              <a:rPr lang="en-US" sz="2000" dirty="0"/>
              <a:t> </a:t>
            </a:r>
            <a:r>
              <a:rPr lang="en-US" sz="2000" b="1" dirty="0"/>
              <a:t>What open ring assembly is like a bulk-head, but has an open concentric middle?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Former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Q7: What large longitudinal (nose to tail) part manages bending and torsion loads?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Longerons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Q8: What small and plentiful part provides local stiffening and skin support?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Stringers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646794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805F86-FD64-A21C-57D3-4001D5A9CA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A8C31-59E7-B396-3E79-29C2610AC2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51560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(Q9-Q16)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E85C72-689E-E0D5-29DD-6B6FA119AD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130157"/>
            <a:ext cx="5650786" cy="5650787"/>
          </a:xfrm>
        </p:spPr>
        <p:txBody>
          <a:bodyPr>
            <a:noAutofit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Q9: What part forms the external shell, providing aerodynamic shape, a pressure seal, and strengthens the airframe?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Skin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1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Q10:</a:t>
            </a:r>
            <a:r>
              <a:rPr lang="en-US" sz="2000" dirty="0"/>
              <a:t> </a:t>
            </a:r>
            <a:r>
              <a:rPr lang="en-US" sz="2000" b="1" dirty="0"/>
              <a:t>What part is used all over and holds everything together?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Fasteners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1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Q11: What is the main structural part of a wing that runs parallel and is high strength and flexible?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Spars</a:t>
            </a:r>
            <a:br>
              <a:rPr lang="en-US" sz="2000" dirty="0"/>
            </a:br>
            <a:endParaRPr lang="en-US" sz="1000" dirty="0"/>
          </a:p>
          <a:p>
            <a:pPr marL="0" indent="0">
              <a:buNone/>
            </a:pPr>
            <a:r>
              <a:rPr lang="en-US" sz="2000" b="1" dirty="0"/>
              <a:t>Q12: What is the smaller part of a wing that also runs parallel, is not load bearing, but provides skin attachment points?</a:t>
            </a:r>
          </a:p>
          <a:p>
            <a:pPr marL="0" indent="0">
              <a:buNone/>
            </a:pPr>
            <a:r>
              <a:rPr lang="en-US" sz="2000" b="1" dirty="0"/>
              <a:t>A: </a:t>
            </a:r>
            <a:r>
              <a:rPr lang="en-US" sz="2000" dirty="0"/>
              <a:t>Stringers</a:t>
            </a:r>
          </a:p>
          <a:p>
            <a:pPr marL="0" indent="0">
              <a:buNone/>
            </a:pPr>
            <a:endParaRPr lang="en-US" sz="2000" dirty="0"/>
          </a:p>
          <a:p>
            <a:endParaRPr lang="en-US" sz="2000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A2E8AC5-6A75-02FD-2F6E-5A8A9B693912}"/>
              </a:ext>
            </a:extLst>
          </p:cNvPr>
          <p:cNvSpPr txBox="1">
            <a:spLocks/>
          </p:cNvSpPr>
          <p:nvPr/>
        </p:nvSpPr>
        <p:spPr>
          <a:xfrm>
            <a:off x="6236413" y="554804"/>
            <a:ext cx="5650786" cy="6303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Q13: What is the main structural part of a wing that runs perpendicular and gives it the contour shape?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Ribs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Q14: What covers the wing providing aerodynamic shape for lift, is light, rigid and easily bends?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Skin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Q15: What are the three most common current types of wing skin?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Aluminum, Fiberglass, and Carbon Fiber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Q16: What type of hazard are fire, explosion, chemical exposure, and freezing?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Physical hazards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382536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B50FF7-C109-3050-5329-ED67C9F2F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ABAB15-8809-BA0D-BD08-5F0E0498C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51560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(Q17-Q24)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EB2AB-6552-2F10-D021-148E37013E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130157"/>
            <a:ext cx="5650786" cy="5727843"/>
          </a:xfrm>
        </p:spPr>
        <p:txBody>
          <a:bodyPr>
            <a:noAutofit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Q17: What type of hazards are irritants, toxins, and carcinogens?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Health hazards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1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Q18:</a:t>
            </a:r>
            <a:r>
              <a:rPr lang="en-US" sz="2000" dirty="0"/>
              <a:t> </a:t>
            </a:r>
            <a:r>
              <a:rPr lang="en-US" sz="2000" b="1" dirty="0"/>
              <a:t>What types of exposure can lead to physical and health hazards?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Skin contact, inhalation, ingestion, and injection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1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Q19: What are some basic configurations of an airplane?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Location of wing (high, mid, low).  Number of engines.  Design of tail section (high, mid, low horizontal stabilizer).</a:t>
            </a:r>
            <a:br>
              <a:rPr lang="en-US" sz="2000" dirty="0"/>
            </a:br>
            <a:endParaRPr lang="en-US" sz="1000" dirty="0"/>
          </a:p>
          <a:p>
            <a:pPr marL="0" indent="0">
              <a:buNone/>
            </a:pPr>
            <a:r>
              <a:rPr lang="en-US" sz="2000" b="1" dirty="0"/>
              <a:t>Q20: What wing type allows for shorter take-off?</a:t>
            </a:r>
          </a:p>
          <a:p>
            <a:pPr marL="0" indent="0">
              <a:buNone/>
            </a:pPr>
            <a:r>
              <a:rPr lang="en-US" sz="2000" dirty="0"/>
              <a:t>A: High-wing (higher lift at low speeds)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ABCD09D-7034-65B9-4BE9-3026883F113E}"/>
              </a:ext>
            </a:extLst>
          </p:cNvPr>
          <p:cNvSpPr txBox="1">
            <a:spLocks/>
          </p:cNvSpPr>
          <p:nvPr/>
        </p:nvSpPr>
        <p:spPr>
          <a:xfrm>
            <a:off x="6236413" y="554804"/>
            <a:ext cx="5650786" cy="6303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Q21: What tail type allows for shorter take-off?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Low-tail (lower speed lift-off / less turbulent air)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Q22: Which wing location has a wing box connection for strength?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High- and low-wing.  Mid-wing cannot have a box thru the “tube”, so must build them integrated robustly without a </a:t>
            </a:r>
            <a:r>
              <a:rPr lang="en-US" sz="2000" dirty="0" err="1"/>
              <a:t>wingbox</a:t>
            </a:r>
            <a:r>
              <a:rPr lang="en-US" sz="2000" dirty="0"/>
              <a:t>.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Q23: Why are landing gear built to retract (expensive)?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To reduce drag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Q24: Which type of landing gear is cheaper and older, but more difficult to handle on the ground?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Conventional (that’s why you see tricycle on all commercial aircraft…except seaplanes)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4451383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2">
                <a:lumMod val="5000"/>
                <a:lumOff val="95000"/>
              </a:schemeClr>
            </a:gs>
            <a:gs pos="74000">
              <a:schemeClr val="accent2">
                <a:lumMod val="45000"/>
                <a:lumOff val="55000"/>
              </a:schemeClr>
            </a:gs>
            <a:gs pos="83000">
              <a:schemeClr val="accent2">
                <a:lumMod val="45000"/>
                <a:lumOff val="55000"/>
              </a:schemeClr>
            </a:gs>
            <a:gs pos="100000">
              <a:schemeClr val="accent2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5D96FA7-A1F2-3375-9707-FAF3FAFA0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0E47E-DE3A-6BCF-48D8-AABA7BCC96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5760" y="365126"/>
            <a:ext cx="10515600" cy="877824"/>
          </a:xfrm>
        </p:spPr>
        <p:txBody>
          <a:bodyPr/>
          <a:lstStyle/>
          <a:p>
            <a:r>
              <a:rPr lang="en-US" dirty="0"/>
              <a:t>Practice Q&amp;A’s 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</a:rPr>
              <a:t>(Q25-Q32)</a:t>
            </a:r>
            <a:endParaRPr 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14BD2-C5F6-8727-4A13-49FC7A99D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627" y="1130157"/>
            <a:ext cx="5650786" cy="5650787"/>
          </a:xfrm>
        </p:spPr>
        <p:txBody>
          <a:bodyPr>
            <a:noAutofit/>
          </a:bodyPr>
          <a:lstStyle/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Q25: Where can powerplants by attached?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Wings, fuselage, or even the tail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1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Q26:</a:t>
            </a:r>
            <a:r>
              <a:rPr lang="en-US" sz="2000" dirty="0"/>
              <a:t> </a:t>
            </a:r>
            <a:r>
              <a:rPr lang="en-US" sz="2000" b="1" dirty="0"/>
              <a:t>What type of wing is the most stable?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High-wing.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1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Q27: What are the two primary power plant configurations?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Single-engine and multi-engine (2, 3, 4…)</a:t>
            </a:r>
            <a:br>
              <a:rPr lang="en-US" sz="2000" dirty="0"/>
            </a:b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Q28: What does PPE stand for?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A:</a:t>
            </a:r>
            <a:r>
              <a:rPr lang="en-US" sz="2000" dirty="0"/>
              <a:t> Personal Protective Equipment (like glasses, face mask, respirator, etc.)</a:t>
            </a:r>
          </a:p>
          <a:p>
            <a:pPr marL="0" indent="0">
              <a:buNone/>
              <a:tabLst>
                <a:tab pos="574675" algn="l"/>
              </a:tabLst>
            </a:pPr>
            <a:endParaRPr lang="en-US" sz="2000" dirty="0"/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Q29: Federal agency for work hazard info?</a:t>
            </a:r>
          </a:p>
          <a:p>
            <a:pPr marL="0" indent="0">
              <a:buNone/>
              <a:tabLst>
                <a:tab pos="574675" algn="l"/>
              </a:tabLst>
            </a:pPr>
            <a:r>
              <a:rPr lang="en-US" sz="2000" dirty="0"/>
              <a:t>A: OSHA – Occupational Safety &amp; Health Admin</a:t>
            </a:r>
            <a:br>
              <a:rPr lang="en-US" sz="2000" dirty="0"/>
            </a:br>
            <a:endParaRPr lang="en-US" sz="10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7AEF02-0921-13F7-C538-DAA1EE791116}"/>
              </a:ext>
            </a:extLst>
          </p:cNvPr>
          <p:cNvSpPr txBox="1">
            <a:spLocks/>
          </p:cNvSpPr>
          <p:nvPr/>
        </p:nvSpPr>
        <p:spPr>
          <a:xfrm>
            <a:off x="6236413" y="554804"/>
            <a:ext cx="5650786" cy="63031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tabLst>
                <a:tab pos="574675" algn="l"/>
              </a:tabLst>
            </a:pPr>
            <a:r>
              <a:rPr lang="en-US" sz="2000" b="1" dirty="0"/>
              <a:t>Q30: Federal agency from course 101 that oversees all Aviation in the U.S.?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r>
              <a:rPr lang="en-US" sz="2000" b="1" dirty="0"/>
              <a:t>A: </a:t>
            </a:r>
            <a:r>
              <a:rPr lang="en-US" sz="2000" dirty="0"/>
              <a:t>FAA (Federal Aviation Administration)</a:t>
            </a:r>
          </a:p>
          <a:p>
            <a:pPr marL="0" indent="0">
              <a:buFont typeface="Arial" panose="020B0604020202020204" pitchFamily="34" charset="0"/>
              <a:buNone/>
              <a:tabLst>
                <a:tab pos="574675" algn="l"/>
              </a:tabLst>
            </a:pPr>
            <a:endParaRPr lang="en-US" sz="2000" b="1" dirty="0"/>
          </a:p>
          <a:p>
            <a:pPr marL="0" indent="0">
              <a:buNone/>
            </a:pPr>
            <a:r>
              <a:rPr lang="en-US" sz="2000" b="1" dirty="0"/>
              <a:t>Q31: What document identifies the PPE you should use for a given sealant application process?</a:t>
            </a:r>
          </a:p>
          <a:p>
            <a:pPr marL="0" indent="0">
              <a:buNone/>
            </a:pPr>
            <a:r>
              <a:rPr lang="en-US" sz="2000" b="1" dirty="0"/>
              <a:t>A:</a:t>
            </a:r>
            <a:r>
              <a:rPr lang="en-US" sz="2000" dirty="0"/>
              <a:t> Engineering Process Document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b="1" dirty="0"/>
              <a:t>Q32: What should you do in case of a chemical harm incident?</a:t>
            </a:r>
            <a:br>
              <a:rPr lang="en-US" sz="2000" dirty="0"/>
            </a:br>
            <a:r>
              <a:rPr lang="en-US" sz="2000" b="1" dirty="0"/>
              <a:t>A:</a:t>
            </a:r>
            <a:r>
              <a:rPr lang="en-US" sz="2000" dirty="0"/>
              <a:t> Follow MSDS (Material Safety Data Sheet) instructions on what to do in emergency</a:t>
            </a:r>
            <a:br>
              <a:rPr lang="en-US" sz="2000" dirty="0"/>
            </a:br>
            <a:r>
              <a:rPr lang="en-US" sz="2000" dirty="0"/>
              <a:t>(e.g.: wash eye for 5 min</a:t>
            </a:r>
            <a:r>
              <a:rPr lang="en-US" sz="2000"/>
              <a:t>., etc.)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84563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C2D309-79B3-0066-BB56-E79235F32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AC3B1-808A-C5C9-BBB6-F06FDC830E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12696" y="1893712"/>
            <a:ext cx="8966607" cy="1535288"/>
          </a:xfrm>
        </p:spPr>
        <p:txBody>
          <a:bodyPr>
            <a:noAutofit/>
          </a:bodyPr>
          <a:lstStyle/>
          <a:p>
            <a:r>
              <a:rPr lang="en-US" sz="9600" b="1" dirty="0">
                <a:solidFill>
                  <a:schemeClr val="bg1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C9C698-DE27-F888-6BAA-48C0C4FED2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133" y="5258927"/>
            <a:ext cx="8966607" cy="1090775"/>
          </a:xfrm>
          <a:noFill/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algn="l"/>
            <a:r>
              <a:rPr lang="pl-PL" sz="2000" dirty="0">
                <a:solidFill>
                  <a:schemeClr val="bg1"/>
                </a:solidFill>
              </a:rPr>
              <a:t>Matt Pierce  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pl-PL" sz="2000" dirty="0">
                <a:solidFill>
                  <a:schemeClr val="bg1"/>
                </a:solidFill>
              </a:rPr>
              <a:t>  mpierce710006@gmail.com  </a:t>
            </a:r>
            <a:r>
              <a:rPr lang="en-US" sz="2000" dirty="0">
                <a:solidFill>
                  <a:schemeClr val="bg1"/>
                </a:solidFill>
              </a:rPr>
              <a:t> - </a:t>
            </a:r>
            <a:r>
              <a:rPr lang="pl-PL" sz="2000" dirty="0">
                <a:solidFill>
                  <a:schemeClr val="bg1"/>
                </a:solidFill>
              </a:rPr>
              <a:t>  linkedin.com/in/mpiercead576/</a:t>
            </a:r>
          </a:p>
          <a:p>
            <a:pPr algn="l"/>
            <a:r>
              <a:rPr lang="pl-PL" sz="2000" dirty="0">
                <a:solidFill>
                  <a:schemeClr val="bg1"/>
                </a:solidFill>
                <a:hlinkClick r:id="rId3"/>
              </a:rPr>
              <a:t>https://github.com/DataResearchLabs/study_guide_intro_aerospace_mfg</a:t>
            </a:r>
            <a:endParaRPr lang="en-US" sz="2000" dirty="0">
              <a:solidFill>
                <a:schemeClr val="bg1"/>
              </a:solidFill>
            </a:endParaRPr>
          </a:p>
          <a:p>
            <a:pPr algn="l"/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7439251-0FA5-4222-2534-EC4CD92AB89C}"/>
              </a:ext>
            </a:extLst>
          </p:cNvPr>
          <p:cNvCxnSpPr>
            <a:cxnSpLocks/>
          </p:cNvCxnSpPr>
          <p:nvPr/>
        </p:nvCxnSpPr>
        <p:spPr>
          <a:xfrm>
            <a:off x="0" y="4727225"/>
            <a:ext cx="121920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7227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4761</TotalTime>
  <Words>2332</Words>
  <Application>Microsoft Office PowerPoint</Application>
  <PresentationFormat>Widescreen</PresentationFormat>
  <Paragraphs>300</Paragraphs>
  <Slides>19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Office Theme</vt:lpstr>
      <vt:lpstr>Bitmap Image</vt:lpstr>
      <vt:lpstr>Aircraft Construction</vt:lpstr>
      <vt:lpstr>Airframe Construction</vt:lpstr>
      <vt:lpstr>Airframe</vt:lpstr>
      <vt:lpstr>Fuselage Construction:  Three Types</vt:lpstr>
      <vt:lpstr>Fuselage Construction:  Bulkheads &amp; Formers</vt:lpstr>
      <vt:lpstr>Fuselage Construction:  Longerons &amp; Stringers</vt:lpstr>
      <vt:lpstr>Fuselage Construction:  Skin &amp; Fasteners</vt:lpstr>
      <vt:lpstr>Wing Construction</vt:lpstr>
      <vt:lpstr>Wing Construction:  Spars, Ribs, &amp; Stringers</vt:lpstr>
      <vt:lpstr>Wing Construction:  Wing Skins</vt:lpstr>
      <vt:lpstr>Factory Safety</vt:lpstr>
      <vt:lpstr>Factory Safety  (1 of 2)</vt:lpstr>
      <vt:lpstr>Factory Safety  (2 of 2)</vt:lpstr>
      <vt:lpstr>Q&amp;A</vt:lpstr>
      <vt:lpstr>Practice Q&amp;A’s  (Q1-Q8)</vt:lpstr>
      <vt:lpstr>Practice Q&amp;A’s  (Q9-Q16)</vt:lpstr>
      <vt:lpstr>Practice Q&amp;A’s  (Q17-Q24)</vt:lpstr>
      <vt:lpstr>Practice Q&amp;A’s  (Q25-Q32)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 Pierce</dc:creator>
  <cp:lastModifiedBy>Matt Pierce</cp:lastModifiedBy>
  <cp:revision>162</cp:revision>
  <dcterms:created xsi:type="dcterms:W3CDTF">2026-01-28T23:37:40Z</dcterms:created>
  <dcterms:modified xsi:type="dcterms:W3CDTF">2026-02-27T02:47:20Z</dcterms:modified>
</cp:coreProperties>
</file>