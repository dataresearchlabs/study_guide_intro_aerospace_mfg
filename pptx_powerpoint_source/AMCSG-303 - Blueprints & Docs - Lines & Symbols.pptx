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321" r:id="rId2"/>
    <p:sldId id="293" r:id="rId3"/>
    <p:sldId id="294" r:id="rId4"/>
    <p:sldId id="308" r:id="rId5"/>
    <p:sldId id="309" r:id="rId6"/>
    <p:sldId id="317" r:id="rId7"/>
    <p:sldId id="305" r:id="rId8"/>
    <p:sldId id="306" r:id="rId9"/>
    <p:sldId id="310" r:id="rId10"/>
    <p:sldId id="312" r:id="rId11"/>
    <p:sldId id="313" r:id="rId12"/>
    <p:sldId id="311" r:id="rId13"/>
    <p:sldId id="314" r:id="rId14"/>
    <p:sldId id="315" r:id="rId15"/>
    <p:sldId id="322" r:id="rId16"/>
    <p:sldId id="318" r:id="rId17"/>
    <p:sldId id="323" r:id="rId18"/>
    <p:sldId id="324" r:id="rId19"/>
    <p:sldId id="30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61" autoAdjust="0"/>
    <p:restoredTop sz="89003" autoAdjust="0"/>
  </p:normalViewPr>
  <p:slideViewPr>
    <p:cSldViewPr snapToGrid="0">
      <p:cViewPr varScale="1">
        <p:scale>
          <a:sx n="61" d="100"/>
          <a:sy n="61" d="100"/>
        </p:scale>
        <p:origin x="876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C98CB6-2C88-401C-AAD5-2FFED2D64E9F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5D55C3-6A65-407E-9BFF-B66438A652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187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6275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45090-F6E8-A8E7-CCEA-75E754D33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2334B6-6F3D-888B-9064-B61223028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C08148-7191-510D-010F-8F128D5A79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ChatGPT:  make a sample revision block from blueprint for aerospace manufacturing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ADAD7C-613E-2F59-2FDB-4E3BA90464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7883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630E2-221D-4533-FD43-C257770EA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A3F7A4-6AA2-16A0-7490-B011D4D1BE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7E6C1F-679D-B608-7DF4-BA151FBE75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ChatGPT query identified </a:t>
            </a:r>
            <a:r>
              <a:rPr lang="en-US" dirty="0" err="1"/>
              <a:t>USGovernment</a:t>
            </a:r>
            <a:r>
              <a:rPr lang="en-US" dirty="0"/>
              <a:t> public domain document: https://media.defense.gov/2017/Nov/03/2002658619/-1/-1/1/171103-N-ZY182-15347.pdf</a:t>
            </a:r>
            <a:br>
              <a:rPr lang="en-US" dirty="0"/>
            </a:br>
            <a:r>
              <a:rPr lang="en-US" dirty="0"/>
              <a:t>Figure 2-21 on page 33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7AA6B3-F788-A924-BDB4-8AE95E4C83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1260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DE2D3-709D-55C5-765F-7EC13E690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C0B891-A5D3-584F-4493-54E3E3BBA6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04ADF7-6FCE-6B9C-B589-FBEDC356BA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ChatGPT query identified </a:t>
            </a:r>
            <a:r>
              <a:rPr lang="en-US" dirty="0" err="1"/>
              <a:t>USGovernment</a:t>
            </a:r>
            <a:r>
              <a:rPr lang="en-US" dirty="0"/>
              <a:t> public domain document: https://media.defense.gov/2017/Nov/03/2002658619/-1/-1/1/171103-N-ZY182-15347.pdf</a:t>
            </a:r>
            <a:br>
              <a:rPr lang="en-US" dirty="0"/>
            </a:br>
            <a:r>
              <a:rPr lang="en-US" dirty="0"/>
              <a:t>Figure 2-21 on page 33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5AF790-7A8C-CCFF-746F-D7ECD3E053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137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91B3B-6CE7-ED23-90BD-A35249689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396178-30B4-110D-E0E7-BE1039933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BC7035-C8F8-BDFC-3BE3-883F7DB16B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ChatGPT query identified </a:t>
            </a:r>
            <a:r>
              <a:rPr lang="en-US" dirty="0" err="1"/>
              <a:t>USGovernment</a:t>
            </a:r>
            <a:r>
              <a:rPr lang="en-US" dirty="0"/>
              <a:t> public domain document: https://media.defense.gov/2017/Nov/03/2002658619/-1/-1/1/171103-N-ZY182-15347.pdf</a:t>
            </a:r>
            <a:br>
              <a:rPr lang="en-US" dirty="0"/>
            </a:br>
            <a:r>
              <a:rPr lang="en-US" dirty="0"/>
              <a:t>– page 39, Figure 2-35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45A421-EC6B-BF55-5EC9-2C4358AE67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2034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D55C3-6A65-407E-9BFF-B66438A6525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4218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CD7A0-6769-1B60-3C20-96CA1895F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C320E4-F2F3-DF65-1F24-1098B3F345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C17286-1425-F604-A628-C32D6D0459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96F1AB-2761-B33E-497D-36A96424AA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1973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0811E-272A-AB03-F68E-FCDCB973F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CD4077-B2AB-8E77-1EF6-2FF95F4BA2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BD240F-B1AE-9CC2-4857-9ABF39A01E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ChatGPT: </a:t>
            </a:r>
            <a:br>
              <a:rPr lang="en-US" dirty="0"/>
            </a:br>
            <a:r>
              <a:rPr lang="en-US" dirty="0"/>
              <a:t>“make a diagram comparing three different aerospace manufacturing blueprint symbol categories: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1. geometric symbols: datum, GD&amp;T symbol, dimensional requirement, datum callouts, part features, related features, surface profile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2. fastener symbols: permanent fasteners, removable fasteners, visible fastener location, phantom fastener location, hidden fastener location, fastener identification using NAS 523 standard and four quadrants, dimensional threaded fasteners, and tooling hole symbol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3. aircraft symbols: centerline symbol, flag note indicator, directional indicator, K or coordinating hole indicator, engineered tooling coordinated surface, station indicators (STA,WL, BL) and numbers identifying distinct from 0, and limited release indicator”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8B820D-E9F3-F60F-B9B6-4D0B61BFD9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1313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873BA-414D-EF22-894C-D3F301B20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E4D1EC-6FE6-45B2-68DB-D43A5FA76A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4C7735-ADED-68E6-C823-BEEBE05387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FDCE9A-69A2-FA16-CFA8-806FBE157F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8638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A0FF6-458A-1BEF-0DAC-A6E1E97BF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ED668B-A092-359C-3409-E0211DB3EF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6C05C7-A4B7-FE16-C56E-17DE4F22DB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ChatGPT query identified </a:t>
            </a:r>
            <a:r>
              <a:rPr lang="en-US" dirty="0" err="1"/>
              <a:t>USGovernment</a:t>
            </a:r>
            <a:r>
              <a:rPr lang="en-US" dirty="0"/>
              <a:t> public domain document: https://media.defense.gov/2017/Nov/03/2002658619/-1/-1/1/171103-N-ZY182-15347.pdf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 err="1"/>
              <a:t>pg</a:t>
            </a:r>
            <a:r>
              <a:rPr lang="en-US" dirty="0"/>
              <a:t> 75)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B7A88-F4D1-FCB7-A7F0-892A9D1670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954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8786C-E4EE-2247-80EA-0BBAC377F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DF5EF7-3280-C218-6A72-8CD7E75FCD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996104-3F2A-05E9-1371-3CAA9A72CE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ChatGPT: make a diagram showing what a datum, datum feature, datum feature letters, and datum line are.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56F738-EB95-EA9D-75A1-95E9590F4B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3707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491D8-B314-2631-95FE-1E62C1FF3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993FC8-E271-AE05-1C19-5F6EAD6184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3D2E36-8F15-1E85-2CF9-CEBF3E77DD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ChatGPT: make an infographic showing aerospace fastener symbols: permanent vs. removable fastener, visible vs. phantom vs. hidden fastener location, and anything else appropriate for the chart</a:t>
            </a:r>
            <a:br>
              <a:rPr lang="en-US" dirty="0"/>
            </a:br>
            <a:r>
              <a:rPr lang="en-US" dirty="0"/>
              <a:t>+ make them all 2 dimensional, top-down view drawing symbols (same as how "visible", "phantom", and "hidden" fastener locations are done.)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11BD57-ABDE-5B80-D78F-03A5EFB6AC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6941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71A5F-FB12-4837-64E6-30A40A930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BD2931-74FB-C96C-D6CE-7696018944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CDECBB-8442-487A-D20B-565DBD6D39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ChatGPT: make an infographic about "National Aerospace Code 523", specifically it's method of symbolically identifying fasteners thru four quadrants "NW, NE, SW, and SE".</a:t>
            </a:r>
          </a:p>
          <a:p>
            <a:r>
              <a:rPr lang="en-US" dirty="0"/>
              <a:t>1. NW quadrant shows engineering codes for the fastener (</a:t>
            </a:r>
            <a:r>
              <a:rPr lang="en-US" dirty="0" err="1"/>
              <a:t>eg</a:t>
            </a:r>
            <a:r>
              <a:rPr lang="en-US" dirty="0"/>
              <a:t>: fluid tight fastener, etc.)</a:t>
            </a:r>
          </a:p>
          <a:p>
            <a:r>
              <a:rPr lang="en-US" dirty="0"/>
              <a:t>2. NE quadrant shows two identification codes (X = diameter of fastener in 1/32s of inch, and N or F as the location of the manufactured head)</a:t>
            </a:r>
          </a:p>
          <a:p>
            <a:r>
              <a:rPr lang="en-US" dirty="0"/>
              <a:t>3. SW quadrant shows three identification codes (D = Dimple, X = number of sheets to be dimpled, and C = Countersink)</a:t>
            </a:r>
          </a:p>
          <a:p>
            <a:r>
              <a:rPr lang="en-US" dirty="0"/>
              <a:t>4. SE quadrant shows two identification codes (X = fastener length in 1/16s of an inch, and W = spot weld option)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ChatGPT: make an infographic about NAS 523 symbolic instructions for identifying fasteners. Specifically identify the NW, NE, SW, and SE quadrants. Make it a training poster format.</a:t>
            </a:r>
            <a:br>
              <a:rPr lang="en-US" dirty="0"/>
            </a:br>
            <a:r>
              <a:rPr lang="en-US" dirty="0"/>
              <a:t>+ remove the center circle "NAS 523 Symbol". Make the four white dividing lines intersect in the middle.</a:t>
            </a:r>
            <a:br>
              <a:rPr lang="en-US" dirty="0"/>
            </a:br>
            <a:r>
              <a:rPr lang="en-US" dirty="0"/>
              <a:t>+ Remove the arrowheads from the horizontal gray line in middle of chart. Remove title "Symbolic Instructions for Identifying Fasteners“</a:t>
            </a:r>
            <a:br>
              <a:rPr lang="en-US" dirty="0"/>
            </a:br>
            <a:r>
              <a:rPr lang="en-US" dirty="0"/>
              <a:t>+ </a:t>
            </a:r>
            <a:r>
              <a:rPr lang="it-IT" dirty="0"/>
              <a:t>Remove label "SW QUADRANT". Remove label "SE QUADRANT. </a:t>
            </a:r>
            <a:r>
              <a:rPr lang="en-US" dirty="0"/>
              <a:t>Remove label "NE QUADRANT"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it-IT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BBD8CB-8567-DC17-7971-BAABCCDDAD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7287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EFE57-7CA1-1F08-40B4-7752B89CF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93B1B3-B826-C16C-582D-0AF1300AB1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4EF43A-92BE-B2AD-DE41-70701A5179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8BB0F8-DF6E-284F-F4D7-5190108C3E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1676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D3E08-1D10-A028-8591-D8AD71093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BF69C0-9DAB-4F81-E88D-70E35245B0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BE239A-9326-DE5C-0B54-0BC54B3C4D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0F82E-CC6D-CE60-9AA7-9A47CE2944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1387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6FDD0-DF05-B9F6-660A-49D2BE527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98D9BB-1772-BB82-057B-7B6D9AE9FB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499437-CADB-45FC-3829-B2B2878CB0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7B5336-D2BE-10D2-3477-F49A1210AC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2553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96A15-4627-A2B7-B23E-2AC252B87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A1D323-39FD-6977-01F7-412F0DE61A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A71F59-B048-3D2A-8AFA-5907E8E6EC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F92962-9A43-C2C2-7107-AD8564EA22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668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38604-8C4F-A976-286B-E17FB7C142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DD2EB9-B6C1-80A3-7C6D-D35E38A03F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B8A0F-A558-BEB7-6231-6925F33CD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1166D-3B41-FC46-B527-118F3460E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153BE-7379-C725-CF26-CC6B4582A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967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079D-5F59-ED52-BFF6-108D0B4B7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464D4-320F-5BA1-287F-1810736AB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F46D3-7E3E-A3F7-278E-3551B22E9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261CB-A869-1544-C0A7-CC8604F47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4C245-FC94-FA83-E5F4-3A9F814E9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838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6ABCD-A3C6-53C0-24E3-954C9A827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45E699-7560-7EDA-7B99-F59CD0C3A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B2B8C-062D-E298-1EAA-A52D35FA2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0F3F7A-D347-901F-0C3A-87475B634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49654-0078-975F-CED4-0DEF4EBA1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14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B5F63-6558-5286-61E4-A54909772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9B79C-BB11-0D88-C0DC-1C491C75A1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FEF498-1470-A152-8DBA-089FF3635D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3EFBD9-D87E-39CB-A355-14D4BB93B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8A95F7-406E-D075-8B39-623D2BBE1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5CC82C-F922-EC87-9017-EF7F35AA4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905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76EFA-DCF2-0F96-3716-78160812E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A353F8-35CE-B547-928A-196E0C4D5A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A65914-9D20-1CD8-A86D-5F4A2F02EC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B884EB-0E59-5F47-4379-943FF84F97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8FCA68-CFD3-9870-4F97-476B9FC182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F52665-A037-02EF-95D2-5C9DFE8C3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FB38FF-5536-D966-C235-F1789960D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F1FCDF-1DBF-2AA3-93C1-61400BA1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093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6DE56-0CE0-D5B3-0EDA-8FADF7BAA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CBFB5-D851-3D9D-F332-47B436089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3273FA-2457-4385-2E37-2A2729051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12ED07-57CD-AF06-DD3A-2454B3CDA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842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96715A-586C-FF87-D16B-76C507D12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48C50A-ACA0-E39C-BF1E-1AB606A2E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8AEB16-9EB9-619F-5C07-329C76637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816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FD819-C7CB-8577-D68F-9DDA148B1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950A4-3F7D-2D71-A9D4-740363302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A536D9-2523-D955-F38D-FE976F44EB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D2DA0F-A8B3-4CF1-B679-C5B0D39B9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C69CA2-A42A-833D-BC7C-967D1EFF9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00A10A-141E-2590-DD32-0F38164C0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88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D238C-F95A-85C6-EF95-6192D4551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EBEC10-9D21-E83F-7164-A85385A8D9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A3150E-BFB2-B49D-B13D-37BFAC11E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422970-B70C-CFBD-3CC4-D601161A0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7D507F-6489-85D6-C731-7346630A9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588480-DC24-2467-A79D-746222779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023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3787E-C838-836F-52EE-50D8BB587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31598B-9911-A386-F7AA-97913A488C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5A08D-38E1-D7DC-F94F-51768EFD8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7829E-AB80-5C6B-0D61-A0DFC1090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A7A8F-5B78-B4B6-09FE-0993C94C9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285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D9024B-25BF-EA72-BD35-65EF808FFF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5796C1-A9AD-51B1-9E18-4C96802598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D1A7B-3E4E-45E3-2613-EBBE7B7AE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220DA0-1A51-9958-DA38-0E0EC8FF4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7903E-BE2A-59C5-B220-A6582E616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567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B8F4C7-2F11-26ED-32BD-E758D1900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E9DBA8-3E2E-A76B-065E-87B7597762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76856E-F249-64F9-2B63-8358883D77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75684-5E0C-B3A4-431A-05A0108263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B5A29-6651-182C-206F-17AE0616C4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654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edia.defense.gov/2017/Nov/03/2002658619/-1/-1/1/171103-N-ZY182-15347.pdf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media.defense.gov/2017/Nov/03/2002658619/-1/-1/1/171103-N-ZY182-15347.pdf" TargetMode="Externa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media.defense.gov/2017/Nov/03/2002658619/-1/-1/1/171103-N-ZY182-15347.pdf" TargetMode="Externa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edia.defense.gov/2017/Nov/03/2002658619/-1/-1/1/171103-N-ZY182-15347.pdf" TargetMode="Externa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ataResearchLabs/study_guide_intro_aerospace_mfg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B969CFF-BAE7-BF73-632D-A9101B28F0D2}"/>
              </a:ext>
            </a:extLst>
          </p:cNvPr>
          <p:cNvSpPr/>
          <p:nvPr/>
        </p:nvSpPr>
        <p:spPr>
          <a:xfrm>
            <a:off x="2246168" y="2242335"/>
            <a:ext cx="7699663" cy="237333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E0237A-1769-2D18-56A2-B369063196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340599"/>
            <a:ext cx="12192000" cy="1145996"/>
          </a:xfrm>
        </p:spPr>
        <p:txBody>
          <a:bodyPr>
            <a:normAutofit/>
          </a:bodyPr>
          <a:lstStyle/>
          <a:p>
            <a:r>
              <a:rPr lang="en-US" sz="6600" b="1" dirty="0">
                <a:solidFill>
                  <a:schemeClr val="bg1"/>
                </a:solidFill>
              </a:rPr>
              <a:t>Lines &amp; Symbols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E83414-9557-9971-74AE-0E0F206E6A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64882" y="768846"/>
            <a:ext cx="3862232" cy="1090775"/>
          </a:xfrm>
          <a:noFill/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Aerospace Manufacturing Core 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Study Guide </a:t>
            </a:r>
          </a:p>
          <a:p>
            <a:r>
              <a:rPr lang="en-US" sz="2000" dirty="0">
                <a:solidFill>
                  <a:schemeClr val="bg1"/>
                </a:solidFill>
              </a:rPr>
              <a:t>“AMCSG-303”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2A361BB-91A4-6234-4565-06CC792AA8FE}"/>
              </a:ext>
            </a:extLst>
          </p:cNvPr>
          <p:cNvSpPr txBox="1">
            <a:spLocks/>
          </p:cNvSpPr>
          <p:nvPr/>
        </p:nvSpPr>
        <p:spPr>
          <a:xfrm>
            <a:off x="-1" y="2592083"/>
            <a:ext cx="12191999" cy="748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>
                <a:solidFill>
                  <a:schemeClr val="bg1"/>
                </a:solidFill>
              </a:rPr>
              <a:t>Blueprints &amp; Documents</a:t>
            </a:r>
          </a:p>
        </p:txBody>
      </p:sp>
    </p:spTree>
    <p:extLst>
      <p:ext uri="{BB962C8B-B14F-4D97-AF65-F5344CB8AC3E}">
        <p14:creationId xmlns:p14="http://schemas.microsoft.com/office/powerpoint/2010/main" val="1241290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37B20F-CFCD-1F23-F5A3-97519926A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7D30A-1115-76DB-1198-600442C60D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2512" y="3043615"/>
            <a:ext cx="10086975" cy="770769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Line Styles</a:t>
            </a:r>
          </a:p>
        </p:txBody>
      </p:sp>
    </p:spTree>
    <p:extLst>
      <p:ext uri="{BB962C8B-B14F-4D97-AF65-F5344CB8AC3E}">
        <p14:creationId xmlns:p14="http://schemas.microsoft.com/office/powerpoint/2010/main" val="290484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2E0034-7AD9-B9A8-C006-9AC9D7EDE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2F48855-D5FF-A98A-C76E-2FAB99EB30AB}"/>
              </a:ext>
            </a:extLst>
          </p:cNvPr>
          <p:cNvSpPr/>
          <p:nvPr/>
        </p:nvSpPr>
        <p:spPr>
          <a:xfrm>
            <a:off x="5715000" y="1761764"/>
            <a:ext cx="3074662" cy="300222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CC78FA-C5BF-43F2-6C35-92F6931AB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760"/>
            <a:ext cx="10515600" cy="877824"/>
          </a:xfrm>
        </p:spPr>
        <p:txBody>
          <a:bodyPr/>
          <a:lstStyle/>
          <a:p>
            <a:r>
              <a:rPr lang="en-US" dirty="0"/>
              <a:t>Common Line Types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200B9F0-2803-F644-266F-B3D4D712BBAB}"/>
              </a:ext>
            </a:extLst>
          </p:cNvPr>
          <p:cNvGrpSpPr/>
          <p:nvPr/>
        </p:nvGrpSpPr>
        <p:grpSpPr>
          <a:xfrm>
            <a:off x="697302" y="1529834"/>
            <a:ext cx="2848886" cy="369332"/>
            <a:chOff x="697302" y="1529834"/>
            <a:chExt cx="2848886" cy="369332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43B3525-D140-27BA-4130-3D60C313EDBF}"/>
                </a:ext>
              </a:extLst>
            </p:cNvPr>
            <p:cNvSpPr txBox="1"/>
            <p:nvPr/>
          </p:nvSpPr>
          <p:spPr>
            <a:xfrm>
              <a:off x="697302" y="1529834"/>
              <a:ext cx="1729593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>
                  <a:solidFill>
                    <a:schemeClr val="bg1"/>
                  </a:solidFill>
                </a:rPr>
                <a:t>Object Line:</a:t>
              </a:r>
            </a:p>
          </p:txBody>
        </p: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588F6E8F-E952-89DE-B161-30FE5FD7F365}"/>
                </a:ext>
              </a:extLst>
            </p:cNvPr>
            <p:cNvCxnSpPr>
              <a:cxnSpLocks/>
            </p:cNvCxnSpPr>
            <p:nvPr/>
          </p:nvCxnSpPr>
          <p:spPr>
            <a:xfrm>
              <a:off x="2568082" y="1761764"/>
              <a:ext cx="97810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7DAD6FD-0D95-4064-8A04-A9B424224538}"/>
              </a:ext>
            </a:extLst>
          </p:cNvPr>
          <p:cNvGrpSpPr/>
          <p:nvPr/>
        </p:nvGrpSpPr>
        <p:grpSpPr>
          <a:xfrm>
            <a:off x="691366" y="2027064"/>
            <a:ext cx="2854822" cy="369332"/>
            <a:chOff x="688109" y="1482570"/>
            <a:chExt cx="2854822" cy="36933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51CB762-53FE-D4B8-BF63-41D5FB07E74B}"/>
                </a:ext>
              </a:extLst>
            </p:cNvPr>
            <p:cNvSpPr txBox="1"/>
            <p:nvPr/>
          </p:nvSpPr>
          <p:spPr>
            <a:xfrm>
              <a:off x="688109" y="1482570"/>
              <a:ext cx="1729593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>
                  <a:solidFill>
                    <a:schemeClr val="bg1"/>
                  </a:solidFill>
                </a:rPr>
                <a:t>Hidden Line: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B92FAC2-C7B4-A986-823E-0389F0923A0E}"/>
                </a:ext>
              </a:extLst>
            </p:cNvPr>
            <p:cNvCxnSpPr>
              <a:cxnSpLocks/>
            </p:cNvCxnSpPr>
            <p:nvPr/>
          </p:nvCxnSpPr>
          <p:spPr>
            <a:xfrm>
              <a:off x="2564825" y="1704791"/>
              <a:ext cx="978106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82D08F9-6039-F198-AA2C-BF3AFFA79700}"/>
              </a:ext>
            </a:extLst>
          </p:cNvPr>
          <p:cNvGrpSpPr/>
          <p:nvPr/>
        </p:nvGrpSpPr>
        <p:grpSpPr>
          <a:xfrm>
            <a:off x="691366" y="2521146"/>
            <a:ext cx="2854822" cy="369332"/>
            <a:chOff x="688109" y="1520121"/>
            <a:chExt cx="2854822" cy="36933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71486A1-7C76-78B0-C868-8C17F7D8C785}"/>
                </a:ext>
              </a:extLst>
            </p:cNvPr>
            <p:cNvSpPr txBox="1"/>
            <p:nvPr/>
          </p:nvSpPr>
          <p:spPr>
            <a:xfrm>
              <a:off x="688109" y="1520121"/>
              <a:ext cx="1729593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>
                  <a:solidFill>
                    <a:schemeClr val="bg1"/>
                  </a:solidFill>
                </a:rPr>
                <a:t>Center Line: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ADD2EC6-C29C-5744-AAA6-9353C77ACF15}"/>
                </a:ext>
              </a:extLst>
            </p:cNvPr>
            <p:cNvCxnSpPr>
              <a:cxnSpLocks/>
            </p:cNvCxnSpPr>
            <p:nvPr/>
          </p:nvCxnSpPr>
          <p:spPr>
            <a:xfrm>
              <a:off x="2564825" y="1704791"/>
              <a:ext cx="978106" cy="0"/>
            </a:xfrm>
            <a:prstGeom prst="line">
              <a:avLst/>
            </a:prstGeom>
            <a:ln>
              <a:solidFill>
                <a:schemeClr val="tx1"/>
              </a:solidFill>
              <a:prstDash val="dash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14" name="Group 1113">
            <a:extLst>
              <a:ext uri="{FF2B5EF4-FFF2-40B4-BE49-F238E27FC236}">
                <a16:creationId xmlns:a16="http://schemas.microsoft.com/office/drawing/2014/main" id="{70EF7C73-A13D-540C-A4A9-EFCA27E3702E}"/>
              </a:ext>
            </a:extLst>
          </p:cNvPr>
          <p:cNvGrpSpPr/>
          <p:nvPr/>
        </p:nvGrpSpPr>
        <p:grpSpPr>
          <a:xfrm>
            <a:off x="3458771" y="1392431"/>
            <a:ext cx="1485572" cy="1527083"/>
            <a:chOff x="3458771" y="1392431"/>
            <a:chExt cx="1485572" cy="1527083"/>
          </a:xfrm>
        </p:grpSpPr>
        <p:sp>
          <p:nvSpPr>
            <p:cNvPr id="19" name="Arrow: Down 18">
              <a:extLst>
                <a:ext uri="{FF2B5EF4-FFF2-40B4-BE49-F238E27FC236}">
                  <a16:creationId xmlns:a16="http://schemas.microsoft.com/office/drawing/2014/main" id="{01E0690C-3845-E927-3496-F95F3A5C0288}"/>
                </a:ext>
              </a:extLst>
            </p:cNvPr>
            <p:cNvSpPr/>
            <p:nvPr/>
          </p:nvSpPr>
          <p:spPr>
            <a:xfrm>
              <a:off x="4067588" y="1761763"/>
              <a:ext cx="267938" cy="1157751"/>
            </a:xfrm>
            <a:prstGeom prst="downArrow">
              <a:avLst/>
            </a:prstGeom>
            <a:solidFill>
              <a:srgbClr val="0070C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DBF1006-D387-FAFF-1824-96B85F5D063A}"/>
                </a:ext>
              </a:extLst>
            </p:cNvPr>
            <p:cNvSpPr txBox="1"/>
            <p:nvPr/>
          </p:nvSpPr>
          <p:spPr>
            <a:xfrm>
              <a:off x="3458771" y="1392431"/>
              <a:ext cx="14855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>
                  <a:solidFill>
                    <a:schemeClr val="tx2">
                      <a:lumMod val="50000"/>
                      <a:lumOff val="50000"/>
                    </a:schemeClr>
                  </a:solidFill>
                </a:rPr>
                <a:t>Precedence</a:t>
              </a:r>
            </a:p>
          </p:txBody>
        </p:sp>
      </p:grpSp>
      <p:grpSp>
        <p:nvGrpSpPr>
          <p:cNvPr id="1123" name="Group 1122">
            <a:extLst>
              <a:ext uri="{FF2B5EF4-FFF2-40B4-BE49-F238E27FC236}">
                <a16:creationId xmlns:a16="http://schemas.microsoft.com/office/drawing/2014/main" id="{918EEA65-A73D-A17C-472A-B72C4B5F4B01}"/>
              </a:ext>
            </a:extLst>
          </p:cNvPr>
          <p:cNvGrpSpPr/>
          <p:nvPr/>
        </p:nvGrpSpPr>
        <p:grpSpPr>
          <a:xfrm>
            <a:off x="521136" y="4301253"/>
            <a:ext cx="3088839" cy="369332"/>
            <a:chOff x="521136" y="4301253"/>
            <a:chExt cx="3088839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7594A63-56E3-997F-2662-2F88D4E5CE20}"/>
                </a:ext>
              </a:extLst>
            </p:cNvPr>
            <p:cNvSpPr txBox="1"/>
            <p:nvPr/>
          </p:nvSpPr>
          <p:spPr>
            <a:xfrm>
              <a:off x="521136" y="4301253"/>
              <a:ext cx="1883970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>
                  <a:solidFill>
                    <a:schemeClr val="bg1"/>
                  </a:solidFill>
                </a:rPr>
                <a:t>Dimension Line:</a:t>
              </a:r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B2052BBC-6734-5452-BAE0-69E98A508ACE}"/>
                </a:ext>
              </a:extLst>
            </p:cNvPr>
            <p:cNvGrpSpPr/>
            <p:nvPr/>
          </p:nvGrpSpPr>
          <p:grpSpPr>
            <a:xfrm>
              <a:off x="2568082" y="4301253"/>
              <a:ext cx="1041893" cy="369332"/>
              <a:chOff x="2563319" y="3859410"/>
              <a:chExt cx="1041893" cy="369332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82E85935-6689-FE8A-78E6-8C650FD6E7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63319" y="4044076"/>
                <a:ext cx="295768" cy="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triangle" w="med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583E2E63-6F8C-6860-D155-5B80DC9AEAB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64414" y="3993713"/>
                <a:ext cx="0" cy="100726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1477A70-0565-EC7A-9B44-1C120B6DC454}"/>
                  </a:ext>
                </a:extLst>
              </p:cNvPr>
              <p:cNvSpPr txBox="1"/>
              <p:nvPr/>
            </p:nvSpPr>
            <p:spPr>
              <a:xfrm>
                <a:off x="2794000" y="3859410"/>
                <a:ext cx="593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9    ”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C4E9AF9-5FE3-C9A7-1B43-7538197D6852}"/>
                  </a:ext>
                </a:extLst>
              </p:cNvPr>
              <p:cNvSpPr txBox="1"/>
              <p:nvPr/>
            </p:nvSpPr>
            <p:spPr>
              <a:xfrm>
                <a:off x="2931519" y="3873701"/>
                <a:ext cx="37493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aseline="30000" dirty="0"/>
                  <a:t>3</a:t>
                </a:r>
                <a:r>
                  <a:rPr lang="en-US" sz="1400" dirty="0"/>
                  <a:t>/</a:t>
                </a:r>
                <a:r>
                  <a:rPr lang="en-US" sz="1400" baseline="-25000" dirty="0"/>
                  <a:t>4</a:t>
                </a:r>
              </a:p>
            </p:txBody>
          </p: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FC4A031B-8566-0E1B-268F-F85366BA8AC1}"/>
                  </a:ext>
                </a:extLst>
              </p:cNvPr>
              <p:cNvGrpSpPr/>
              <p:nvPr/>
            </p:nvGrpSpPr>
            <p:grpSpPr>
              <a:xfrm>
                <a:off x="3298825" y="3984187"/>
                <a:ext cx="306387" cy="100726"/>
                <a:chOff x="2554242" y="4122303"/>
                <a:chExt cx="306387" cy="100726"/>
              </a:xfrm>
            </p:grpSpPr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AC6DD03F-E297-9DC2-E72F-FB27B0A1CD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554242" y="4182192"/>
                  <a:ext cx="30638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headEnd type="triangle" w="med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DB0E6E38-D371-158A-CA5C-6D1675CF0A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60182" y="4122303"/>
                  <a:ext cx="0" cy="100726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040" name="Group 1039">
            <a:extLst>
              <a:ext uri="{FF2B5EF4-FFF2-40B4-BE49-F238E27FC236}">
                <a16:creationId xmlns:a16="http://schemas.microsoft.com/office/drawing/2014/main" id="{C633BC61-03DD-63B7-0758-8F54DF6CB31B}"/>
              </a:ext>
            </a:extLst>
          </p:cNvPr>
          <p:cNvGrpSpPr/>
          <p:nvPr/>
        </p:nvGrpSpPr>
        <p:grpSpPr>
          <a:xfrm>
            <a:off x="521136" y="4536280"/>
            <a:ext cx="3088391" cy="597041"/>
            <a:chOff x="521136" y="3738085"/>
            <a:chExt cx="3088391" cy="597041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67B5314-D5E9-FB26-09EB-A9E99941F6EF}"/>
                </a:ext>
              </a:extLst>
            </p:cNvPr>
            <p:cNvSpPr txBox="1"/>
            <p:nvPr/>
          </p:nvSpPr>
          <p:spPr>
            <a:xfrm>
              <a:off x="521136" y="3965794"/>
              <a:ext cx="1883970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>
                  <a:solidFill>
                    <a:schemeClr val="bg1"/>
                  </a:solidFill>
                </a:rPr>
                <a:t>Extension Lines: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07AA91-199E-24E8-4859-60E339A4E0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70463" y="3747611"/>
              <a:ext cx="0" cy="533876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6" name="Straight Connector 1025">
              <a:extLst>
                <a:ext uri="{FF2B5EF4-FFF2-40B4-BE49-F238E27FC236}">
                  <a16:creationId xmlns:a16="http://schemas.microsoft.com/office/drawing/2014/main" id="{F9ABE147-7087-C2C0-9B6F-6CDDB16FE2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09527" y="3738085"/>
              <a:ext cx="0" cy="533876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64" name="Group 1063">
            <a:extLst>
              <a:ext uri="{FF2B5EF4-FFF2-40B4-BE49-F238E27FC236}">
                <a16:creationId xmlns:a16="http://schemas.microsoft.com/office/drawing/2014/main" id="{16DCDD0A-6031-9414-DA6E-E55885C47290}"/>
              </a:ext>
            </a:extLst>
          </p:cNvPr>
          <p:cNvGrpSpPr/>
          <p:nvPr/>
        </p:nvGrpSpPr>
        <p:grpSpPr>
          <a:xfrm>
            <a:off x="521136" y="5484782"/>
            <a:ext cx="2818964" cy="369332"/>
            <a:chOff x="521136" y="4329628"/>
            <a:chExt cx="2818964" cy="369332"/>
          </a:xfrm>
        </p:grpSpPr>
        <p:sp>
          <p:nvSpPr>
            <p:cNvPr id="1041" name="TextBox 1040">
              <a:extLst>
                <a:ext uri="{FF2B5EF4-FFF2-40B4-BE49-F238E27FC236}">
                  <a16:creationId xmlns:a16="http://schemas.microsoft.com/office/drawing/2014/main" id="{9ABBD793-B15A-D0E1-C48C-00431CC78831}"/>
                </a:ext>
              </a:extLst>
            </p:cNvPr>
            <p:cNvSpPr txBox="1"/>
            <p:nvPr/>
          </p:nvSpPr>
          <p:spPr>
            <a:xfrm>
              <a:off x="521136" y="4329628"/>
              <a:ext cx="1883970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>
                  <a:solidFill>
                    <a:schemeClr val="bg1"/>
                  </a:solidFill>
                </a:rPr>
                <a:t>Leader Lines:</a:t>
              </a:r>
            </a:p>
          </p:txBody>
        </p:sp>
        <p:cxnSp>
          <p:nvCxnSpPr>
            <p:cNvPr id="1048" name="Straight Connector 1047">
              <a:extLst>
                <a:ext uri="{FF2B5EF4-FFF2-40B4-BE49-F238E27FC236}">
                  <a16:creationId xmlns:a16="http://schemas.microsoft.com/office/drawing/2014/main" id="{F8317F97-596F-ED16-FA4B-7330C1F10A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68082" y="4518700"/>
              <a:ext cx="772018" cy="0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sm" len="lg"/>
              <a:tailEnd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88" name="Group 1087">
            <a:extLst>
              <a:ext uri="{FF2B5EF4-FFF2-40B4-BE49-F238E27FC236}">
                <a16:creationId xmlns:a16="http://schemas.microsoft.com/office/drawing/2014/main" id="{6FBCBD3A-0E0E-5012-5ADC-90F96AE92630}"/>
              </a:ext>
            </a:extLst>
          </p:cNvPr>
          <p:cNvGrpSpPr/>
          <p:nvPr/>
        </p:nvGrpSpPr>
        <p:grpSpPr>
          <a:xfrm>
            <a:off x="521136" y="5958840"/>
            <a:ext cx="2948904" cy="416364"/>
            <a:chOff x="521136" y="5410200"/>
            <a:chExt cx="2948904" cy="416364"/>
          </a:xfrm>
        </p:grpSpPr>
        <p:sp>
          <p:nvSpPr>
            <p:cNvPr id="1067" name="TextBox 1066">
              <a:extLst>
                <a:ext uri="{FF2B5EF4-FFF2-40B4-BE49-F238E27FC236}">
                  <a16:creationId xmlns:a16="http://schemas.microsoft.com/office/drawing/2014/main" id="{491F4C9D-09F9-648B-AF9B-57C743034909}"/>
                </a:ext>
              </a:extLst>
            </p:cNvPr>
            <p:cNvSpPr txBox="1"/>
            <p:nvPr/>
          </p:nvSpPr>
          <p:spPr>
            <a:xfrm>
              <a:off x="521136" y="5457232"/>
              <a:ext cx="1883970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>
                  <a:solidFill>
                    <a:schemeClr val="bg1"/>
                  </a:solidFill>
                </a:rPr>
                <a:t>Break Lines:</a:t>
              </a:r>
            </a:p>
          </p:txBody>
        </p:sp>
        <p:grpSp>
          <p:nvGrpSpPr>
            <p:cNvPr id="1086" name="Group 1085">
              <a:extLst>
                <a:ext uri="{FF2B5EF4-FFF2-40B4-BE49-F238E27FC236}">
                  <a16:creationId xmlns:a16="http://schemas.microsoft.com/office/drawing/2014/main" id="{395C0B2C-042C-6839-4470-E31BCA5225C1}"/>
                </a:ext>
              </a:extLst>
            </p:cNvPr>
            <p:cNvGrpSpPr/>
            <p:nvPr/>
          </p:nvGrpSpPr>
          <p:grpSpPr>
            <a:xfrm>
              <a:off x="2583322" y="5410200"/>
              <a:ext cx="886718" cy="387350"/>
              <a:chOff x="2583322" y="5029200"/>
              <a:chExt cx="886718" cy="387350"/>
            </a:xfrm>
          </p:grpSpPr>
          <p:cxnSp>
            <p:nvCxnSpPr>
              <p:cNvPr id="1073" name="Straight Connector 1072">
                <a:extLst>
                  <a:ext uri="{FF2B5EF4-FFF2-40B4-BE49-F238E27FC236}">
                    <a16:creationId xmlns:a16="http://schemas.microsoft.com/office/drawing/2014/main" id="{192A93E7-1BBA-E6F4-8A0E-4682EBF695B0}"/>
                  </a:ext>
                </a:extLst>
              </p:cNvPr>
              <p:cNvCxnSpPr/>
              <p:nvPr/>
            </p:nvCxnSpPr>
            <p:spPr>
              <a:xfrm>
                <a:off x="2583322" y="5260898"/>
                <a:ext cx="3860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4" name="Straight Connector 1073">
                <a:extLst>
                  <a:ext uri="{FF2B5EF4-FFF2-40B4-BE49-F238E27FC236}">
                    <a16:creationId xmlns:a16="http://schemas.microsoft.com/office/drawing/2014/main" id="{BD7FE311-5B5F-E1E2-7DF3-0735736E3354}"/>
                  </a:ext>
                </a:extLst>
              </p:cNvPr>
              <p:cNvCxnSpPr/>
              <p:nvPr/>
            </p:nvCxnSpPr>
            <p:spPr>
              <a:xfrm>
                <a:off x="3084031" y="5260898"/>
                <a:ext cx="3860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F8AE6328-9756-BD44-42EC-9D96D8BED76B}"/>
                  </a:ext>
                </a:extLst>
              </p:cNvPr>
              <p:cNvSpPr/>
              <p:nvPr/>
            </p:nvSpPr>
            <p:spPr>
              <a:xfrm>
                <a:off x="2895600" y="5029200"/>
                <a:ext cx="82550" cy="387350"/>
              </a:xfrm>
              <a:custGeom>
                <a:avLst/>
                <a:gdLst>
                  <a:gd name="csX0" fmla="*/ 82550 w 98425"/>
                  <a:gd name="csY0" fmla="*/ 0 h 336550"/>
                  <a:gd name="csX1" fmla="*/ 0 w 98425"/>
                  <a:gd name="csY1" fmla="*/ 69850 h 336550"/>
                  <a:gd name="csX2" fmla="*/ 98425 w 98425"/>
                  <a:gd name="csY2" fmla="*/ 66675 h 336550"/>
                  <a:gd name="csX3" fmla="*/ 50800 w 98425"/>
                  <a:gd name="csY3" fmla="*/ 120650 h 336550"/>
                  <a:gd name="csX4" fmla="*/ 88900 w 98425"/>
                  <a:gd name="csY4" fmla="*/ 155575 h 336550"/>
                  <a:gd name="csX5" fmla="*/ 44450 w 98425"/>
                  <a:gd name="csY5" fmla="*/ 285750 h 336550"/>
                  <a:gd name="csX6" fmla="*/ 88900 w 98425"/>
                  <a:gd name="csY6" fmla="*/ 336550 h 336550"/>
                  <a:gd name="csX7" fmla="*/ 88900 w 98425"/>
                  <a:gd name="csY7" fmla="*/ 333375 h 336550"/>
                  <a:gd name="csX0" fmla="*/ 88900 w 104775"/>
                  <a:gd name="csY0" fmla="*/ 0 h 336550"/>
                  <a:gd name="csX1" fmla="*/ 0 w 104775"/>
                  <a:gd name="csY1" fmla="*/ 15875 h 336550"/>
                  <a:gd name="csX2" fmla="*/ 104775 w 104775"/>
                  <a:gd name="csY2" fmla="*/ 66675 h 336550"/>
                  <a:gd name="csX3" fmla="*/ 57150 w 104775"/>
                  <a:gd name="csY3" fmla="*/ 120650 h 336550"/>
                  <a:gd name="csX4" fmla="*/ 95250 w 104775"/>
                  <a:gd name="csY4" fmla="*/ 155575 h 336550"/>
                  <a:gd name="csX5" fmla="*/ 50800 w 104775"/>
                  <a:gd name="csY5" fmla="*/ 285750 h 336550"/>
                  <a:gd name="csX6" fmla="*/ 95250 w 104775"/>
                  <a:gd name="csY6" fmla="*/ 336550 h 336550"/>
                  <a:gd name="csX7" fmla="*/ 95250 w 104775"/>
                  <a:gd name="csY7" fmla="*/ 333375 h 336550"/>
                  <a:gd name="csX0" fmla="*/ 95250 w 104775"/>
                  <a:gd name="csY0" fmla="*/ 0 h 387350"/>
                  <a:gd name="csX1" fmla="*/ 0 w 104775"/>
                  <a:gd name="csY1" fmla="*/ 66675 h 387350"/>
                  <a:gd name="csX2" fmla="*/ 104775 w 104775"/>
                  <a:gd name="csY2" fmla="*/ 117475 h 387350"/>
                  <a:gd name="csX3" fmla="*/ 57150 w 104775"/>
                  <a:gd name="csY3" fmla="*/ 171450 h 387350"/>
                  <a:gd name="csX4" fmla="*/ 95250 w 104775"/>
                  <a:gd name="csY4" fmla="*/ 206375 h 387350"/>
                  <a:gd name="csX5" fmla="*/ 50800 w 104775"/>
                  <a:gd name="csY5" fmla="*/ 336550 h 387350"/>
                  <a:gd name="csX6" fmla="*/ 95250 w 104775"/>
                  <a:gd name="csY6" fmla="*/ 387350 h 387350"/>
                  <a:gd name="csX7" fmla="*/ 95250 w 104775"/>
                  <a:gd name="csY7" fmla="*/ 384175 h 387350"/>
                  <a:gd name="csX0" fmla="*/ 95250 w 104775"/>
                  <a:gd name="csY0" fmla="*/ 0 h 387350"/>
                  <a:gd name="csX1" fmla="*/ 0 w 104775"/>
                  <a:gd name="csY1" fmla="*/ 66675 h 387350"/>
                  <a:gd name="csX2" fmla="*/ 104775 w 104775"/>
                  <a:gd name="csY2" fmla="*/ 117475 h 387350"/>
                  <a:gd name="csX3" fmla="*/ 95250 w 104775"/>
                  <a:gd name="csY3" fmla="*/ 206375 h 387350"/>
                  <a:gd name="csX4" fmla="*/ 50800 w 104775"/>
                  <a:gd name="csY4" fmla="*/ 336550 h 387350"/>
                  <a:gd name="csX5" fmla="*/ 95250 w 104775"/>
                  <a:gd name="csY5" fmla="*/ 387350 h 387350"/>
                  <a:gd name="csX6" fmla="*/ 95250 w 104775"/>
                  <a:gd name="csY6" fmla="*/ 384175 h 387350"/>
                  <a:gd name="csX0" fmla="*/ 95250 w 95250"/>
                  <a:gd name="csY0" fmla="*/ 0 h 387350"/>
                  <a:gd name="csX1" fmla="*/ 0 w 95250"/>
                  <a:gd name="csY1" fmla="*/ 66675 h 387350"/>
                  <a:gd name="csX2" fmla="*/ 19050 w 95250"/>
                  <a:gd name="csY2" fmla="*/ 142875 h 387350"/>
                  <a:gd name="csX3" fmla="*/ 95250 w 95250"/>
                  <a:gd name="csY3" fmla="*/ 206375 h 387350"/>
                  <a:gd name="csX4" fmla="*/ 50800 w 95250"/>
                  <a:gd name="csY4" fmla="*/ 336550 h 387350"/>
                  <a:gd name="csX5" fmla="*/ 95250 w 95250"/>
                  <a:gd name="csY5" fmla="*/ 387350 h 387350"/>
                  <a:gd name="csX6" fmla="*/ 95250 w 95250"/>
                  <a:gd name="csY6" fmla="*/ 384175 h 387350"/>
                  <a:gd name="csX0" fmla="*/ 76200 w 76200"/>
                  <a:gd name="csY0" fmla="*/ 0 h 387350"/>
                  <a:gd name="csX1" fmla="*/ 57150 w 76200"/>
                  <a:gd name="csY1" fmla="*/ 79375 h 387350"/>
                  <a:gd name="csX2" fmla="*/ 0 w 76200"/>
                  <a:gd name="csY2" fmla="*/ 142875 h 387350"/>
                  <a:gd name="csX3" fmla="*/ 76200 w 76200"/>
                  <a:gd name="csY3" fmla="*/ 206375 h 387350"/>
                  <a:gd name="csX4" fmla="*/ 31750 w 76200"/>
                  <a:gd name="csY4" fmla="*/ 336550 h 387350"/>
                  <a:gd name="csX5" fmla="*/ 76200 w 76200"/>
                  <a:gd name="csY5" fmla="*/ 387350 h 387350"/>
                  <a:gd name="csX6" fmla="*/ 76200 w 76200"/>
                  <a:gd name="csY6" fmla="*/ 384175 h 387350"/>
                  <a:gd name="csX0" fmla="*/ 76200 w 82550"/>
                  <a:gd name="csY0" fmla="*/ 0 h 387350"/>
                  <a:gd name="csX1" fmla="*/ 82550 w 82550"/>
                  <a:gd name="csY1" fmla="*/ 82550 h 387350"/>
                  <a:gd name="csX2" fmla="*/ 0 w 82550"/>
                  <a:gd name="csY2" fmla="*/ 142875 h 387350"/>
                  <a:gd name="csX3" fmla="*/ 76200 w 82550"/>
                  <a:gd name="csY3" fmla="*/ 206375 h 387350"/>
                  <a:gd name="csX4" fmla="*/ 31750 w 82550"/>
                  <a:gd name="csY4" fmla="*/ 336550 h 387350"/>
                  <a:gd name="csX5" fmla="*/ 76200 w 82550"/>
                  <a:gd name="csY5" fmla="*/ 387350 h 387350"/>
                  <a:gd name="csX6" fmla="*/ 76200 w 82550"/>
                  <a:gd name="csY6" fmla="*/ 384175 h 3873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82550" h="387350">
                    <a:moveTo>
                      <a:pt x="76200" y="0"/>
                    </a:moveTo>
                    <a:lnTo>
                      <a:pt x="82550" y="82550"/>
                    </a:lnTo>
                    <a:lnTo>
                      <a:pt x="0" y="142875"/>
                    </a:lnTo>
                    <a:lnTo>
                      <a:pt x="76200" y="206375"/>
                    </a:lnTo>
                    <a:lnTo>
                      <a:pt x="31750" y="336550"/>
                    </a:lnTo>
                    <a:lnTo>
                      <a:pt x="76200" y="387350"/>
                    </a:lnTo>
                    <a:lnTo>
                      <a:pt x="76200" y="384175"/>
                    </a:lnTo>
                  </a:path>
                </a:pathLst>
              </a:cu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DB225253-74F0-7045-05FC-7275752881B0}"/>
                  </a:ext>
                </a:extLst>
              </p:cNvPr>
              <p:cNvSpPr/>
              <p:nvPr/>
            </p:nvSpPr>
            <p:spPr>
              <a:xfrm>
                <a:off x="3015860" y="5029200"/>
                <a:ext cx="82550" cy="387350"/>
              </a:xfrm>
              <a:custGeom>
                <a:avLst/>
                <a:gdLst>
                  <a:gd name="csX0" fmla="*/ 82550 w 98425"/>
                  <a:gd name="csY0" fmla="*/ 0 h 336550"/>
                  <a:gd name="csX1" fmla="*/ 0 w 98425"/>
                  <a:gd name="csY1" fmla="*/ 69850 h 336550"/>
                  <a:gd name="csX2" fmla="*/ 98425 w 98425"/>
                  <a:gd name="csY2" fmla="*/ 66675 h 336550"/>
                  <a:gd name="csX3" fmla="*/ 50800 w 98425"/>
                  <a:gd name="csY3" fmla="*/ 120650 h 336550"/>
                  <a:gd name="csX4" fmla="*/ 88900 w 98425"/>
                  <a:gd name="csY4" fmla="*/ 155575 h 336550"/>
                  <a:gd name="csX5" fmla="*/ 44450 w 98425"/>
                  <a:gd name="csY5" fmla="*/ 285750 h 336550"/>
                  <a:gd name="csX6" fmla="*/ 88900 w 98425"/>
                  <a:gd name="csY6" fmla="*/ 336550 h 336550"/>
                  <a:gd name="csX7" fmla="*/ 88900 w 98425"/>
                  <a:gd name="csY7" fmla="*/ 333375 h 336550"/>
                  <a:gd name="csX0" fmla="*/ 88900 w 104775"/>
                  <a:gd name="csY0" fmla="*/ 0 h 336550"/>
                  <a:gd name="csX1" fmla="*/ 0 w 104775"/>
                  <a:gd name="csY1" fmla="*/ 15875 h 336550"/>
                  <a:gd name="csX2" fmla="*/ 104775 w 104775"/>
                  <a:gd name="csY2" fmla="*/ 66675 h 336550"/>
                  <a:gd name="csX3" fmla="*/ 57150 w 104775"/>
                  <a:gd name="csY3" fmla="*/ 120650 h 336550"/>
                  <a:gd name="csX4" fmla="*/ 95250 w 104775"/>
                  <a:gd name="csY4" fmla="*/ 155575 h 336550"/>
                  <a:gd name="csX5" fmla="*/ 50800 w 104775"/>
                  <a:gd name="csY5" fmla="*/ 285750 h 336550"/>
                  <a:gd name="csX6" fmla="*/ 95250 w 104775"/>
                  <a:gd name="csY6" fmla="*/ 336550 h 336550"/>
                  <a:gd name="csX7" fmla="*/ 95250 w 104775"/>
                  <a:gd name="csY7" fmla="*/ 333375 h 336550"/>
                  <a:gd name="csX0" fmla="*/ 95250 w 104775"/>
                  <a:gd name="csY0" fmla="*/ 0 h 387350"/>
                  <a:gd name="csX1" fmla="*/ 0 w 104775"/>
                  <a:gd name="csY1" fmla="*/ 66675 h 387350"/>
                  <a:gd name="csX2" fmla="*/ 104775 w 104775"/>
                  <a:gd name="csY2" fmla="*/ 117475 h 387350"/>
                  <a:gd name="csX3" fmla="*/ 57150 w 104775"/>
                  <a:gd name="csY3" fmla="*/ 171450 h 387350"/>
                  <a:gd name="csX4" fmla="*/ 95250 w 104775"/>
                  <a:gd name="csY4" fmla="*/ 206375 h 387350"/>
                  <a:gd name="csX5" fmla="*/ 50800 w 104775"/>
                  <a:gd name="csY5" fmla="*/ 336550 h 387350"/>
                  <a:gd name="csX6" fmla="*/ 95250 w 104775"/>
                  <a:gd name="csY6" fmla="*/ 387350 h 387350"/>
                  <a:gd name="csX7" fmla="*/ 95250 w 104775"/>
                  <a:gd name="csY7" fmla="*/ 384175 h 387350"/>
                  <a:gd name="csX0" fmla="*/ 95250 w 104775"/>
                  <a:gd name="csY0" fmla="*/ 0 h 387350"/>
                  <a:gd name="csX1" fmla="*/ 0 w 104775"/>
                  <a:gd name="csY1" fmla="*/ 66675 h 387350"/>
                  <a:gd name="csX2" fmla="*/ 104775 w 104775"/>
                  <a:gd name="csY2" fmla="*/ 117475 h 387350"/>
                  <a:gd name="csX3" fmla="*/ 95250 w 104775"/>
                  <a:gd name="csY3" fmla="*/ 206375 h 387350"/>
                  <a:gd name="csX4" fmla="*/ 50800 w 104775"/>
                  <a:gd name="csY4" fmla="*/ 336550 h 387350"/>
                  <a:gd name="csX5" fmla="*/ 95250 w 104775"/>
                  <a:gd name="csY5" fmla="*/ 387350 h 387350"/>
                  <a:gd name="csX6" fmla="*/ 95250 w 104775"/>
                  <a:gd name="csY6" fmla="*/ 384175 h 387350"/>
                  <a:gd name="csX0" fmla="*/ 95250 w 95250"/>
                  <a:gd name="csY0" fmla="*/ 0 h 387350"/>
                  <a:gd name="csX1" fmla="*/ 0 w 95250"/>
                  <a:gd name="csY1" fmla="*/ 66675 h 387350"/>
                  <a:gd name="csX2" fmla="*/ 19050 w 95250"/>
                  <a:gd name="csY2" fmla="*/ 142875 h 387350"/>
                  <a:gd name="csX3" fmla="*/ 95250 w 95250"/>
                  <a:gd name="csY3" fmla="*/ 206375 h 387350"/>
                  <a:gd name="csX4" fmla="*/ 50800 w 95250"/>
                  <a:gd name="csY4" fmla="*/ 336550 h 387350"/>
                  <a:gd name="csX5" fmla="*/ 95250 w 95250"/>
                  <a:gd name="csY5" fmla="*/ 387350 h 387350"/>
                  <a:gd name="csX6" fmla="*/ 95250 w 95250"/>
                  <a:gd name="csY6" fmla="*/ 384175 h 387350"/>
                  <a:gd name="csX0" fmla="*/ 76200 w 76200"/>
                  <a:gd name="csY0" fmla="*/ 0 h 387350"/>
                  <a:gd name="csX1" fmla="*/ 57150 w 76200"/>
                  <a:gd name="csY1" fmla="*/ 79375 h 387350"/>
                  <a:gd name="csX2" fmla="*/ 0 w 76200"/>
                  <a:gd name="csY2" fmla="*/ 142875 h 387350"/>
                  <a:gd name="csX3" fmla="*/ 76200 w 76200"/>
                  <a:gd name="csY3" fmla="*/ 206375 h 387350"/>
                  <a:gd name="csX4" fmla="*/ 31750 w 76200"/>
                  <a:gd name="csY4" fmla="*/ 336550 h 387350"/>
                  <a:gd name="csX5" fmla="*/ 76200 w 76200"/>
                  <a:gd name="csY5" fmla="*/ 387350 h 387350"/>
                  <a:gd name="csX6" fmla="*/ 76200 w 76200"/>
                  <a:gd name="csY6" fmla="*/ 384175 h 387350"/>
                  <a:gd name="csX0" fmla="*/ 76200 w 82550"/>
                  <a:gd name="csY0" fmla="*/ 0 h 387350"/>
                  <a:gd name="csX1" fmla="*/ 82550 w 82550"/>
                  <a:gd name="csY1" fmla="*/ 82550 h 387350"/>
                  <a:gd name="csX2" fmla="*/ 0 w 82550"/>
                  <a:gd name="csY2" fmla="*/ 142875 h 387350"/>
                  <a:gd name="csX3" fmla="*/ 76200 w 82550"/>
                  <a:gd name="csY3" fmla="*/ 206375 h 387350"/>
                  <a:gd name="csX4" fmla="*/ 31750 w 82550"/>
                  <a:gd name="csY4" fmla="*/ 336550 h 387350"/>
                  <a:gd name="csX5" fmla="*/ 76200 w 82550"/>
                  <a:gd name="csY5" fmla="*/ 387350 h 387350"/>
                  <a:gd name="csX6" fmla="*/ 76200 w 82550"/>
                  <a:gd name="csY6" fmla="*/ 384175 h 3873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82550" h="387350">
                    <a:moveTo>
                      <a:pt x="76200" y="0"/>
                    </a:moveTo>
                    <a:lnTo>
                      <a:pt x="82550" y="82550"/>
                    </a:lnTo>
                    <a:lnTo>
                      <a:pt x="0" y="142875"/>
                    </a:lnTo>
                    <a:lnTo>
                      <a:pt x="76200" y="206375"/>
                    </a:lnTo>
                    <a:lnTo>
                      <a:pt x="31750" y="336550"/>
                    </a:lnTo>
                    <a:lnTo>
                      <a:pt x="76200" y="387350"/>
                    </a:lnTo>
                    <a:lnTo>
                      <a:pt x="76200" y="384175"/>
                    </a:lnTo>
                  </a:path>
                </a:pathLst>
              </a:cu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144" name="Group 1143">
            <a:extLst>
              <a:ext uri="{FF2B5EF4-FFF2-40B4-BE49-F238E27FC236}">
                <a16:creationId xmlns:a16="http://schemas.microsoft.com/office/drawing/2014/main" id="{F687DCB9-8631-F57A-63E0-EC4348BC010D}"/>
              </a:ext>
            </a:extLst>
          </p:cNvPr>
          <p:cNvGrpSpPr/>
          <p:nvPr/>
        </p:nvGrpSpPr>
        <p:grpSpPr>
          <a:xfrm>
            <a:off x="536989" y="3021598"/>
            <a:ext cx="3009199" cy="871195"/>
            <a:chOff x="536989" y="3021598"/>
            <a:chExt cx="3009199" cy="871195"/>
          </a:xfrm>
        </p:grpSpPr>
        <p:grpSp>
          <p:nvGrpSpPr>
            <p:cNvPr id="1094" name="Group 1093">
              <a:extLst>
                <a:ext uri="{FF2B5EF4-FFF2-40B4-BE49-F238E27FC236}">
                  <a16:creationId xmlns:a16="http://schemas.microsoft.com/office/drawing/2014/main" id="{3B26D31F-9978-DDDC-5706-AE6FEDDEB10C}"/>
                </a:ext>
              </a:extLst>
            </p:cNvPr>
            <p:cNvGrpSpPr/>
            <p:nvPr/>
          </p:nvGrpSpPr>
          <p:grpSpPr>
            <a:xfrm>
              <a:off x="536989" y="3021598"/>
              <a:ext cx="3009199" cy="369332"/>
              <a:chOff x="536989" y="3068010"/>
              <a:chExt cx="3009199" cy="369332"/>
            </a:xfrm>
          </p:grpSpPr>
          <p:sp>
            <p:nvSpPr>
              <p:cNvPr id="1071" name="TextBox 1070">
                <a:extLst>
                  <a:ext uri="{FF2B5EF4-FFF2-40B4-BE49-F238E27FC236}">
                    <a16:creationId xmlns:a16="http://schemas.microsoft.com/office/drawing/2014/main" id="{47F72DAF-0E27-0BE4-4D7E-71C3D87CC5C0}"/>
                  </a:ext>
                </a:extLst>
              </p:cNvPr>
              <p:cNvSpPr txBox="1"/>
              <p:nvPr/>
            </p:nvSpPr>
            <p:spPr>
              <a:xfrm>
                <a:off x="536989" y="3068010"/>
                <a:ext cx="1883970" cy="369332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b="1" dirty="0">
                    <a:solidFill>
                      <a:schemeClr val="bg1"/>
                    </a:solidFill>
                  </a:rPr>
                  <a:t>Phantom Lines:</a:t>
                </a:r>
              </a:p>
            </p:txBody>
          </p:sp>
          <p:cxnSp>
            <p:nvCxnSpPr>
              <p:cNvPr id="1087" name="Straight Connector 1086">
                <a:extLst>
                  <a:ext uri="{FF2B5EF4-FFF2-40B4-BE49-F238E27FC236}">
                    <a16:creationId xmlns:a16="http://schemas.microsoft.com/office/drawing/2014/main" id="{9D58CB91-CD7F-7B71-B43B-F0E6E14043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68082" y="3252676"/>
                <a:ext cx="978106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lgDashDot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96" name="Group 1095">
              <a:extLst>
                <a:ext uri="{FF2B5EF4-FFF2-40B4-BE49-F238E27FC236}">
                  <a16:creationId xmlns:a16="http://schemas.microsoft.com/office/drawing/2014/main" id="{61494422-4CA6-63EC-9DFC-EBE663971ABD}"/>
                </a:ext>
              </a:extLst>
            </p:cNvPr>
            <p:cNvGrpSpPr/>
            <p:nvPr/>
          </p:nvGrpSpPr>
          <p:grpSpPr>
            <a:xfrm>
              <a:off x="536989" y="3523461"/>
              <a:ext cx="3009199" cy="369332"/>
              <a:chOff x="536989" y="3068010"/>
              <a:chExt cx="3009199" cy="369332"/>
            </a:xfrm>
          </p:grpSpPr>
          <p:sp>
            <p:nvSpPr>
              <p:cNvPr id="1097" name="TextBox 1096">
                <a:extLst>
                  <a:ext uri="{FF2B5EF4-FFF2-40B4-BE49-F238E27FC236}">
                    <a16:creationId xmlns:a16="http://schemas.microsoft.com/office/drawing/2014/main" id="{4A2BF513-D435-3ABA-EA44-018B5C4C8B8A}"/>
                  </a:ext>
                </a:extLst>
              </p:cNvPr>
              <p:cNvSpPr txBox="1"/>
              <p:nvPr/>
            </p:nvSpPr>
            <p:spPr>
              <a:xfrm>
                <a:off x="536989" y="3068010"/>
                <a:ext cx="1883970" cy="369332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b="1" dirty="0">
                    <a:solidFill>
                      <a:schemeClr val="bg1"/>
                    </a:solidFill>
                  </a:rPr>
                  <a:t>Stitch Lines:</a:t>
                </a:r>
              </a:p>
            </p:txBody>
          </p:sp>
          <p:cxnSp>
            <p:nvCxnSpPr>
              <p:cNvPr id="1098" name="Straight Connector 1097">
                <a:extLst>
                  <a:ext uri="{FF2B5EF4-FFF2-40B4-BE49-F238E27FC236}">
                    <a16:creationId xmlns:a16="http://schemas.microsoft.com/office/drawing/2014/main" id="{826C163F-AFA7-51E9-3697-663469303F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68082" y="3252676"/>
                <a:ext cx="978106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05" name="Group 1104">
            <a:extLst>
              <a:ext uri="{FF2B5EF4-FFF2-40B4-BE49-F238E27FC236}">
                <a16:creationId xmlns:a16="http://schemas.microsoft.com/office/drawing/2014/main" id="{C873DD69-6401-A6D3-5605-70DECE02BA93}"/>
              </a:ext>
            </a:extLst>
          </p:cNvPr>
          <p:cNvGrpSpPr/>
          <p:nvPr/>
        </p:nvGrpSpPr>
        <p:grpSpPr>
          <a:xfrm flipH="1">
            <a:off x="7447043" y="2721638"/>
            <a:ext cx="462769" cy="1012070"/>
            <a:chOff x="7447044" y="2340638"/>
            <a:chExt cx="462769" cy="1012070"/>
          </a:xfrm>
        </p:grpSpPr>
        <p:sp>
          <p:nvSpPr>
            <p:cNvPr id="1106" name="Arc 1105">
              <a:extLst>
                <a:ext uri="{FF2B5EF4-FFF2-40B4-BE49-F238E27FC236}">
                  <a16:creationId xmlns:a16="http://schemas.microsoft.com/office/drawing/2014/main" id="{3E6E4506-3E2B-9004-346E-80EAF2338572}"/>
                </a:ext>
              </a:extLst>
            </p:cNvPr>
            <p:cNvSpPr/>
            <p:nvPr/>
          </p:nvSpPr>
          <p:spPr>
            <a:xfrm>
              <a:off x="7447044" y="2340638"/>
              <a:ext cx="462769" cy="1012070"/>
            </a:xfrm>
            <a:prstGeom prst="arc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7" name="Arc 1106">
              <a:extLst>
                <a:ext uri="{FF2B5EF4-FFF2-40B4-BE49-F238E27FC236}">
                  <a16:creationId xmlns:a16="http://schemas.microsoft.com/office/drawing/2014/main" id="{81653963-F8D3-D077-DBF7-3C100B058C78}"/>
                </a:ext>
              </a:extLst>
            </p:cNvPr>
            <p:cNvSpPr/>
            <p:nvPr/>
          </p:nvSpPr>
          <p:spPr>
            <a:xfrm flipV="1">
              <a:off x="7447044" y="2340638"/>
              <a:ext cx="462769" cy="1012070"/>
            </a:xfrm>
            <a:prstGeom prst="arc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11" name="Group 1110">
            <a:extLst>
              <a:ext uri="{FF2B5EF4-FFF2-40B4-BE49-F238E27FC236}">
                <a16:creationId xmlns:a16="http://schemas.microsoft.com/office/drawing/2014/main" id="{D11ABFCB-2C33-A249-E293-552639AC17F0}"/>
              </a:ext>
            </a:extLst>
          </p:cNvPr>
          <p:cNvGrpSpPr/>
          <p:nvPr/>
        </p:nvGrpSpPr>
        <p:grpSpPr>
          <a:xfrm>
            <a:off x="6321815" y="2721638"/>
            <a:ext cx="1587998" cy="1013368"/>
            <a:chOff x="6321815" y="2340638"/>
            <a:chExt cx="1587998" cy="1013368"/>
          </a:xfrm>
        </p:grpSpPr>
        <p:sp>
          <p:nvSpPr>
            <p:cNvPr id="1100" name="Oval 1099">
              <a:extLst>
                <a:ext uri="{FF2B5EF4-FFF2-40B4-BE49-F238E27FC236}">
                  <a16:creationId xmlns:a16="http://schemas.microsoft.com/office/drawing/2014/main" id="{BB2572D4-EF3C-5B43-AFBD-2C86A1A234CD}"/>
                </a:ext>
              </a:extLst>
            </p:cNvPr>
            <p:cNvSpPr/>
            <p:nvPr/>
          </p:nvSpPr>
          <p:spPr>
            <a:xfrm>
              <a:off x="6321815" y="2340638"/>
              <a:ext cx="462769" cy="101207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04" name="Group 1103">
              <a:extLst>
                <a:ext uri="{FF2B5EF4-FFF2-40B4-BE49-F238E27FC236}">
                  <a16:creationId xmlns:a16="http://schemas.microsoft.com/office/drawing/2014/main" id="{8D7FDEBC-A444-651C-3AD9-103412CDEA88}"/>
                </a:ext>
              </a:extLst>
            </p:cNvPr>
            <p:cNvGrpSpPr/>
            <p:nvPr/>
          </p:nvGrpSpPr>
          <p:grpSpPr>
            <a:xfrm>
              <a:off x="7447044" y="2340638"/>
              <a:ext cx="462769" cy="1012070"/>
              <a:chOff x="7447044" y="2340638"/>
              <a:chExt cx="462769" cy="1012070"/>
            </a:xfrm>
          </p:grpSpPr>
          <p:sp>
            <p:nvSpPr>
              <p:cNvPr id="1102" name="Arc 1101">
                <a:extLst>
                  <a:ext uri="{FF2B5EF4-FFF2-40B4-BE49-F238E27FC236}">
                    <a16:creationId xmlns:a16="http://schemas.microsoft.com/office/drawing/2014/main" id="{6AE31652-F86A-659C-08B2-FA58A66B4C34}"/>
                  </a:ext>
                </a:extLst>
              </p:cNvPr>
              <p:cNvSpPr/>
              <p:nvPr/>
            </p:nvSpPr>
            <p:spPr>
              <a:xfrm>
                <a:off x="7447044" y="2340638"/>
                <a:ext cx="462769" cy="101207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3" name="Arc 1102">
                <a:extLst>
                  <a:ext uri="{FF2B5EF4-FFF2-40B4-BE49-F238E27FC236}">
                    <a16:creationId xmlns:a16="http://schemas.microsoft.com/office/drawing/2014/main" id="{28B61C54-54D8-7754-ED01-80E1F4EDBB23}"/>
                  </a:ext>
                </a:extLst>
              </p:cNvPr>
              <p:cNvSpPr/>
              <p:nvPr/>
            </p:nvSpPr>
            <p:spPr>
              <a:xfrm flipV="1">
                <a:off x="7447044" y="2340638"/>
                <a:ext cx="462769" cy="1012070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108" name="Straight Connector 1107">
              <a:extLst>
                <a:ext uri="{FF2B5EF4-FFF2-40B4-BE49-F238E27FC236}">
                  <a16:creationId xmlns:a16="http://schemas.microsoft.com/office/drawing/2014/main" id="{8EF55065-3E25-F4AF-F963-1D106FAE41A0}"/>
                </a:ext>
              </a:extLst>
            </p:cNvPr>
            <p:cNvCxnSpPr>
              <a:cxnSpLocks/>
            </p:cNvCxnSpPr>
            <p:nvPr/>
          </p:nvCxnSpPr>
          <p:spPr>
            <a:xfrm>
              <a:off x="6553198" y="2340638"/>
              <a:ext cx="112522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0" name="Straight Connector 1109">
              <a:extLst>
                <a:ext uri="{FF2B5EF4-FFF2-40B4-BE49-F238E27FC236}">
                  <a16:creationId xmlns:a16="http://schemas.microsoft.com/office/drawing/2014/main" id="{F435B04D-1489-8B46-AEBD-8DDAFC4F30E8}"/>
                </a:ext>
              </a:extLst>
            </p:cNvPr>
            <p:cNvCxnSpPr>
              <a:cxnSpLocks/>
            </p:cNvCxnSpPr>
            <p:nvPr/>
          </p:nvCxnSpPr>
          <p:spPr>
            <a:xfrm>
              <a:off x="6553198" y="3354006"/>
              <a:ext cx="112522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12" name="Straight Connector 1111">
            <a:extLst>
              <a:ext uri="{FF2B5EF4-FFF2-40B4-BE49-F238E27FC236}">
                <a16:creationId xmlns:a16="http://schemas.microsoft.com/office/drawing/2014/main" id="{A94DD03E-4535-0996-3B74-927EE5877373}"/>
              </a:ext>
            </a:extLst>
          </p:cNvPr>
          <p:cNvCxnSpPr>
            <a:cxnSpLocks/>
          </p:cNvCxnSpPr>
          <p:nvPr/>
        </p:nvCxnSpPr>
        <p:spPr>
          <a:xfrm>
            <a:off x="5905642" y="3220769"/>
            <a:ext cx="2583038" cy="0"/>
          </a:xfrm>
          <a:prstGeom prst="line">
            <a:avLst/>
          </a:prstGeom>
          <a:ln>
            <a:solidFill>
              <a:srgbClr val="00B0F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15" name="Group 1114">
            <a:extLst>
              <a:ext uri="{FF2B5EF4-FFF2-40B4-BE49-F238E27FC236}">
                <a16:creationId xmlns:a16="http://schemas.microsoft.com/office/drawing/2014/main" id="{E848457A-C1BA-63EB-B4B6-662CF6544718}"/>
              </a:ext>
            </a:extLst>
          </p:cNvPr>
          <p:cNvGrpSpPr/>
          <p:nvPr/>
        </p:nvGrpSpPr>
        <p:grpSpPr>
          <a:xfrm>
            <a:off x="6553197" y="1893196"/>
            <a:ext cx="1125229" cy="369332"/>
            <a:chOff x="2563319" y="3859410"/>
            <a:chExt cx="1041893" cy="369332"/>
          </a:xfrm>
        </p:grpSpPr>
        <p:cxnSp>
          <p:nvCxnSpPr>
            <p:cNvPr id="1116" name="Straight Connector 1115">
              <a:extLst>
                <a:ext uri="{FF2B5EF4-FFF2-40B4-BE49-F238E27FC236}">
                  <a16:creationId xmlns:a16="http://schemas.microsoft.com/office/drawing/2014/main" id="{AB7076A9-E1B8-7F94-F667-7E8FD23D3123}"/>
                </a:ext>
              </a:extLst>
            </p:cNvPr>
            <p:cNvCxnSpPr>
              <a:cxnSpLocks/>
            </p:cNvCxnSpPr>
            <p:nvPr/>
          </p:nvCxnSpPr>
          <p:spPr>
            <a:xfrm>
              <a:off x="2563319" y="4044076"/>
              <a:ext cx="295768" cy="0"/>
            </a:xfrm>
            <a:prstGeom prst="line">
              <a:avLst/>
            </a:prstGeom>
            <a:ln>
              <a:solidFill>
                <a:schemeClr val="tx1"/>
              </a:solidFill>
              <a:headEnd type="triangl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7" name="Straight Connector 1116">
              <a:extLst>
                <a:ext uri="{FF2B5EF4-FFF2-40B4-BE49-F238E27FC236}">
                  <a16:creationId xmlns:a16="http://schemas.microsoft.com/office/drawing/2014/main" id="{D1E89DC2-D0AA-C8B9-F0A5-0931056F01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64414" y="3993713"/>
              <a:ext cx="0" cy="10072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18" name="TextBox 1117">
              <a:extLst>
                <a:ext uri="{FF2B5EF4-FFF2-40B4-BE49-F238E27FC236}">
                  <a16:creationId xmlns:a16="http://schemas.microsoft.com/office/drawing/2014/main" id="{CC2C5E38-039C-9FA9-A9FE-C8490C75B3CA}"/>
                </a:ext>
              </a:extLst>
            </p:cNvPr>
            <p:cNvSpPr txBox="1"/>
            <p:nvPr/>
          </p:nvSpPr>
          <p:spPr>
            <a:xfrm>
              <a:off x="2794000" y="3859410"/>
              <a:ext cx="5937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9    ”</a:t>
              </a:r>
            </a:p>
          </p:txBody>
        </p:sp>
        <p:sp>
          <p:nvSpPr>
            <p:cNvPr id="1119" name="TextBox 1118">
              <a:extLst>
                <a:ext uri="{FF2B5EF4-FFF2-40B4-BE49-F238E27FC236}">
                  <a16:creationId xmlns:a16="http://schemas.microsoft.com/office/drawing/2014/main" id="{D61162A3-AC03-24DA-8816-F6BCBE97BF76}"/>
                </a:ext>
              </a:extLst>
            </p:cNvPr>
            <p:cNvSpPr txBox="1"/>
            <p:nvPr/>
          </p:nvSpPr>
          <p:spPr>
            <a:xfrm>
              <a:off x="2931519" y="3873701"/>
              <a:ext cx="3749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aseline="30000" dirty="0"/>
                <a:t>3</a:t>
              </a:r>
              <a:r>
                <a:rPr lang="en-US" sz="1400" dirty="0"/>
                <a:t>/</a:t>
              </a:r>
              <a:r>
                <a:rPr lang="en-US" sz="1400" baseline="-25000" dirty="0"/>
                <a:t>4</a:t>
              </a:r>
            </a:p>
          </p:txBody>
        </p:sp>
        <p:grpSp>
          <p:nvGrpSpPr>
            <p:cNvPr id="1120" name="Group 1119">
              <a:extLst>
                <a:ext uri="{FF2B5EF4-FFF2-40B4-BE49-F238E27FC236}">
                  <a16:creationId xmlns:a16="http://schemas.microsoft.com/office/drawing/2014/main" id="{525CBE9F-A261-A7FE-1669-A7CA8365EF29}"/>
                </a:ext>
              </a:extLst>
            </p:cNvPr>
            <p:cNvGrpSpPr/>
            <p:nvPr/>
          </p:nvGrpSpPr>
          <p:grpSpPr>
            <a:xfrm>
              <a:off x="3298825" y="3984187"/>
              <a:ext cx="306387" cy="100726"/>
              <a:chOff x="2554242" y="4122303"/>
              <a:chExt cx="306387" cy="100726"/>
            </a:xfrm>
          </p:grpSpPr>
          <p:cxnSp>
            <p:nvCxnSpPr>
              <p:cNvPr id="1121" name="Straight Connector 1120">
                <a:extLst>
                  <a:ext uri="{FF2B5EF4-FFF2-40B4-BE49-F238E27FC236}">
                    <a16:creationId xmlns:a16="http://schemas.microsoft.com/office/drawing/2014/main" id="{869CE9B0-D985-6131-498D-FD723953147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554242" y="4182192"/>
                <a:ext cx="306387" cy="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triangle" w="med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2" name="Straight Connector 1121">
                <a:extLst>
                  <a:ext uri="{FF2B5EF4-FFF2-40B4-BE49-F238E27FC236}">
                    <a16:creationId xmlns:a16="http://schemas.microsoft.com/office/drawing/2014/main" id="{A1B1F49E-3EBB-EADD-6489-DE7892E2877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60182" y="4122303"/>
                <a:ext cx="0" cy="100726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28" name="Group 1127">
            <a:extLst>
              <a:ext uri="{FF2B5EF4-FFF2-40B4-BE49-F238E27FC236}">
                <a16:creationId xmlns:a16="http://schemas.microsoft.com/office/drawing/2014/main" id="{28FF079A-1D39-7CF6-DB9A-BC28806C87AB}"/>
              </a:ext>
            </a:extLst>
          </p:cNvPr>
          <p:cNvGrpSpPr/>
          <p:nvPr/>
        </p:nvGrpSpPr>
        <p:grpSpPr>
          <a:xfrm>
            <a:off x="6553197" y="2128225"/>
            <a:ext cx="1129672" cy="593413"/>
            <a:chOff x="6553197" y="2128225"/>
            <a:chExt cx="1129672" cy="593413"/>
          </a:xfrm>
        </p:grpSpPr>
        <p:cxnSp>
          <p:nvCxnSpPr>
            <p:cNvPr id="1124" name="Straight Connector 1123">
              <a:extLst>
                <a:ext uri="{FF2B5EF4-FFF2-40B4-BE49-F238E27FC236}">
                  <a16:creationId xmlns:a16="http://schemas.microsoft.com/office/drawing/2014/main" id="{952F04DD-7420-21C6-6259-EDD7276A69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53197" y="2128225"/>
              <a:ext cx="0" cy="593413"/>
            </a:xfrm>
            <a:prstGeom prst="line">
              <a:avLst/>
            </a:prstGeom>
            <a:ln w="635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5" name="Straight Connector 1124">
              <a:extLst>
                <a:ext uri="{FF2B5EF4-FFF2-40B4-BE49-F238E27FC236}">
                  <a16:creationId xmlns:a16="http://schemas.microsoft.com/office/drawing/2014/main" id="{E5AD3828-EAAE-7BC4-BF2A-69D20D07ABA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77943" y="2128225"/>
              <a:ext cx="4926" cy="593413"/>
            </a:xfrm>
            <a:prstGeom prst="line">
              <a:avLst/>
            </a:prstGeom>
            <a:ln w="635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32" name="Group 1131">
            <a:extLst>
              <a:ext uri="{FF2B5EF4-FFF2-40B4-BE49-F238E27FC236}">
                <a16:creationId xmlns:a16="http://schemas.microsoft.com/office/drawing/2014/main" id="{2E048AA9-6090-73CC-9CEB-7BBFD2F72878}"/>
              </a:ext>
            </a:extLst>
          </p:cNvPr>
          <p:cNvGrpSpPr/>
          <p:nvPr/>
        </p:nvGrpSpPr>
        <p:grpSpPr>
          <a:xfrm>
            <a:off x="6156960" y="3523461"/>
            <a:ext cx="396237" cy="1022344"/>
            <a:chOff x="6156960" y="3523461"/>
            <a:chExt cx="396237" cy="1022344"/>
          </a:xfrm>
        </p:grpSpPr>
        <p:sp>
          <p:nvSpPr>
            <p:cNvPr id="1129" name="Smiley Face 1128">
              <a:extLst>
                <a:ext uri="{FF2B5EF4-FFF2-40B4-BE49-F238E27FC236}">
                  <a16:creationId xmlns:a16="http://schemas.microsoft.com/office/drawing/2014/main" id="{82F847AE-5789-635C-1F88-AF817BBEF59E}"/>
                </a:ext>
              </a:extLst>
            </p:cNvPr>
            <p:cNvSpPr/>
            <p:nvPr/>
          </p:nvSpPr>
          <p:spPr>
            <a:xfrm>
              <a:off x="6156960" y="4301253"/>
              <a:ext cx="228599" cy="244552"/>
            </a:xfrm>
            <a:prstGeom prst="smileyFac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30" name="Straight Connector 1129">
              <a:extLst>
                <a:ext uri="{FF2B5EF4-FFF2-40B4-BE49-F238E27FC236}">
                  <a16:creationId xmlns:a16="http://schemas.microsoft.com/office/drawing/2014/main" id="{48A497EC-1DF3-EC2E-61C6-63DFED0554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21815" y="3523461"/>
              <a:ext cx="231382" cy="777792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sm" len="lg"/>
              <a:tailEnd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39" name="Group 1138">
            <a:extLst>
              <a:ext uri="{FF2B5EF4-FFF2-40B4-BE49-F238E27FC236}">
                <a16:creationId xmlns:a16="http://schemas.microsoft.com/office/drawing/2014/main" id="{4643F1F3-60E0-4E7D-B501-9F2625A90F43}"/>
              </a:ext>
            </a:extLst>
          </p:cNvPr>
          <p:cNvGrpSpPr/>
          <p:nvPr/>
        </p:nvGrpSpPr>
        <p:grpSpPr>
          <a:xfrm>
            <a:off x="6994351" y="3526225"/>
            <a:ext cx="202810" cy="387350"/>
            <a:chOff x="7364982" y="4142504"/>
            <a:chExt cx="202810" cy="387350"/>
          </a:xfrm>
        </p:grpSpPr>
        <p:cxnSp>
          <p:nvCxnSpPr>
            <p:cNvPr id="1134" name="Straight Connector 1133">
              <a:extLst>
                <a:ext uri="{FF2B5EF4-FFF2-40B4-BE49-F238E27FC236}">
                  <a16:creationId xmlns:a16="http://schemas.microsoft.com/office/drawing/2014/main" id="{B8BEDF5A-7E4A-2346-D622-0382041ED302}"/>
                </a:ext>
              </a:extLst>
            </p:cNvPr>
            <p:cNvCxnSpPr>
              <a:cxnSpLocks/>
              <a:stCxn id="1135" idx="3"/>
              <a:endCxn id="1136" idx="3"/>
            </p:cNvCxnSpPr>
            <p:nvPr/>
          </p:nvCxnSpPr>
          <p:spPr>
            <a:xfrm>
              <a:off x="7441182" y="4348879"/>
              <a:ext cx="120260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EA8DE29F-D365-63C2-B8EC-73E012BC5502}"/>
                </a:ext>
              </a:extLst>
            </p:cNvPr>
            <p:cNvSpPr/>
            <p:nvPr/>
          </p:nvSpPr>
          <p:spPr>
            <a:xfrm>
              <a:off x="7364982" y="4142504"/>
              <a:ext cx="82550" cy="387350"/>
            </a:xfrm>
            <a:custGeom>
              <a:avLst/>
              <a:gdLst>
                <a:gd name="csX0" fmla="*/ 82550 w 98425"/>
                <a:gd name="csY0" fmla="*/ 0 h 336550"/>
                <a:gd name="csX1" fmla="*/ 0 w 98425"/>
                <a:gd name="csY1" fmla="*/ 69850 h 336550"/>
                <a:gd name="csX2" fmla="*/ 98425 w 98425"/>
                <a:gd name="csY2" fmla="*/ 66675 h 336550"/>
                <a:gd name="csX3" fmla="*/ 50800 w 98425"/>
                <a:gd name="csY3" fmla="*/ 120650 h 336550"/>
                <a:gd name="csX4" fmla="*/ 88900 w 98425"/>
                <a:gd name="csY4" fmla="*/ 155575 h 336550"/>
                <a:gd name="csX5" fmla="*/ 44450 w 98425"/>
                <a:gd name="csY5" fmla="*/ 285750 h 336550"/>
                <a:gd name="csX6" fmla="*/ 88900 w 98425"/>
                <a:gd name="csY6" fmla="*/ 336550 h 336550"/>
                <a:gd name="csX7" fmla="*/ 88900 w 98425"/>
                <a:gd name="csY7" fmla="*/ 333375 h 336550"/>
                <a:gd name="csX0" fmla="*/ 88900 w 104775"/>
                <a:gd name="csY0" fmla="*/ 0 h 336550"/>
                <a:gd name="csX1" fmla="*/ 0 w 104775"/>
                <a:gd name="csY1" fmla="*/ 15875 h 336550"/>
                <a:gd name="csX2" fmla="*/ 104775 w 104775"/>
                <a:gd name="csY2" fmla="*/ 66675 h 336550"/>
                <a:gd name="csX3" fmla="*/ 57150 w 104775"/>
                <a:gd name="csY3" fmla="*/ 120650 h 336550"/>
                <a:gd name="csX4" fmla="*/ 95250 w 104775"/>
                <a:gd name="csY4" fmla="*/ 155575 h 336550"/>
                <a:gd name="csX5" fmla="*/ 50800 w 104775"/>
                <a:gd name="csY5" fmla="*/ 285750 h 336550"/>
                <a:gd name="csX6" fmla="*/ 95250 w 104775"/>
                <a:gd name="csY6" fmla="*/ 336550 h 336550"/>
                <a:gd name="csX7" fmla="*/ 95250 w 104775"/>
                <a:gd name="csY7" fmla="*/ 333375 h 336550"/>
                <a:gd name="csX0" fmla="*/ 95250 w 104775"/>
                <a:gd name="csY0" fmla="*/ 0 h 387350"/>
                <a:gd name="csX1" fmla="*/ 0 w 104775"/>
                <a:gd name="csY1" fmla="*/ 66675 h 387350"/>
                <a:gd name="csX2" fmla="*/ 104775 w 104775"/>
                <a:gd name="csY2" fmla="*/ 117475 h 387350"/>
                <a:gd name="csX3" fmla="*/ 57150 w 104775"/>
                <a:gd name="csY3" fmla="*/ 171450 h 387350"/>
                <a:gd name="csX4" fmla="*/ 95250 w 104775"/>
                <a:gd name="csY4" fmla="*/ 206375 h 387350"/>
                <a:gd name="csX5" fmla="*/ 50800 w 104775"/>
                <a:gd name="csY5" fmla="*/ 336550 h 387350"/>
                <a:gd name="csX6" fmla="*/ 95250 w 104775"/>
                <a:gd name="csY6" fmla="*/ 387350 h 387350"/>
                <a:gd name="csX7" fmla="*/ 95250 w 104775"/>
                <a:gd name="csY7" fmla="*/ 384175 h 387350"/>
                <a:gd name="csX0" fmla="*/ 95250 w 104775"/>
                <a:gd name="csY0" fmla="*/ 0 h 387350"/>
                <a:gd name="csX1" fmla="*/ 0 w 104775"/>
                <a:gd name="csY1" fmla="*/ 66675 h 387350"/>
                <a:gd name="csX2" fmla="*/ 104775 w 104775"/>
                <a:gd name="csY2" fmla="*/ 117475 h 387350"/>
                <a:gd name="csX3" fmla="*/ 95250 w 104775"/>
                <a:gd name="csY3" fmla="*/ 206375 h 387350"/>
                <a:gd name="csX4" fmla="*/ 50800 w 104775"/>
                <a:gd name="csY4" fmla="*/ 336550 h 387350"/>
                <a:gd name="csX5" fmla="*/ 95250 w 104775"/>
                <a:gd name="csY5" fmla="*/ 387350 h 387350"/>
                <a:gd name="csX6" fmla="*/ 95250 w 104775"/>
                <a:gd name="csY6" fmla="*/ 384175 h 387350"/>
                <a:gd name="csX0" fmla="*/ 95250 w 95250"/>
                <a:gd name="csY0" fmla="*/ 0 h 387350"/>
                <a:gd name="csX1" fmla="*/ 0 w 95250"/>
                <a:gd name="csY1" fmla="*/ 66675 h 387350"/>
                <a:gd name="csX2" fmla="*/ 19050 w 95250"/>
                <a:gd name="csY2" fmla="*/ 142875 h 387350"/>
                <a:gd name="csX3" fmla="*/ 95250 w 95250"/>
                <a:gd name="csY3" fmla="*/ 206375 h 387350"/>
                <a:gd name="csX4" fmla="*/ 50800 w 95250"/>
                <a:gd name="csY4" fmla="*/ 336550 h 387350"/>
                <a:gd name="csX5" fmla="*/ 95250 w 95250"/>
                <a:gd name="csY5" fmla="*/ 387350 h 387350"/>
                <a:gd name="csX6" fmla="*/ 95250 w 95250"/>
                <a:gd name="csY6" fmla="*/ 384175 h 387350"/>
                <a:gd name="csX0" fmla="*/ 76200 w 76200"/>
                <a:gd name="csY0" fmla="*/ 0 h 387350"/>
                <a:gd name="csX1" fmla="*/ 57150 w 76200"/>
                <a:gd name="csY1" fmla="*/ 79375 h 387350"/>
                <a:gd name="csX2" fmla="*/ 0 w 76200"/>
                <a:gd name="csY2" fmla="*/ 142875 h 387350"/>
                <a:gd name="csX3" fmla="*/ 76200 w 76200"/>
                <a:gd name="csY3" fmla="*/ 206375 h 387350"/>
                <a:gd name="csX4" fmla="*/ 31750 w 76200"/>
                <a:gd name="csY4" fmla="*/ 336550 h 387350"/>
                <a:gd name="csX5" fmla="*/ 76200 w 76200"/>
                <a:gd name="csY5" fmla="*/ 387350 h 387350"/>
                <a:gd name="csX6" fmla="*/ 76200 w 76200"/>
                <a:gd name="csY6" fmla="*/ 384175 h 387350"/>
                <a:gd name="csX0" fmla="*/ 76200 w 82550"/>
                <a:gd name="csY0" fmla="*/ 0 h 387350"/>
                <a:gd name="csX1" fmla="*/ 82550 w 82550"/>
                <a:gd name="csY1" fmla="*/ 82550 h 387350"/>
                <a:gd name="csX2" fmla="*/ 0 w 82550"/>
                <a:gd name="csY2" fmla="*/ 142875 h 387350"/>
                <a:gd name="csX3" fmla="*/ 76200 w 82550"/>
                <a:gd name="csY3" fmla="*/ 206375 h 387350"/>
                <a:gd name="csX4" fmla="*/ 31750 w 82550"/>
                <a:gd name="csY4" fmla="*/ 336550 h 387350"/>
                <a:gd name="csX5" fmla="*/ 76200 w 82550"/>
                <a:gd name="csY5" fmla="*/ 387350 h 387350"/>
                <a:gd name="csX6" fmla="*/ 76200 w 82550"/>
                <a:gd name="csY6" fmla="*/ 384175 h 3873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550" h="387350">
                  <a:moveTo>
                    <a:pt x="76200" y="0"/>
                  </a:moveTo>
                  <a:lnTo>
                    <a:pt x="82550" y="82550"/>
                  </a:lnTo>
                  <a:lnTo>
                    <a:pt x="0" y="142875"/>
                  </a:lnTo>
                  <a:lnTo>
                    <a:pt x="76200" y="206375"/>
                  </a:lnTo>
                  <a:lnTo>
                    <a:pt x="31750" y="336550"/>
                  </a:lnTo>
                  <a:lnTo>
                    <a:pt x="76200" y="387350"/>
                  </a:lnTo>
                  <a:lnTo>
                    <a:pt x="76200" y="384175"/>
                  </a:lnTo>
                </a:path>
              </a:pathLst>
            </a:cu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C73DF3BB-94C6-AE9A-0BCC-4B9B84847F8B}"/>
                </a:ext>
              </a:extLst>
            </p:cNvPr>
            <p:cNvSpPr/>
            <p:nvPr/>
          </p:nvSpPr>
          <p:spPr>
            <a:xfrm>
              <a:off x="7485242" y="4142504"/>
              <a:ext cx="82550" cy="387350"/>
            </a:xfrm>
            <a:custGeom>
              <a:avLst/>
              <a:gdLst>
                <a:gd name="csX0" fmla="*/ 82550 w 98425"/>
                <a:gd name="csY0" fmla="*/ 0 h 336550"/>
                <a:gd name="csX1" fmla="*/ 0 w 98425"/>
                <a:gd name="csY1" fmla="*/ 69850 h 336550"/>
                <a:gd name="csX2" fmla="*/ 98425 w 98425"/>
                <a:gd name="csY2" fmla="*/ 66675 h 336550"/>
                <a:gd name="csX3" fmla="*/ 50800 w 98425"/>
                <a:gd name="csY3" fmla="*/ 120650 h 336550"/>
                <a:gd name="csX4" fmla="*/ 88900 w 98425"/>
                <a:gd name="csY4" fmla="*/ 155575 h 336550"/>
                <a:gd name="csX5" fmla="*/ 44450 w 98425"/>
                <a:gd name="csY5" fmla="*/ 285750 h 336550"/>
                <a:gd name="csX6" fmla="*/ 88900 w 98425"/>
                <a:gd name="csY6" fmla="*/ 336550 h 336550"/>
                <a:gd name="csX7" fmla="*/ 88900 w 98425"/>
                <a:gd name="csY7" fmla="*/ 333375 h 336550"/>
                <a:gd name="csX0" fmla="*/ 88900 w 104775"/>
                <a:gd name="csY0" fmla="*/ 0 h 336550"/>
                <a:gd name="csX1" fmla="*/ 0 w 104775"/>
                <a:gd name="csY1" fmla="*/ 15875 h 336550"/>
                <a:gd name="csX2" fmla="*/ 104775 w 104775"/>
                <a:gd name="csY2" fmla="*/ 66675 h 336550"/>
                <a:gd name="csX3" fmla="*/ 57150 w 104775"/>
                <a:gd name="csY3" fmla="*/ 120650 h 336550"/>
                <a:gd name="csX4" fmla="*/ 95250 w 104775"/>
                <a:gd name="csY4" fmla="*/ 155575 h 336550"/>
                <a:gd name="csX5" fmla="*/ 50800 w 104775"/>
                <a:gd name="csY5" fmla="*/ 285750 h 336550"/>
                <a:gd name="csX6" fmla="*/ 95250 w 104775"/>
                <a:gd name="csY6" fmla="*/ 336550 h 336550"/>
                <a:gd name="csX7" fmla="*/ 95250 w 104775"/>
                <a:gd name="csY7" fmla="*/ 333375 h 336550"/>
                <a:gd name="csX0" fmla="*/ 95250 w 104775"/>
                <a:gd name="csY0" fmla="*/ 0 h 387350"/>
                <a:gd name="csX1" fmla="*/ 0 w 104775"/>
                <a:gd name="csY1" fmla="*/ 66675 h 387350"/>
                <a:gd name="csX2" fmla="*/ 104775 w 104775"/>
                <a:gd name="csY2" fmla="*/ 117475 h 387350"/>
                <a:gd name="csX3" fmla="*/ 57150 w 104775"/>
                <a:gd name="csY3" fmla="*/ 171450 h 387350"/>
                <a:gd name="csX4" fmla="*/ 95250 w 104775"/>
                <a:gd name="csY4" fmla="*/ 206375 h 387350"/>
                <a:gd name="csX5" fmla="*/ 50800 w 104775"/>
                <a:gd name="csY5" fmla="*/ 336550 h 387350"/>
                <a:gd name="csX6" fmla="*/ 95250 w 104775"/>
                <a:gd name="csY6" fmla="*/ 387350 h 387350"/>
                <a:gd name="csX7" fmla="*/ 95250 w 104775"/>
                <a:gd name="csY7" fmla="*/ 384175 h 387350"/>
                <a:gd name="csX0" fmla="*/ 95250 w 104775"/>
                <a:gd name="csY0" fmla="*/ 0 h 387350"/>
                <a:gd name="csX1" fmla="*/ 0 w 104775"/>
                <a:gd name="csY1" fmla="*/ 66675 h 387350"/>
                <a:gd name="csX2" fmla="*/ 104775 w 104775"/>
                <a:gd name="csY2" fmla="*/ 117475 h 387350"/>
                <a:gd name="csX3" fmla="*/ 95250 w 104775"/>
                <a:gd name="csY3" fmla="*/ 206375 h 387350"/>
                <a:gd name="csX4" fmla="*/ 50800 w 104775"/>
                <a:gd name="csY4" fmla="*/ 336550 h 387350"/>
                <a:gd name="csX5" fmla="*/ 95250 w 104775"/>
                <a:gd name="csY5" fmla="*/ 387350 h 387350"/>
                <a:gd name="csX6" fmla="*/ 95250 w 104775"/>
                <a:gd name="csY6" fmla="*/ 384175 h 387350"/>
                <a:gd name="csX0" fmla="*/ 95250 w 95250"/>
                <a:gd name="csY0" fmla="*/ 0 h 387350"/>
                <a:gd name="csX1" fmla="*/ 0 w 95250"/>
                <a:gd name="csY1" fmla="*/ 66675 h 387350"/>
                <a:gd name="csX2" fmla="*/ 19050 w 95250"/>
                <a:gd name="csY2" fmla="*/ 142875 h 387350"/>
                <a:gd name="csX3" fmla="*/ 95250 w 95250"/>
                <a:gd name="csY3" fmla="*/ 206375 h 387350"/>
                <a:gd name="csX4" fmla="*/ 50800 w 95250"/>
                <a:gd name="csY4" fmla="*/ 336550 h 387350"/>
                <a:gd name="csX5" fmla="*/ 95250 w 95250"/>
                <a:gd name="csY5" fmla="*/ 387350 h 387350"/>
                <a:gd name="csX6" fmla="*/ 95250 w 95250"/>
                <a:gd name="csY6" fmla="*/ 384175 h 387350"/>
                <a:gd name="csX0" fmla="*/ 76200 w 76200"/>
                <a:gd name="csY0" fmla="*/ 0 h 387350"/>
                <a:gd name="csX1" fmla="*/ 57150 w 76200"/>
                <a:gd name="csY1" fmla="*/ 79375 h 387350"/>
                <a:gd name="csX2" fmla="*/ 0 w 76200"/>
                <a:gd name="csY2" fmla="*/ 142875 h 387350"/>
                <a:gd name="csX3" fmla="*/ 76200 w 76200"/>
                <a:gd name="csY3" fmla="*/ 206375 h 387350"/>
                <a:gd name="csX4" fmla="*/ 31750 w 76200"/>
                <a:gd name="csY4" fmla="*/ 336550 h 387350"/>
                <a:gd name="csX5" fmla="*/ 76200 w 76200"/>
                <a:gd name="csY5" fmla="*/ 387350 h 387350"/>
                <a:gd name="csX6" fmla="*/ 76200 w 76200"/>
                <a:gd name="csY6" fmla="*/ 384175 h 387350"/>
                <a:gd name="csX0" fmla="*/ 76200 w 82550"/>
                <a:gd name="csY0" fmla="*/ 0 h 387350"/>
                <a:gd name="csX1" fmla="*/ 82550 w 82550"/>
                <a:gd name="csY1" fmla="*/ 82550 h 387350"/>
                <a:gd name="csX2" fmla="*/ 0 w 82550"/>
                <a:gd name="csY2" fmla="*/ 142875 h 387350"/>
                <a:gd name="csX3" fmla="*/ 76200 w 82550"/>
                <a:gd name="csY3" fmla="*/ 206375 h 387350"/>
                <a:gd name="csX4" fmla="*/ 31750 w 82550"/>
                <a:gd name="csY4" fmla="*/ 336550 h 387350"/>
                <a:gd name="csX5" fmla="*/ 76200 w 82550"/>
                <a:gd name="csY5" fmla="*/ 387350 h 387350"/>
                <a:gd name="csX6" fmla="*/ 76200 w 82550"/>
                <a:gd name="csY6" fmla="*/ 384175 h 3873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550" h="387350">
                  <a:moveTo>
                    <a:pt x="76200" y="0"/>
                  </a:moveTo>
                  <a:lnTo>
                    <a:pt x="82550" y="82550"/>
                  </a:lnTo>
                  <a:lnTo>
                    <a:pt x="0" y="142875"/>
                  </a:lnTo>
                  <a:lnTo>
                    <a:pt x="76200" y="206375"/>
                  </a:lnTo>
                  <a:lnTo>
                    <a:pt x="31750" y="336550"/>
                  </a:lnTo>
                  <a:lnTo>
                    <a:pt x="76200" y="387350"/>
                  </a:lnTo>
                  <a:lnTo>
                    <a:pt x="76200" y="384175"/>
                  </a:lnTo>
                </a:path>
              </a:pathLst>
            </a:cu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40" name="Group 1139">
            <a:extLst>
              <a:ext uri="{FF2B5EF4-FFF2-40B4-BE49-F238E27FC236}">
                <a16:creationId xmlns:a16="http://schemas.microsoft.com/office/drawing/2014/main" id="{388CD4CD-1866-7EF8-09DB-CC1D7E34F6B8}"/>
              </a:ext>
            </a:extLst>
          </p:cNvPr>
          <p:cNvGrpSpPr/>
          <p:nvPr/>
        </p:nvGrpSpPr>
        <p:grpSpPr>
          <a:xfrm>
            <a:off x="7009748" y="2515312"/>
            <a:ext cx="202810" cy="387350"/>
            <a:chOff x="7364982" y="4142504"/>
            <a:chExt cx="202810" cy="387350"/>
          </a:xfrm>
        </p:grpSpPr>
        <p:cxnSp>
          <p:nvCxnSpPr>
            <p:cNvPr id="1141" name="Straight Connector 1140">
              <a:extLst>
                <a:ext uri="{FF2B5EF4-FFF2-40B4-BE49-F238E27FC236}">
                  <a16:creationId xmlns:a16="http://schemas.microsoft.com/office/drawing/2014/main" id="{E1DC3774-4E19-003F-B557-E1CC2206A285}"/>
                </a:ext>
              </a:extLst>
            </p:cNvPr>
            <p:cNvCxnSpPr>
              <a:cxnSpLocks/>
              <a:stCxn id="1142" idx="3"/>
              <a:endCxn id="1143" idx="3"/>
            </p:cNvCxnSpPr>
            <p:nvPr/>
          </p:nvCxnSpPr>
          <p:spPr>
            <a:xfrm>
              <a:off x="7441182" y="4348879"/>
              <a:ext cx="120260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DF11357D-46F9-7201-2BC3-046BC97B288A}"/>
                </a:ext>
              </a:extLst>
            </p:cNvPr>
            <p:cNvSpPr/>
            <p:nvPr/>
          </p:nvSpPr>
          <p:spPr>
            <a:xfrm>
              <a:off x="7364982" y="4142504"/>
              <a:ext cx="82550" cy="387350"/>
            </a:xfrm>
            <a:custGeom>
              <a:avLst/>
              <a:gdLst>
                <a:gd name="csX0" fmla="*/ 82550 w 98425"/>
                <a:gd name="csY0" fmla="*/ 0 h 336550"/>
                <a:gd name="csX1" fmla="*/ 0 w 98425"/>
                <a:gd name="csY1" fmla="*/ 69850 h 336550"/>
                <a:gd name="csX2" fmla="*/ 98425 w 98425"/>
                <a:gd name="csY2" fmla="*/ 66675 h 336550"/>
                <a:gd name="csX3" fmla="*/ 50800 w 98425"/>
                <a:gd name="csY3" fmla="*/ 120650 h 336550"/>
                <a:gd name="csX4" fmla="*/ 88900 w 98425"/>
                <a:gd name="csY4" fmla="*/ 155575 h 336550"/>
                <a:gd name="csX5" fmla="*/ 44450 w 98425"/>
                <a:gd name="csY5" fmla="*/ 285750 h 336550"/>
                <a:gd name="csX6" fmla="*/ 88900 w 98425"/>
                <a:gd name="csY6" fmla="*/ 336550 h 336550"/>
                <a:gd name="csX7" fmla="*/ 88900 w 98425"/>
                <a:gd name="csY7" fmla="*/ 333375 h 336550"/>
                <a:gd name="csX0" fmla="*/ 88900 w 104775"/>
                <a:gd name="csY0" fmla="*/ 0 h 336550"/>
                <a:gd name="csX1" fmla="*/ 0 w 104775"/>
                <a:gd name="csY1" fmla="*/ 15875 h 336550"/>
                <a:gd name="csX2" fmla="*/ 104775 w 104775"/>
                <a:gd name="csY2" fmla="*/ 66675 h 336550"/>
                <a:gd name="csX3" fmla="*/ 57150 w 104775"/>
                <a:gd name="csY3" fmla="*/ 120650 h 336550"/>
                <a:gd name="csX4" fmla="*/ 95250 w 104775"/>
                <a:gd name="csY4" fmla="*/ 155575 h 336550"/>
                <a:gd name="csX5" fmla="*/ 50800 w 104775"/>
                <a:gd name="csY5" fmla="*/ 285750 h 336550"/>
                <a:gd name="csX6" fmla="*/ 95250 w 104775"/>
                <a:gd name="csY6" fmla="*/ 336550 h 336550"/>
                <a:gd name="csX7" fmla="*/ 95250 w 104775"/>
                <a:gd name="csY7" fmla="*/ 333375 h 336550"/>
                <a:gd name="csX0" fmla="*/ 95250 w 104775"/>
                <a:gd name="csY0" fmla="*/ 0 h 387350"/>
                <a:gd name="csX1" fmla="*/ 0 w 104775"/>
                <a:gd name="csY1" fmla="*/ 66675 h 387350"/>
                <a:gd name="csX2" fmla="*/ 104775 w 104775"/>
                <a:gd name="csY2" fmla="*/ 117475 h 387350"/>
                <a:gd name="csX3" fmla="*/ 57150 w 104775"/>
                <a:gd name="csY3" fmla="*/ 171450 h 387350"/>
                <a:gd name="csX4" fmla="*/ 95250 w 104775"/>
                <a:gd name="csY4" fmla="*/ 206375 h 387350"/>
                <a:gd name="csX5" fmla="*/ 50800 w 104775"/>
                <a:gd name="csY5" fmla="*/ 336550 h 387350"/>
                <a:gd name="csX6" fmla="*/ 95250 w 104775"/>
                <a:gd name="csY6" fmla="*/ 387350 h 387350"/>
                <a:gd name="csX7" fmla="*/ 95250 w 104775"/>
                <a:gd name="csY7" fmla="*/ 384175 h 387350"/>
                <a:gd name="csX0" fmla="*/ 95250 w 104775"/>
                <a:gd name="csY0" fmla="*/ 0 h 387350"/>
                <a:gd name="csX1" fmla="*/ 0 w 104775"/>
                <a:gd name="csY1" fmla="*/ 66675 h 387350"/>
                <a:gd name="csX2" fmla="*/ 104775 w 104775"/>
                <a:gd name="csY2" fmla="*/ 117475 h 387350"/>
                <a:gd name="csX3" fmla="*/ 95250 w 104775"/>
                <a:gd name="csY3" fmla="*/ 206375 h 387350"/>
                <a:gd name="csX4" fmla="*/ 50800 w 104775"/>
                <a:gd name="csY4" fmla="*/ 336550 h 387350"/>
                <a:gd name="csX5" fmla="*/ 95250 w 104775"/>
                <a:gd name="csY5" fmla="*/ 387350 h 387350"/>
                <a:gd name="csX6" fmla="*/ 95250 w 104775"/>
                <a:gd name="csY6" fmla="*/ 384175 h 387350"/>
                <a:gd name="csX0" fmla="*/ 95250 w 95250"/>
                <a:gd name="csY0" fmla="*/ 0 h 387350"/>
                <a:gd name="csX1" fmla="*/ 0 w 95250"/>
                <a:gd name="csY1" fmla="*/ 66675 h 387350"/>
                <a:gd name="csX2" fmla="*/ 19050 w 95250"/>
                <a:gd name="csY2" fmla="*/ 142875 h 387350"/>
                <a:gd name="csX3" fmla="*/ 95250 w 95250"/>
                <a:gd name="csY3" fmla="*/ 206375 h 387350"/>
                <a:gd name="csX4" fmla="*/ 50800 w 95250"/>
                <a:gd name="csY4" fmla="*/ 336550 h 387350"/>
                <a:gd name="csX5" fmla="*/ 95250 w 95250"/>
                <a:gd name="csY5" fmla="*/ 387350 h 387350"/>
                <a:gd name="csX6" fmla="*/ 95250 w 95250"/>
                <a:gd name="csY6" fmla="*/ 384175 h 387350"/>
                <a:gd name="csX0" fmla="*/ 76200 w 76200"/>
                <a:gd name="csY0" fmla="*/ 0 h 387350"/>
                <a:gd name="csX1" fmla="*/ 57150 w 76200"/>
                <a:gd name="csY1" fmla="*/ 79375 h 387350"/>
                <a:gd name="csX2" fmla="*/ 0 w 76200"/>
                <a:gd name="csY2" fmla="*/ 142875 h 387350"/>
                <a:gd name="csX3" fmla="*/ 76200 w 76200"/>
                <a:gd name="csY3" fmla="*/ 206375 h 387350"/>
                <a:gd name="csX4" fmla="*/ 31750 w 76200"/>
                <a:gd name="csY4" fmla="*/ 336550 h 387350"/>
                <a:gd name="csX5" fmla="*/ 76200 w 76200"/>
                <a:gd name="csY5" fmla="*/ 387350 h 387350"/>
                <a:gd name="csX6" fmla="*/ 76200 w 76200"/>
                <a:gd name="csY6" fmla="*/ 384175 h 387350"/>
                <a:gd name="csX0" fmla="*/ 76200 w 82550"/>
                <a:gd name="csY0" fmla="*/ 0 h 387350"/>
                <a:gd name="csX1" fmla="*/ 82550 w 82550"/>
                <a:gd name="csY1" fmla="*/ 82550 h 387350"/>
                <a:gd name="csX2" fmla="*/ 0 w 82550"/>
                <a:gd name="csY2" fmla="*/ 142875 h 387350"/>
                <a:gd name="csX3" fmla="*/ 76200 w 82550"/>
                <a:gd name="csY3" fmla="*/ 206375 h 387350"/>
                <a:gd name="csX4" fmla="*/ 31750 w 82550"/>
                <a:gd name="csY4" fmla="*/ 336550 h 387350"/>
                <a:gd name="csX5" fmla="*/ 76200 w 82550"/>
                <a:gd name="csY5" fmla="*/ 387350 h 387350"/>
                <a:gd name="csX6" fmla="*/ 76200 w 82550"/>
                <a:gd name="csY6" fmla="*/ 384175 h 3873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550" h="387350">
                  <a:moveTo>
                    <a:pt x="76200" y="0"/>
                  </a:moveTo>
                  <a:lnTo>
                    <a:pt x="82550" y="82550"/>
                  </a:lnTo>
                  <a:lnTo>
                    <a:pt x="0" y="142875"/>
                  </a:lnTo>
                  <a:lnTo>
                    <a:pt x="76200" y="206375"/>
                  </a:lnTo>
                  <a:lnTo>
                    <a:pt x="31750" y="336550"/>
                  </a:lnTo>
                  <a:lnTo>
                    <a:pt x="76200" y="387350"/>
                  </a:lnTo>
                  <a:lnTo>
                    <a:pt x="76200" y="384175"/>
                  </a:lnTo>
                </a:path>
              </a:pathLst>
            </a:cu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3ABA30AE-3DA7-355C-7D2F-F7242D61CAA7}"/>
                </a:ext>
              </a:extLst>
            </p:cNvPr>
            <p:cNvSpPr/>
            <p:nvPr/>
          </p:nvSpPr>
          <p:spPr>
            <a:xfrm>
              <a:off x="7485242" y="4142504"/>
              <a:ext cx="82550" cy="387350"/>
            </a:xfrm>
            <a:custGeom>
              <a:avLst/>
              <a:gdLst>
                <a:gd name="csX0" fmla="*/ 82550 w 98425"/>
                <a:gd name="csY0" fmla="*/ 0 h 336550"/>
                <a:gd name="csX1" fmla="*/ 0 w 98425"/>
                <a:gd name="csY1" fmla="*/ 69850 h 336550"/>
                <a:gd name="csX2" fmla="*/ 98425 w 98425"/>
                <a:gd name="csY2" fmla="*/ 66675 h 336550"/>
                <a:gd name="csX3" fmla="*/ 50800 w 98425"/>
                <a:gd name="csY3" fmla="*/ 120650 h 336550"/>
                <a:gd name="csX4" fmla="*/ 88900 w 98425"/>
                <a:gd name="csY4" fmla="*/ 155575 h 336550"/>
                <a:gd name="csX5" fmla="*/ 44450 w 98425"/>
                <a:gd name="csY5" fmla="*/ 285750 h 336550"/>
                <a:gd name="csX6" fmla="*/ 88900 w 98425"/>
                <a:gd name="csY6" fmla="*/ 336550 h 336550"/>
                <a:gd name="csX7" fmla="*/ 88900 w 98425"/>
                <a:gd name="csY7" fmla="*/ 333375 h 336550"/>
                <a:gd name="csX0" fmla="*/ 88900 w 104775"/>
                <a:gd name="csY0" fmla="*/ 0 h 336550"/>
                <a:gd name="csX1" fmla="*/ 0 w 104775"/>
                <a:gd name="csY1" fmla="*/ 15875 h 336550"/>
                <a:gd name="csX2" fmla="*/ 104775 w 104775"/>
                <a:gd name="csY2" fmla="*/ 66675 h 336550"/>
                <a:gd name="csX3" fmla="*/ 57150 w 104775"/>
                <a:gd name="csY3" fmla="*/ 120650 h 336550"/>
                <a:gd name="csX4" fmla="*/ 95250 w 104775"/>
                <a:gd name="csY4" fmla="*/ 155575 h 336550"/>
                <a:gd name="csX5" fmla="*/ 50800 w 104775"/>
                <a:gd name="csY5" fmla="*/ 285750 h 336550"/>
                <a:gd name="csX6" fmla="*/ 95250 w 104775"/>
                <a:gd name="csY6" fmla="*/ 336550 h 336550"/>
                <a:gd name="csX7" fmla="*/ 95250 w 104775"/>
                <a:gd name="csY7" fmla="*/ 333375 h 336550"/>
                <a:gd name="csX0" fmla="*/ 95250 w 104775"/>
                <a:gd name="csY0" fmla="*/ 0 h 387350"/>
                <a:gd name="csX1" fmla="*/ 0 w 104775"/>
                <a:gd name="csY1" fmla="*/ 66675 h 387350"/>
                <a:gd name="csX2" fmla="*/ 104775 w 104775"/>
                <a:gd name="csY2" fmla="*/ 117475 h 387350"/>
                <a:gd name="csX3" fmla="*/ 57150 w 104775"/>
                <a:gd name="csY3" fmla="*/ 171450 h 387350"/>
                <a:gd name="csX4" fmla="*/ 95250 w 104775"/>
                <a:gd name="csY4" fmla="*/ 206375 h 387350"/>
                <a:gd name="csX5" fmla="*/ 50800 w 104775"/>
                <a:gd name="csY5" fmla="*/ 336550 h 387350"/>
                <a:gd name="csX6" fmla="*/ 95250 w 104775"/>
                <a:gd name="csY6" fmla="*/ 387350 h 387350"/>
                <a:gd name="csX7" fmla="*/ 95250 w 104775"/>
                <a:gd name="csY7" fmla="*/ 384175 h 387350"/>
                <a:gd name="csX0" fmla="*/ 95250 w 104775"/>
                <a:gd name="csY0" fmla="*/ 0 h 387350"/>
                <a:gd name="csX1" fmla="*/ 0 w 104775"/>
                <a:gd name="csY1" fmla="*/ 66675 h 387350"/>
                <a:gd name="csX2" fmla="*/ 104775 w 104775"/>
                <a:gd name="csY2" fmla="*/ 117475 h 387350"/>
                <a:gd name="csX3" fmla="*/ 95250 w 104775"/>
                <a:gd name="csY3" fmla="*/ 206375 h 387350"/>
                <a:gd name="csX4" fmla="*/ 50800 w 104775"/>
                <a:gd name="csY4" fmla="*/ 336550 h 387350"/>
                <a:gd name="csX5" fmla="*/ 95250 w 104775"/>
                <a:gd name="csY5" fmla="*/ 387350 h 387350"/>
                <a:gd name="csX6" fmla="*/ 95250 w 104775"/>
                <a:gd name="csY6" fmla="*/ 384175 h 387350"/>
                <a:gd name="csX0" fmla="*/ 95250 w 95250"/>
                <a:gd name="csY0" fmla="*/ 0 h 387350"/>
                <a:gd name="csX1" fmla="*/ 0 w 95250"/>
                <a:gd name="csY1" fmla="*/ 66675 h 387350"/>
                <a:gd name="csX2" fmla="*/ 19050 w 95250"/>
                <a:gd name="csY2" fmla="*/ 142875 h 387350"/>
                <a:gd name="csX3" fmla="*/ 95250 w 95250"/>
                <a:gd name="csY3" fmla="*/ 206375 h 387350"/>
                <a:gd name="csX4" fmla="*/ 50800 w 95250"/>
                <a:gd name="csY4" fmla="*/ 336550 h 387350"/>
                <a:gd name="csX5" fmla="*/ 95250 w 95250"/>
                <a:gd name="csY5" fmla="*/ 387350 h 387350"/>
                <a:gd name="csX6" fmla="*/ 95250 w 95250"/>
                <a:gd name="csY6" fmla="*/ 384175 h 387350"/>
                <a:gd name="csX0" fmla="*/ 76200 w 76200"/>
                <a:gd name="csY0" fmla="*/ 0 h 387350"/>
                <a:gd name="csX1" fmla="*/ 57150 w 76200"/>
                <a:gd name="csY1" fmla="*/ 79375 h 387350"/>
                <a:gd name="csX2" fmla="*/ 0 w 76200"/>
                <a:gd name="csY2" fmla="*/ 142875 h 387350"/>
                <a:gd name="csX3" fmla="*/ 76200 w 76200"/>
                <a:gd name="csY3" fmla="*/ 206375 h 387350"/>
                <a:gd name="csX4" fmla="*/ 31750 w 76200"/>
                <a:gd name="csY4" fmla="*/ 336550 h 387350"/>
                <a:gd name="csX5" fmla="*/ 76200 w 76200"/>
                <a:gd name="csY5" fmla="*/ 387350 h 387350"/>
                <a:gd name="csX6" fmla="*/ 76200 w 76200"/>
                <a:gd name="csY6" fmla="*/ 384175 h 387350"/>
                <a:gd name="csX0" fmla="*/ 76200 w 82550"/>
                <a:gd name="csY0" fmla="*/ 0 h 387350"/>
                <a:gd name="csX1" fmla="*/ 82550 w 82550"/>
                <a:gd name="csY1" fmla="*/ 82550 h 387350"/>
                <a:gd name="csX2" fmla="*/ 0 w 82550"/>
                <a:gd name="csY2" fmla="*/ 142875 h 387350"/>
                <a:gd name="csX3" fmla="*/ 76200 w 82550"/>
                <a:gd name="csY3" fmla="*/ 206375 h 387350"/>
                <a:gd name="csX4" fmla="*/ 31750 w 82550"/>
                <a:gd name="csY4" fmla="*/ 336550 h 387350"/>
                <a:gd name="csX5" fmla="*/ 76200 w 82550"/>
                <a:gd name="csY5" fmla="*/ 387350 h 387350"/>
                <a:gd name="csX6" fmla="*/ 76200 w 82550"/>
                <a:gd name="csY6" fmla="*/ 384175 h 3873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2550" h="387350">
                  <a:moveTo>
                    <a:pt x="76200" y="0"/>
                  </a:moveTo>
                  <a:lnTo>
                    <a:pt x="82550" y="82550"/>
                  </a:lnTo>
                  <a:lnTo>
                    <a:pt x="0" y="142875"/>
                  </a:lnTo>
                  <a:lnTo>
                    <a:pt x="76200" y="206375"/>
                  </a:lnTo>
                  <a:lnTo>
                    <a:pt x="31750" y="336550"/>
                  </a:lnTo>
                  <a:lnTo>
                    <a:pt x="76200" y="387350"/>
                  </a:lnTo>
                  <a:lnTo>
                    <a:pt x="76200" y="384175"/>
                  </a:lnTo>
                </a:path>
              </a:pathLst>
            </a:cu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F3D9A7B-F4DC-350F-3406-A9D123CAD0E3}"/>
              </a:ext>
            </a:extLst>
          </p:cNvPr>
          <p:cNvSpPr txBox="1"/>
          <p:nvPr/>
        </p:nvSpPr>
        <p:spPr>
          <a:xfrm>
            <a:off x="7712991" y="4812744"/>
            <a:ext cx="10766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dirty="0"/>
              <a:t>Matt Pierce, 2026</a:t>
            </a:r>
          </a:p>
        </p:txBody>
      </p:sp>
    </p:spTree>
    <p:extLst>
      <p:ext uri="{BB962C8B-B14F-4D97-AF65-F5344CB8AC3E}">
        <p14:creationId xmlns:p14="http://schemas.microsoft.com/office/powerpoint/2010/main" val="3360092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7A58AE-FE78-7839-F792-DADD40907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A1399-C0D3-34BE-0CB9-E953C7D15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760"/>
            <a:ext cx="10515600" cy="877824"/>
          </a:xfrm>
        </p:spPr>
        <p:txBody>
          <a:bodyPr/>
          <a:lstStyle/>
          <a:p>
            <a:r>
              <a:rPr lang="en-US" dirty="0"/>
              <a:t>USNavy14040A - Standard Line Types  </a:t>
            </a:r>
            <a:r>
              <a:rPr lang="en-US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(1 of 2)</a:t>
            </a:r>
            <a:endParaRPr lang="en-US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2B56AA-7414-4632-C58D-2A4A80D40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4570" y="1420999"/>
            <a:ext cx="7640694" cy="486765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hlinkClick r:id="rId4"/>
            <a:extLst>
              <a:ext uri="{FF2B5EF4-FFF2-40B4-BE49-F238E27FC236}">
                <a16:creationId xmlns:a16="http://schemas.microsoft.com/office/drawing/2014/main" id="{29278F29-0618-B87D-CB67-D3B67B3BA369}"/>
              </a:ext>
            </a:extLst>
          </p:cNvPr>
          <p:cNvSpPr txBox="1"/>
          <p:nvPr/>
        </p:nvSpPr>
        <p:spPr>
          <a:xfrm>
            <a:off x="7392276" y="6288655"/>
            <a:ext cx="23329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dirty="0"/>
              <a:t>(PD) U.S. Gov – NAVEDTRA14040A, 2015 </a:t>
            </a:r>
          </a:p>
        </p:txBody>
      </p:sp>
    </p:spTree>
    <p:extLst>
      <p:ext uri="{BB962C8B-B14F-4D97-AF65-F5344CB8AC3E}">
        <p14:creationId xmlns:p14="http://schemas.microsoft.com/office/powerpoint/2010/main" val="1803966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99CD88-9803-426A-6120-C3973E29F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3F268-AF00-2A46-8148-DBFE1752B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760"/>
            <a:ext cx="10515600" cy="877824"/>
          </a:xfrm>
        </p:spPr>
        <p:txBody>
          <a:bodyPr/>
          <a:lstStyle/>
          <a:p>
            <a:r>
              <a:rPr lang="en-US" dirty="0"/>
              <a:t>USNavy14040A - Standard Line Types  </a:t>
            </a:r>
            <a:r>
              <a:rPr lang="en-US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(2 of 2)</a:t>
            </a:r>
            <a:endParaRPr lang="en-US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897EB2-B5EC-3800-D40C-02CF59C89A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4571" y="1420999"/>
            <a:ext cx="7640694" cy="3307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84304C-B79A-A198-F0E5-74673E809A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4572" y="1732678"/>
            <a:ext cx="7648864" cy="463002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TextBox 2">
            <a:hlinkClick r:id="rId5"/>
            <a:extLst>
              <a:ext uri="{FF2B5EF4-FFF2-40B4-BE49-F238E27FC236}">
                <a16:creationId xmlns:a16="http://schemas.microsoft.com/office/drawing/2014/main" id="{4CBCB443-D3C5-B8E6-BB98-06AB8D1C0E46}"/>
              </a:ext>
            </a:extLst>
          </p:cNvPr>
          <p:cNvSpPr txBox="1"/>
          <p:nvPr/>
        </p:nvSpPr>
        <p:spPr>
          <a:xfrm>
            <a:off x="7392277" y="6362700"/>
            <a:ext cx="23329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dirty="0"/>
              <a:t>(PD) U.S. Gov – NAVEDTRA14040A, 2015 </a:t>
            </a:r>
          </a:p>
        </p:txBody>
      </p:sp>
    </p:spTree>
    <p:extLst>
      <p:ext uri="{BB962C8B-B14F-4D97-AF65-F5344CB8AC3E}">
        <p14:creationId xmlns:p14="http://schemas.microsoft.com/office/powerpoint/2010/main" val="1820041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9A08BA-0DD9-1DF3-879B-F123C0944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3D0E6-09B4-0F60-B75B-D6F5D4F0D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760"/>
            <a:ext cx="10515600" cy="877824"/>
          </a:xfrm>
        </p:spPr>
        <p:txBody>
          <a:bodyPr/>
          <a:lstStyle/>
          <a:p>
            <a:r>
              <a:rPr lang="en-US" dirty="0"/>
              <a:t>Section Lines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2EED86-63F6-397A-11E2-7618AA2395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3393" y="1487425"/>
            <a:ext cx="5484838" cy="15548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70C0"/>
                </a:solidFill>
              </a:rPr>
              <a:t>“In blueprints, </a:t>
            </a:r>
            <a:r>
              <a:rPr lang="en-US" sz="2400" b="1" dirty="0">
                <a:solidFill>
                  <a:srgbClr val="0070C0"/>
                </a:solidFill>
              </a:rPr>
              <a:t>Section Lines</a:t>
            </a:r>
            <a:r>
              <a:rPr lang="en-US" sz="2400" dirty="0">
                <a:solidFill>
                  <a:srgbClr val="0070C0"/>
                </a:solidFill>
              </a:rPr>
              <a:t> indicate </a:t>
            </a:r>
            <a:br>
              <a:rPr lang="en-US" sz="24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0070C0"/>
                </a:solidFill>
              </a:rPr>
              <a:t>  where an imaginary cutting plane</a:t>
            </a:r>
            <a:br>
              <a:rPr lang="en-US" sz="24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0070C0"/>
                </a:solidFill>
              </a:rPr>
              <a:t>  has sliced thru a solid material.”</a:t>
            </a:r>
            <a:br>
              <a:rPr lang="en-US" sz="24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0070C0"/>
                </a:solidFill>
              </a:rPr>
              <a:t>                                       - </a:t>
            </a:r>
            <a:r>
              <a:rPr lang="en-US" sz="2400" dirty="0" err="1">
                <a:solidFill>
                  <a:srgbClr val="0070C0"/>
                </a:solidFill>
              </a:rPr>
              <a:t>USNavy</a:t>
            </a:r>
            <a:r>
              <a:rPr lang="en-US" sz="2400" dirty="0">
                <a:solidFill>
                  <a:srgbClr val="0070C0"/>
                </a:solidFill>
              </a:rPr>
              <a:t> 14040A</a:t>
            </a:r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5AB22C-A24B-444A-9F6C-6DDD0BEEA5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125" y="1394316"/>
            <a:ext cx="4410691" cy="352474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717A175-8B1E-5A12-4FA0-36E78BDDE5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9686" y="4534867"/>
            <a:ext cx="3296110" cy="185763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4AE59B8-68E3-451A-00CD-CEF4BFBFAC8B}"/>
              </a:ext>
            </a:extLst>
          </p:cNvPr>
          <p:cNvSpPr/>
          <p:nvPr/>
        </p:nvSpPr>
        <p:spPr>
          <a:xfrm>
            <a:off x="1062354" y="3042285"/>
            <a:ext cx="3424555" cy="1646555"/>
          </a:xfrm>
          <a:custGeom>
            <a:avLst/>
            <a:gdLst>
              <a:gd name="csX0" fmla="*/ 3421380 w 3436620"/>
              <a:gd name="csY0" fmla="*/ 15240 h 1935480"/>
              <a:gd name="csX1" fmla="*/ 1554480 w 3436620"/>
              <a:gd name="csY1" fmla="*/ 0 h 1935480"/>
              <a:gd name="csX2" fmla="*/ 929640 w 3436620"/>
              <a:gd name="csY2" fmla="*/ 1150620 h 1935480"/>
              <a:gd name="csX3" fmla="*/ 678180 w 3436620"/>
              <a:gd name="csY3" fmla="*/ 952500 h 1935480"/>
              <a:gd name="csX4" fmla="*/ 0 w 3436620"/>
              <a:gd name="csY4" fmla="*/ 1630680 h 1935480"/>
              <a:gd name="csX5" fmla="*/ 297180 w 3436620"/>
              <a:gd name="csY5" fmla="*/ 1935480 h 1935480"/>
              <a:gd name="csX6" fmla="*/ 937260 w 3436620"/>
              <a:gd name="csY6" fmla="*/ 1493520 h 1935480"/>
              <a:gd name="csX7" fmla="*/ 2613660 w 3436620"/>
              <a:gd name="csY7" fmla="*/ 1752600 h 1935480"/>
              <a:gd name="csX8" fmla="*/ 3208020 w 3436620"/>
              <a:gd name="csY8" fmla="*/ 1272540 h 1935480"/>
              <a:gd name="csX9" fmla="*/ 3436620 w 3436620"/>
              <a:gd name="csY9" fmla="*/ 411480 h 1935480"/>
              <a:gd name="csX10" fmla="*/ 3421380 w 3436620"/>
              <a:gd name="csY10" fmla="*/ 15240 h 1935480"/>
              <a:gd name="csX0" fmla="*/ 3421380 w 3436620"/>
              <a:gd name="csY0" fmla="*/ 15240 h 1935480"/>
              <a:gd name="csX1" fmla="*/ 1554480 w 3436620"/>
              <a:gd name="csY1" fmla="*/ 0 h 1935480"/>
              <a:gd name="csX2" fmla="*/ 929640 w 3436620"/>
              <a:gd name="csY2" fmla="*/ 1150620 h 1935480"/>
              <a:gd name="csX3" fmla="*/ 681355 w 3436620"/>
              <a:gd name="csY3" fmla="*/ 962025 h 1935480"/>
              <a:gd name="csX4" fmla="*/ 0 w 3436620"/>
              <a:gd name="csY4" fmla="*/ 1630680 h 1935480"/>
              <a:gd name="csX5" fmla="*/ 297180 w 3436620"/>
              <a:gd name="csY5" fmla="*/ 1935480 h 1935480"/>
              <a:gd name="csX6" fmla="*/ 937260 w 3436620"/>
              <a:gd name="csY6" fmla="*/ 1493520 h 1935480"/>
              <a:gd name="csX7" fmla="*/ 2613660 w 3436620"/>
              <a:gd name="csY7" fmla="*/ 1752600 h 1935480"/>
              <a:gd name="csX8" fmla="*/ 3208020 w 3436620"/>
              <a:gd name="csY8" fmla="*/ 1272540 h 1935480"/>
              <a:gd name="csX9" fmla="*/ 3436620 w 3436620"/>
              <a:gd name="csY9" fmla="*/ 411480 h 1935480"/>
              <a:gd name="csX10" fmla="*/ 3421380 w 3436620"/>
              <a:gd name="csY10" fmla="*/ 15240 h 1935480"/>
              <a:gd name="csX0" fmla="*/ 3424555 w 3439795"/>
              <a:gd name="csY0" fmla="*/ 15240 h 1935480"/>
              <a:gd name="csX1" fmla="*/ 1557655 w 3439795"/>
              <a:gd name="csY1" fmla="*/ 0 h 1935480"/>
              <a:gd name="csX2" fmla="*/ 932815 w 3439795"/>
              <a:gd name="csY2" fmla="*/ 1150620 h 1935480"/>
              <a:gd name="csX3" fmla="*/ 684530 w 3439795"/>
              <a:gd name="csY3" fmla="*/ 962025 h 1935480"/>
              <a:gd name="csX4" fmla="*/ 0 w 3439795"/>
              <a:gd name="csY4" fmla="*/ 1646555 h 1935480"/>
              <a:gd name="csX5" fmla="*/ 300355 w 3439795"/>
              <a:gd name="csY5" fmla="*/ 1935480 h 1935480"/>
              <a:gd name="csX6" fmla="*/ 940435 w 3439795"/>
              <a:gd name="csY6" fmla="*/ 1493520 h 1935480"/>
              <a:gd name="csX7" fmla="*/ 2616835 w 3439795"/>
              <a:gd name="csY7" fmla="*/ 1752600 h 1935480"/>
              <a:gd name="csX8" fmla="*/ 3211195 w 3439795"/>
              <a:gd name="csY8" fmla="*/ 1272540 h 1935480"/>
              <a:gd name="csX9" fmla="*/ 3439795 w 3439795"/>
              <a:gd name="csY9" fmla="*/ 411480 h 1935480"/>
              <a:gd name="csX10" fmla="*/ 3424555 w 3439795"/>
              <a:gd name="csY10" fmla="*/ 15240 h 1935480"/>
              <a:gd name="csX0" fmla="*/ 3424555 w 3439795"/>
              <a:gd name="csY0" fmla="*/ 15240 h 1752600"/>
              <a:gd name="csX1" fmla="*/ 1557655 w 3439795"/>
              <a:gd name="csY1" fmla="*/ 0 h 1752600"/>
              <a:gd name="csX2" fmla="*/ 932815 w 3439795"/>
              <a:gd name="csY2" fmla="*/ 1150620 h 1752600"/>
              <a:gd name="csX3" fmla="*/ 684530 w 3439795"/>
              <a:gd name="csY3" fmla="*/ 962025 h 1752600"/>
              <a:gd name="csX4" fmla="*/ 0 w 3439795"/>
              <a:gd name="csY4" fmla="*/ 1646555 h 1752600"/>
              <a:gd name="csX5" fmla="*/ 544830 w 3439795"/>
              <a:gd name="csY5" fmla="*/ 1529080 h 1752600"/>
              <a:gd name="csX6" fmla="*/ 940435 w 3439795"/>
              <a:gd name="csY6" fmla="*/ 1493520 h 1752600"/>
              <a:gd name="csX7" fmla="*/ 2616835 w 3439795"/>
              <a:gd name="csY7" fmla="*/ 1752600 h 1752600"/>
              <a:gd name="csX8" fmla="*/ 3211195 w 3439795"/>
              <a:gd name="csY8" fmla="*/ 1272540 h 1752600"/>
              <a:gd name="csX9" fmla="*/ 3439795 w 3439795"/>
              <a:gd name="csY9" fmla="*/ 411480 h 1752600"/>
              <a:gd name="csX10" fmla="*/ 3424555 w 3439795"/>
              <a:gd name="csY10" fmla="*/ 15240 h 1752600"/>
              <a:gd name="csX0" fmla="*/ 3424555 w 3439795"/>
              <a:gd name="csY0" fmla="*/ 15240 h 1752600"/>
              <a:gd name="csX1" fmla="*/ 1557655 w 3439795"/>
              <a:gd name="csY1" fmla="*/ 0 h 1752600"/>
              <a:gd name="csX2" fmla="*/ 932815 w 3439795"/>
              <a:gd name="csY2" fmla="*/ 1150620 h 1752600"/>
              <a:gd name="csX3" fmla="*/ 684530 w 3439795"/>
              <a:gd name="csY3" fmla="*/ 962025 h 1752600"/>
              <a:gd name="csX4" fmla="*/ 0 w 3439795"/>
              <a:gd name="csY4" fmla="*/ 1646555 h 1752600"/>
              <a:gd name="csX5" fmla="*/ 544830 w 3439795"/>
              <a:gd name="csY5" fmla="*/ 1529080 h 1752600"/>
              <a:gd name="csX6" fmla="*/ 1699260 w 3439795"/>
              <a:gd name="csY6" fmla="*/ 1582420 h 1752600"/>
              <a:gd name="csX7" fmla="*/ 2616835 w 3439795"/>
              <a:gd name="csY7" fmla="*/ 1752600 h 1752600"/>
              <a:gd name="csX8" fmla="*/ 3211195 w 3439795"/>
              <a:gd name="csY8" fmla="*/ 1272540 h 1752600"/>
              <a:gd name="csX9" fmla="*/ 3439795 w 3439795"/>
              <a:gd name="csY9" fmla="*/ 411480 h 1752600"/>
              <a:gd name="csX10" fmla="*/ 3424555 w 3439795"/>
              <a:gd name="csY10" fmla="*/ 15240 h 1752600"/>
              <a:gd name="csX0" fmla="*/ 3424555 w 3439795"/>
              <a:gd name="csY0" fmla="*/ 15240 h 1752600"/>
              <a:gd name="csX1" fmla="*/ 1557655 w 3439795"/>
              <a:gd name="csY1" fmla="*/ 0 h 1752600"/>
              <a:gd name="csX2" fmla="*/ 932815 w 3439795"/>
              <a:gd name="csY2" fmla="*/ 1150620 h 1752600"/>
              <a:gd name="csX3" fmla="*/ 684530 w 3439795"/>
              <a:gd name="csY3" fmla="*/ 962025 h 1752600"/>
              <a:gd name="csX4" fmla="*/ 0 w 3439795"/>
              <a:gd name="csY4" fmla="*/ 1646555 h 1752600"/>
              <a:gd name="csX5" fmla="*/ 544830 w 3439795"/>
              <a:gd name="csY5" fmla="*/ 1529080 h 1752600"/>
              <a:gd name="csX6" fmla="*/ 975360 w 3439795"/>
              <a:gd name="csY6" fmla="*/ 1477645 h 1752600"/>
              <a:gd name="csX7" fmla="*/ 2616835 w 3439795"/>
              <a:gd name="csY7" fmla="*/ 1752600 h 1752600"/>
              <a:gd name="csX8" fmla="*/ 3211195 w 3439795"/>
              <a:gd name="csY8" fmla="*/ 1272540 h 1752600"/>
              <a:gd name="csX9" fmla="*/ 3439795 w 3439795"/>
              <a:gd name="csY9" fmla="*/ 411480 h 1752600"/>
              <a:gd name="csX10" fmla="*/ 3424555 w 3439795"/>
              <a:gd name="csY10" fmla="*/ 15240 h 1752600"/>
              <a:gd name="csX0" fmla="*/ 3424555 w 3439795"/>
              <a:gd name="csY0" fmla="*/ 15240 h 1752600"/>
              <a:gd name="csX1" fmla="*/ 1557655 w 3439795"/>
              <a:gd name="csY1" fmla="*/ 0 h 1752600"/>
              <a:gd name="csX2" fmla="*/ 932815 w 3439795"/>
              <a:gd name="csY2" fmla="*/ 1150620 h 1752600"/>
              <a:gd name="csX3" fmla="*/ 684530 w 3439795"/>
              <a:gd name="csY3" fmla="*/ 962025 h 1752600"/>
              <a:gd name="csX4" fmla="*/ 0 w 3439795"/>
              <a:gd name="csY4" fmla="*/ 1646555 h 1752600"/>
              <a:gd name="csX5" fmla="*/ 544830 w 3439795"/>
              <a:gd name="csY5" fmla="*/ 1529080 h 1752600"/>
              <a:gd name="csX6" fmla="*/ 975360 w 3439795"/>
              <a:gd name="csY6" fmla="*/ 1477645 h 1752600"/>
              <a:gd name="csX7" fmla="*/ 1680846 w 3439795"/>
              <a:gd name="csY7" fmla="*/ 1599565 h 1752600"/>
              <a:gd name="csX8" fmla="*/ 2616835 w 3439795"/>
              <a:gd name="csY8" fmla="*/ 1752600 h 1752600"/>
              <a:gd name="csX9" fmla="*/ 3211195 w 3439795"/>
              <a:gd name="csY9" fmla="*/ 1272540 h 1752600"/>
              <a:gd name="csX10" fmla="*/ 3439795 w 3439795"/>
              <a:gd name="csY10" fmla="*/ 411480 h 1752600"/>
              <a:gd name="csX11" fmla="*/ 3424555 w 3439795"/>
              <a:gd name="csY11" fmla="*/ 15240 h 1752600"/>
              <a:gd name="csX0" fmla="*/ 3424555 w 3439795"/>
              <a:gd name="csY0" fmla="*/ 15240 h 1752600"/>
              <a:gd name="csX1" fmla="*/ 1557655 w 3439795"/>
              <a:gd name="csY1" fmla="*/ 0 h 1752600"/>
              <a:gd name="csX2" fmla="*/ 932815 w 3439795"/>
              <a:gd name="csY2" fmla="*/ 1150620 h 1752600"/>
              <a:gd name="csX3" fmla="*/ 684530 w 3439795"/>
              <a:gd name="csY3" fmla="*/ 962025 h 1752600"/>
              <a:gd name="csX4" fmla="*/ 0 w 3439795"/>
              <a:gd name="csY4" fmla="*/ 1646555 h 1752600"/>
              <a:gd name="csX5" fmla="*/ 544830 w 3439795"/>
              <a:gd name="csY5" fmla="*/ 1529080 h 1752600"/>
              <a:gd name="csX6" fmla="*/ 975360 w 3439795"/>
              <a:gd name="csY6" fmla="*/ 1477645 h 1752600"/>
              <a:gd name="csX7" fmla="*/ 1582421 w 3439795"/>
              <a:gd name="csY7" fmla="*/ 1596390 h 1752600"/>
              <a:gd name="csX8" fmla="*/ 2616835 w 3439795"/>
              <a:gd name="csY8" fmla="*/ 1752600 h 1752600"/>
              <a:gd name="csX9" fmla="*/ 3211195 w 3439795"/>
              <a:gd name="csY9" fmla="*/ 1272540 h 1752600"/>
              <a:gd name="csX10" fmla="*/ 3439795 w 3439795"/>
              <a:gd name="csY10" fmla="*/ 411480 h 1752600"/>
              <a:gd name="csX11" fmla="*/ 3424555 w 3439795"/>
              <a:gd name="csY11" fmla="*/ 15240 h 1752600"/>
              <a:gd name="csX0" fmla="*/ 3424555 w 3439795"/>
              <a:gd name="csY0" fmla="*/ 15240 h 1646555"/>
              <a:gd name="csX1" fmla="*/ 1557655 w 3439795"/>
              <a:gd name="csY1" fmla="*/ 0 h 1646555"/>
              <a:gd name="csX2" fmla="*/ 932815 w 3439795"/>
              <a:gd name="csY2" fmla="*/ 1150620 h 1646555"/>
              <a:gd name="csX3" fmla="*/ 684530 w 3439795"/>
              <a:gd name="csY3" fmla="*/ 962025 h 1646555"/>
              <a:gd name="csX4" fmla="*/ 0 w 3439795"/>
              <a:gd name="csY4" fmla="*/ 1646555 h 1646555"/>
              <a:gd name="csX5" fmla="*/ 544830 w 3439795"/>
              <a:gd name="csY5" fmla="*/ 1529080 h 1646555"/>
              <a:gd name="csX6" fmla="*/ 975360 w 3439795"/>
              <a:gd name="csY6" fmla="*/ 1477645 h 1646555"/>
              <a:gd name="csX7" fmla="*/ 1582421 w 3439795"/>
              <a:gd name="csY7" fmla="*/ 1596390 h 1646555"/>
              <a:gd name="csX8" fmla="*/ 2159635 w 3439795"/>
              <a:gd name="csY8" fmla="*/ 1495425 h 1646555"/>
              <a:gd name="csX9" fmla="*/ 3211195 w 3439795"/>
              <a:gd name="csY9" fmla="*/ 1272540 h 1646555"/>
              <a:gd name="csX10" fmla="*/ 3439795 w 3439795"/>
              <a:gd name="csY10" fmla="*/ 411480 h 1646555"/>
              <a:gd name="csX11" fmla="*/ 3424555 w 3439795"/>
              <a:gd name="csY11" fmla="*/ 15240 h 1646555"/>
              <a:gd name="csX0" fmla="*/ 3424555 w 3439795"/>
              <a:gd name="csY0" fmla="*/ 15240 h 1646555"/>
              <a:gd name="csX1" fmla="*/ 1557655 w 3439795"/>
              <a:gd name="csY1" fmla="*/ 0 h 1646555"/>
              <a:gd name="csX2" fmla="*/ 932815 w 3439795"/>
              <a:gd name="csY2" fmla="*/ 1150620 h 1646555"/>
              <a:gd name="csX3" fmla="*/ 684530 w 3439795"/>
              <a:gd name="csY3" fmla="*/ 962025 h 1646555"/>
              <a:gd name="csX4" fmla="*/ 0 w 3439795"/>
              <a:gd name="csY4" fmla="*/ 1646555 h 1646555"/>
              <a:gd name="csX5" fmla="*/ 544830 w 3439795"/>
              <a:gd name="csY5" fmla="*/ 1529080 h 1646555"/>
              <a:gd name="csX6" fmla="*/ 975360 w 3439795"/>
              <a:gd name="csY6" fmla="*/ 1477645 h 1646555"/>
              <a:gd name="csX7" fmla="*/ 1582421 w 3439795"/>
              <a:gd name="csY7" fmla="*/ 1596390 h 1646555"/>
              <a:gd name="csX8" fmla="*/ 2159635 w 3439795"/>
              <a:gd name="csY8" fmla="*/ 1495425 h 1646555"/>
              <a:gd name="csX9" fmla="*/ 2601596 w 3439795"/>
              <a:gd name="csY9" fmla="*/ 1402716 h 1646555"/>
              <a:gd name="csX10" fmla="*/ 3211195 w 3439795"/>
              <a:gd name="csY10" fmla="*/ 1272540 h 1646555"/>
              <a:gd name="csX11" fmla="*/ 3439795 w 3439795"/>
              <a:gd name="csY11" fmla="*/ 411480 h 1646555"/>
              <a:gd name="csX12" fmla="*/ 3424555 w 3439795"/>
              <a:gd name="csY12" fmla="*/ 15240 h 1646555"/>
              <a:gd name="csX0" fmla="*/ 3424555 w 3439795"/>
              <a:gd name="csY0" fmla="*/ 15240 h 1646555"/>
              <a:gd name="csX1" fmla="*/ 1557655 w 3439795"/>
              <a:gd name="csY1" fmla="*/ 0 h 1646555"/>
              <a:gd name="csX2" fmla="*/ 932815 w 3439795"/>
              <a:gd name="csY2" fmla="*/ 1150620 h 1646555"/>
              <a:gd name="csX3" fmla="*/ 684530 w 3439795"/>
              <a:gd name="csY3" fmla="*/ 962025 h 1646555"/>
              <a:gd name="csX4" fmla="*/ 0 w 3439795"/>
              <a:gd name="csY4" fmla="*/ 1646555 h 1646555"/>
              <a:gd name="csX5" fmla="*/ 544830 w 3439795"/>
              <a:gd name="csY5" fmla="*/ 1529080 h 1646555"/>
              <a:gd name="csX6" fmla="*/ 975360 w 3439795"/>
              <a:gd name="csY6" fmla="*/ 1477645 h 1646555"/>
              <a:gd name="csX7" fmla="*/ 1582421 w 3439795"/>
              <a:gd name="csY7" fmla="*/ 1596390 h 1646555"/>
              <a:gd name="csX8" fmla="*/ 2159635 w 3439795"/>
              <a:gd name="csY8" fmla="*/ 1495425 h 1646555"/>
              <a:gd name="csX9" fmla="*/ 2680971 w 3439795"/>
              <a:gd name="csY9" fmla="*/ 1523366 h 1646555"/>
              <a:gd name="csX10" fmla="*/ 3211195 w 3439795"/>
              <a:gd name="csY10" fmla="*/ 1272540 h 1646555"/>
              <a:gd name="csX11" fmla="*/ 3439795 w 3439795"/>
              <a:gd name="csY11" fmla="*/ 411480 h 1646555"/>
              <a:gd name="csX12" fmla="*/ 3424555 w 3439795"/>
              <a:gd name="csY12" fmla="*/ 15240 h 1646555"/>
              <a:gd name="csX0" fmla="*/ 3424555 w 3439795"/>
              <a:gd name="csY0" fmla="*/ 15240 h 1646555"/>
              <a:gd name="csX1" fmla="*/ 1557655 w 3439795"/>
              <a:gd name="csY1" fmla="*/ 0 h 1646555"/>
              <a:gd name="csX2" fmla="*/ 932815 w 3439795"/>
              <a:gd name="csY2" fmla="*/ 1150620 h 1646555"/>
              <a:gd name="csX3" fmla="*/ 684530 w 3439795"/>
              <a:gd name="csY3" fmla="*/ 962025 h 1646555"/>
              <a:gd name="csX4" fmla="*/ 0 w 3439795"/>
              <a:gd name="csY4" fmla="*/ 1646555 h 1646555"/>
              <a:gd name="csX5" fmla="*/ 544830 w 3439795"/>
              <a:gd name="csY5" fmla="*/ 1529080 h 1646555"/>
              <a:gd name="csX6" fmla="*/ 975360 w 3439795"/>
              <a:gd name="csY6" fmla="*/ 1477645 h 1646555"/>
              <a:gd name="csX7" fmla="*/ 1582421 w 3439795"/>
              <a:gd name="csY7" fmla="*/ 1596390 h 1646555"/>
              <a:gd name="csX8" fmla="*/ 2159635 w 3439795"/>
              <a:gd name="csY8" fmla="*/ 1495425 h 1646555"/>
              <a:gd name="csX9" fmla="*/ 2680971 w 3439795"/>
              <a:gd name="csY9" fmla="*/ 1523366 h 1646555"/>
              <a:gd name="csX10" fmla="*/ 3001645 w 3439795"/>
              <a:gd name="csY10" fmla="*/ 1304290 h 1646555"/>
              <a:gd name="csX11" fmla="*/ 3439795 w 3439795"/>
              <a:gd name="csY11" fmla="*/ 411480 h 1646555"/>
              <a:gd name="csX12" fmla="*/ 3424555 w 3439795"/>
              <a:gd name="csY12" fmla="*/ 15240 h 1646555"/>
              <a:gd name="csX0" fmla="*/ 3424555 w 3424555"/>
              <a:gd name="csY0" fmla="*/ 15240 h 1646555"/>
              <a:gd name="csX1" fmla="*/ 1557655 w 3424555"/>
              <a:gd name="csY1" fmla="*/ 0 h 1646555"/>
              <a:gd name="csX2" fmla="*/ 932815 w 3424555"/>
              <a:gd name="csY2" fmla="*/ 1150620 h 1646555"/>
              <a:gd name="csX3" fmla="*/ 684530 w 3424555"/>
              <a:gd name="csY3" fmla="*/ 962025 h 1646555"/>
              <a:gd name="csX4" fmla="*/ 0 w 3424555"/>
              <a:gd name="csY4" fmla="*/ 1646555 h 1646555"/>
              <a:gd name="csX5" fmla="*/ 544830 w 3424555"/>
              <a:gd name="csY5" fmla="*/ 1529080 h 1646555"/>
              <a:gd name="csX6" fmla="*/ 975360 w 3424555"/>
              <a:gd name="csY6" fmla="*/ 1477645 h 1646555"/>
              <a:gd name="csX7" fmla="*/ 1582421 w 3424555"/>
              <a:gd name="csY7" fmla="*/ 1596390 h 1646555"/>
              <a:gd name="csX8" fmla="*/ 2159635 w 3424555"/>
              <a:gd name="csY8" fmla="*/ 1495425 h 1646555"/>
              <a:gd name="csX9" fmla="*/ 2680971 w 3424555"/>
              <a:gd name="csY9" fmla="*/ 1523366 h 1646555"/>
              <a:gd name="csX10" fmla="*/ 3001645 w 3424555"/>
              <a:gd name="csY10" fmla="*/ 1304290 h 1646555"/>
              <a:gd name="csX11" fmla="*/ 2982595 w 3424555"/>
              <a:gd name="csY11" fmla="*/ 430530 h 1646555"/>
              <a:gd name="csX12" fmla="*/ 3424555 w 3424555"/>
              <a:gd name="csY12" fmla="*/ 15240 h 1646555"/>
              <a:gd name="csX0" fmla="*/ 3424555 w 3424555"/>
              <a:gd name="csY0" fmla="*/ 15240 h 1646555"/>
              <a:gd name="csX1" fmla="*/ 1557655 w 3424555"/>
              <a:gd name="csY1" fmla="*/ 0 h 1646555"/>
              <a:gd name="csX2" fmla="*/ 932815 w 3424555"/>
              <a:gd name="csY2" fmla="*/ 1150620 h 1646555"/>
              <a:gd name="csX3" fmla="*/ 694055 w 3424555"/>
              <a:gd name="csY3" fmla="*/ 965200 h 1646555"/>
              <a:gd name="csX4" fmla="*/ 0 w 3424555"/>
              <a:gd name="csY4" fmla="*/ 1646555 h 1646555"/>
              <a:gd name="csX5" fmla="*/ 544830 w 3424555"/>
              <a:gd name="csY5" fmla="*/ 1529080 h 1646555"/>
              <a:gd name="csX6" fmla="*/ 975360 w 3424555"/>
              <a:gd name="csY6" fmla="*/ 1477645 h 1646555"/>
              <a:gd name="csX7" fmla="*/ 1582421 w 3424555"/>
              <a:gd name="csY7" fmla="*/ 1596390 h 1646555"/>
              <a:gd name="csX8" fmla="*/ 2159635 w 3424555"/>
              <a:gd name="csY8" fmla="*/ 1495425 h 1646555"/>
              <a:gd name="csX9" fmla="*/ 2680971 w 3424555"/>
              <a:gd name="csY9" fmla="*/ 1523366 h 1646555"/>
              <a:gd name="csX10" fmla="*/ 3001645 w 3424555"/>
              <a:gd name="csY10" fmla="*/ 1304290 h 1646555"/>
              <a:gd name="csX11" fmla="*/ 2982595 w 3424555"/>
              <a:gd name="csY11" fmla="*/ 430530 h 1646555"/>
              <a:gd name="csX12" fmla="*/ 3424555 w 3424555"/>
              <a:gd name="csY12" fmla="*/ 15240 h 1646555"/>
              <a:gd name="csX0" fmla="*/ 3418205 w 3418205"/>
              <a:gd name="csY0" fmla="*/ 15240 h 1656080"/>
              <a:gd name="csX1" fmla="*/ 1551305 w 3418205"/>
              <a:gd name="csY1" fmla="*/ 0 h 1656080"/>
              <a:gd name="csX2" fmla="*/ 926465 w 3418205"/>
              <a:gd name="csY2" fmla="*/ 1150620 h 1656080"/>
              <a:gd name="csX3" fmla="*/ 687705 w 3418205"/>
              <a:gd name="csY3" fmla="*/ 965200 h 1656080"/>
              <a:gd name="csX4" fmla="*/ 0 w 3418205"/>
              <a:gd name="csY4" fmla="*/ 1656080 h 1656080"/>
              <a:gd name="csX5" fmla="*/ 538480 w 3418205"/>
              <a:gd name="csY5" fmla="*/ 1529080 h 1656080"/>
              <a:gd name="csX6" fmla="*/ 969010 w 3418205"/>
              <a:gd name="csY6" fmla="*/ 1477645 h 1656080"/>
              <a:gd name="csX7" fmla="*/ 1576071 w 3418205"/>
              <a:gd name="csY7" fmla="*/ 1596390 h 1656080"/>
              <a:gd name="csX8" fmla="*/ 2153285 w 3418205"/>
              <a:gd name="csY8" fmla="*/ 1495425 h 1656080"/>
              <a:gd name="csX9" fmla="*/ 2674621 w 3418205"/>
              <a:gd name="csY9" fmla="*/ 1523366 h 1656080"/>
              <a:gd name="csX10" fmla="*/ 2995295 w 3418205"/>
              <a:gd name="csY10" fmla="*/ 1304290 h 1656080"/>
              <a:gd name="csX11" fmla="*/ 2976245 w 3418205"/>
              <a:gd name="csY11" fmla="*/ 430530 h 1656080"/>
              <a:gd name="csX12" fmla="*/ 3418205 w 3418205"/>
              <a:gd name="csY12" fmla="*/ 15240 h 1656080"/>
              <a:gd name="csX0" fmla="*/ 3418205 w 3418205"/>
              <a:gd name="csY0" fmla="*/ 15240 h 1656080"/>
              <a:gd name="csX1" fmla="*/ 1551305 w 3418205"/>
              <a:gd name="csY1" fmla="*/ 0 h 1656080"/>
              <a:gd name="csX2" fmla="*/ 935990 w 3418205"/>
              <a:gd name="csY2" fmla="*/ 1163320 h 1656080"/>
              <a:gd name="csX3" fmla="*/ 687705 w 3418205"/>
              <a:gd name="csY3" fmla="*/ 965200 h 1656080"/>
              <a:gd name="csX4" fmla="*/ 0 w 3418205"/>
              <a:gd name="csY4" fmla="*/ 1656080 h 1656080"/>
              <a:gd name="csX5" fmla="*/ 538480 w 3418205"/>
              <a:gd name="csY5" fmla="*/ 1529080 h 1656080"/>
              <a:gd name="csX6" fmla="*/ 969010 w 3418205"/>
              <a:gd name="csY6" fmla="*/ 1477645 h 1656080"/>
              <a:gd name="csX7" fmla="*/ 1576071 w 3418205"/>
              <a:gd name="csY7" fmla="*/ 1596390 h 1656080"/>
              <a:gd name="csX8" fmla="*/ 2153285 w 3418205"/>
              <a:gd name="csY8" fmla="*/ 1495425 h 1656080"/>
              <a:gd name="csX9" fmla="*/ 2674621 w 3418205"/>
              <a:gd name="csY9" fmla="*/ 1523366 h 1656080"/>
              <a:gd name="csX10" fmla="*/ 2995295 w 3418205"/>
              <a:gd name="csY10" fmla="*/ 1304290 h 1656080"/>
              <a:gd name="csX11" fmla="*/ 2976245 w 3418205"/>
              <a:gd name="csY11" fmla="*/ 430530 h 1656080"/>
              <a:gd name="csX12" fmla="*/ 3418205 w 3418205"/>
              <a:gd name="csY12" fmla="*/ 15240 h 1656080"/>
              <a:gd name="csX0" fmla="*/ 3418205 w 3418205"/>
              <a:gd name="csY0" fmla="*/ 15240 h 1656080"/>
              <a:gd name="csX1" fmla="*/ 1551305 w 3418205"/>
              <a:gd name="csY1" fmla="*/ 0 h 1656080"/>
              <a:gd name="csX2" fmla="*/ 945515 w 3418205"/>
              <a:gd name="csY2" fmla="*/ 1172845 h 1656080"/>
              <a:gd name="csX3" fmla="*/ 687705 w 3418205"/>
              <a:gd name="csY3" fmla="*/ 965200 h 1656080"/>
              <a:gd name="csX4" fmla="*/ 0 w 3418205"/>
              <a:gd name="csY4" fmla="*/ 1656080 h 1656080"/>
              <a:gd name="csX5" fmla="*/ 538480 w 3418205"/>
              <a:gd name="csY5" fmla="*/ 1529080 h 1656080"/>
              <a:gd name="csX6" fmla="*/ 969010 w 3418205"/>
              <a:gd name="csY6" fmla="*/ 1477645 h 1656080"/>
              <a:gd name="csX7" fmla="*/ 1576071 w 3418205"/>
              <a:gd name="csY7" fmla="*/ 1596390 h 1656080"/>
              <a:gd name="csX8" fmla="*/ 2153285 w 3418205"/>
              <a:gd name="csY8" fmla="*/ 1495425 h 1656080"/>
              <a:gd name="csX9" fmla="*/ 2674621 w 3418205"/>
              <a:gd name="csY9" fmla="*/ 1523366 h 1656080"/>
              <a:gd name="csX10" fmla="*/ 2995295 w 3418205"/>
              <a:gd name="csY10" fmla="*/ 1304290 h 1656080"/>
              <a:gd name="csX11" fmla="*/ 2976245 w 3418205"/>
              <a:gd name="csY11" fmla="*/ 430530 h 1656080"/>
              <a:gd name="csX12" fmla="*/ 3418205 w 3418205"/>
              <a:gd name="csY12" fmla="*/ 15240 h 1656080"/>
              <a:gd name="csX0" fmla="*/ 3418205 w 3418205"/>
              <a:gd name="csY0" fmla="*/ 8890 h 1649730"/>
              <a:gd name="csX1" fmla="*/ 1564005 w 3418205"/>
              <a:gd name="csY1" fmla="*/ 0 h 1649730"/>
              <a:gd name="csX2" fmla="*/ 945515 w 3418205"/>
              <a:gd name="csY2" fmla="*/ 1166495 h 1649730"/>
              <a:gd name="csX3" fmla="*/ 687705 w 3418205"/>
              <a:gd name="csY3" fmla="*/ 958850 h 1649730"/>
              <a:gd name="csX4" fmla="*/ 0 w 3418205"/>
              <a:gd name="csY4" fmla="*/ 1649730 h 1649730"/>
              <a:gd name="csX5" fmla="*/ 538480 w 3418205"/>
              <a:gd name="csY5" fmla="*/ 1522730 h 1649730"/>
              <a:gd name="csX6" fmla="*/ 969010 w 3418205"/>
              <a:gd name="csY6" fmla="*/ 1471295 h 1649730"/>
              <a:gd name="csX7" fmla="*/ 1576071 w 3418205"/>
              <a:gd name="csY7" fmla="*/ 1590040 h 1649730"/>
              <a:gd name="csX8" fmla="*/ 2153285 w 3418205"/>
              <a:gd name="csY8" fmla="*/ 1489075 h 1649730"/>
              <a:gd name="csX9" fmla="*/ 2674621 w 3418205"/>
              <a:gd name="csY9" fmla="*/ 1517016 h 1649730"/>
              <a:gd name="csX10" fmla="*/ 2995295 w 3418205"/>
              <a:gd name="csY10" fmla="*/ 1297940 h 1649730"/>
              <a:gd name="csX11" fmla="*/ 2976245 w 3418205"/>
              <a:gd name="csY11" fmla="*/ 424180 h 1649730"/>
              <a:gd name="csX12" fmla="*/ 3418205 w 3418205"/>
              <a:gd name="csY12" fmla="*/ 8890 h 1649730"/>
              <a:gd name="csX0" fmla="*/ 3424555 w 3424555"/>
              <a:gd name="csY0" fmla="*/ 12065 h 1649730"/>
              <a:gd name="csX1" fmla="*/ 1564005 w 3424555"/>
              <a:gd name="csY1" fmla="*/ 0 h 1649730"/>
              <a:gd name="csX2" fmla="*/ 945515 w 3424555"/>
              <a:gd name="csY2" fmla="*/ 1166495 h 1649730"/>
              <a:gd name="csX3" fmla="*/ 687705 w 3424555"/>
              <a:gd name="csY3" fmla="*/ 958850 h 1649730"/>
              <a:gd name="csX4" fmla="*/ 0 w 3424555"/>
              <a:gd name="csY4" fmla="*/ 1649730 h 1649730"/>
              <a:gd name="csX5" fmla="*/ 538480 w 3424555"/>
              <a:gd name="csY5" fmla="*/ 1522730 h 1649730"/>
              <a:gd name="csX6" fmla="*/ 969010 w 3424555"/>
              <a:gd name="csY6" fmla="*/ 1471295 h 1649730"/>
              <a:gd name="csX7" fmla="*/ 1576071 w 3424555"/>
              <a:gd name="csY7" fmla="*/ 1590040 h 1649730"/>
              <a:gd name="csX8" fmla="*/ 2153285 w 3424555"/>
              <a:gd name="csY8" fmla="*/ 1489075 h 1649730"/>
              <a:gd name="csX9" fmla="*/ 2674621 w 3424555"/>
              <a:gd name="csY9" fmla="*/ 1517016 h 1649730"/>
              <a:gd name="csX10" fmla="*/ 2995295 w 3424555"/>
              <a:gd name="csY10" fmla="*/ 1297940 h 1649730"/>
              <a:gd name="csX11" fmla="*/ 2976245 w 3424555"/>
              <a:gd name="csY11" fmla="*/ 424180 h 1649730"/>
              <a:gd name="csX12" fmla="*/ 3424555 w 3424555"/>
              <a:gd name="csY12" fmla="*/ 12065 h 1649730"/>
              <a:gd name="csX0" fmla="*/ 3424555 w 3424555"/>
              <a:gd name="csY0" fmla="*/ 8890 h 1646555"/>
              <a:gd name="csX1" fmla="*/ 1573530 w 3424555"/>
              <a:gd name="csY1" fmla="*/ 0 h 1646555"/>
              <a:gd name="csX2" fmla="*/ 945515 w 3424555"/>
              <a:gd name="csY2" fmla="*/ 1163320 h 1646555"/>
              <a:gd name="csX3" fmla="*/ 687705 w 3424555"/>
              <a:gd name="csY3" fmla="*/ 955675 h 1646555"/>
              <a:gd name="csX4" fmla="*/ 0 w 3424555"/>
              <a:gd name="csY4" fmla="*/ 1646555 h 1646555"/>
              <a:gd name="csX5" fmla="*/ 538480 w 3424555"/>
              <a:gd name="csY5" fmla="*/ 1519555 h 1646555"/>
              <a:gd name="csX6" fmla="*/ 969010 w 3424555"/>
              <a:gd name="csY6" fmla="*/ 1468120 h 1646555"/>
              <a:gd name="csX7" fmla="*/ 1576071 w 3424555"/>
              <a:gd name="csY7" fmla="*/ 1586865 h 1646555"/>
              <a:gd name="csX8" fmla="*/ 2153285 w 3424555"/>
              <a:gd name="csY8" fmla="*/ 1485900 h 1646555"/>
              <a:gd name="csX9" fmla="*/ 2674621 w 3424555"/>
              <a:gd name="csY9" fmla="*/ 1513841 h 1646555"/>
              <a:gd name="csX10" fmla="*/ 2995295 w 3424555"/>
              <a:gd name="csY10" fmla="*/ 1294765 h 1646555"/>
              <a:gd name="csX11" fmla="*/ 2976245 w 3424555"/>
              <a:gd name="csY11" fmla="*/ 421005 h 1646555"/>
              <a:gd name="csX12" fmla="*/ 3424555 w 3424555"/>
              <a:gd name="csY12" fmla="*/ 8890 h 1646555"/>
              <a:gd name="csX0" fmla="*/ 3424555 w 3424555"/>
              <a:gd name="csY0" fmla="*/ 8890 h 1646555"/>
              <a:gd name="csX1" fmla="*/ 1573530 w 3424555"/>
              <a:gd name="csY1" fmla="*/ 0 h 1646555"/>
              <a:gd name="csX2" fmla="*/ 945515 w 3424555"/>
              <a:gd name="csY2" fmla="*/ 1163320 h 1646555"/>
              <a:gd name="csX3" fmla="*/ 687705 w 3424555"/>
              <a:gd name="csY3" fmla="*/ 955675 h 1646555"/>
              <a:gd name="csX4" fmla="*/ 0 w 3424555"/>
              <a:gd name="csY4" fmla="*/ 1646555 h 1646555"/>
              <a:gd name="csX5" fmla="*/ 538480 w 3424555"/>
              <a:gd name="csY5" fmla="*/ 1519555 h 1646555"/>
              <a:gd name="csX6" fmla="*/ 969010 w 3424555"/>
              <a:gd name="csY6" fmla="*/ 1468120 h 1646555"/>
              <a:gd name="csX7" fmla="*/ 1576071 w 3424555"/>
              <a:gd name="csY7" fmla="*/ 1586865 h 1646555"/>
              <a:gd name="csX8" fmla="*/ 2153285 w 3424555"/>
              <a:gd name="csY8" fmla="*/ 1485900 h 1646555"/>
              <a:gd name="csX9" fmla="*/ 2677796 w 3424555"/>
              <a:gd name="csY9" fmla="*/ 1485266 h 1646555"/>
              <a:gd name="csX10" fmla="*/ 2995295 w 3424555"/>
              <a:gd name="csY10" fmla="*/ 1294765 h 1646555"/>
              <a:gd name="csX11" fmla="*/ 2976245 w 3424555"/>
              <a:gd name="csY11" fmla="*/ 421005 h 1646555"/>
              <a:gd name="csX12" fmla="*/ 3424555 w 3424555"/>
              <a:gd name="csY12" fmla="*/ 8890 h 1646555"/>
              <a:gd name="csX0" fmla="*/ 3424555 w 3424555"/>
              <a:gd name="csY0" fmla="*/ 8890 h 1646555"/>
              <a:gd name="csX1" fmla="*/ 1573530 w 3424555"/>
              <a:gd name="csY1" fmla="*/ 0 h 1646555"/>
              <a:gd name="csX2" fmla="*/ 945515 w 3424555"/>
              <a:gd name="csY2" fmla="*/ 1163320 h 1646555"/>
              <a:gd name="csX3" fmla="*/ 687705 w 3424555"/>
              <a:gd name="csY3" fmla="*/ 955675 h 1646555"/>
              <a:gd name="csX4" fmla="*/ 0 w 3424555"/>
              <a:gd name="csY4" fmla="*/ 1646555 h 1646555"/>
              <a:gd name="csX5" fmla="*/ 538480 w 3424555"/>
              <a:gd name="csY5" fmla="*/ 1519555 h 1646555"/>
              <a:gd name="csX6" fmla="*/ 969010 w 3424555"/>
              <a:gd name="csY6" fmla="*/ 1468120 h 1646555"/>
              <a:gd name="csX7" fmla="*/ 1576071 w 3424555"/>
              <a:gd name="csY7" fmla="*/ 1586865 h 1646555"/>
              <a:gd name="csX8" fmla="*/ 2318385 w 3424555"/>
              <a:gd name="csY8" fmla="*/ 1441450 h 1646555"/>
              <a:gd name="csX9" fmla="*/ 2677796 w 3424555"/>
              <a:gd name="csY9" fmla="*/ 1485266 h 1646555"/>
              <a:gd name="csX10" fmla="*/ 2995295 w 3424555"/>
              <a:gd name="csY10" fmla="*/ 1294765 h 1646555"/>
              <a:gd name="csX11" fmla="*/ 2976245 w 3424555"/>
              <a:gd name="csY11" fmla="*/ 421005 h 1646555"/>
              <a:gd name="csX12" fmla="*/ 3424555 w 3424555"/>
              <a:gd name="csY12" fmla="*/ 8890 h 1646555"/>
              <a:gd name="csX0" fmla="*/ 3424555 w 3424555"/>
              <a:gd name="csY0" fmla="*/ 8890 h 1646555"/>
              <a:gd name="csX1" fmla="*/ 1573530 w 3424555"/>
              <a:gd name="csY1" fmla="*/ 0 h 1646555"/>
              <a:gd name="csX2" fmla="*/ 945515 w 3424555"/>
              <a:gd name="csY2" fmla="*/ 1163320 h 1646555"/>
              <a:gd name="csX3" fmla="*/ 687705 w 3424555"/>
              <a:gd name="csY3" fmla="*/ 955675 h 1646555"/>
              <a:gd name="csX4" fmla="*/ 0 w 3424555"/>
              <a:gd name="csY4" fmla="*/ 1646555 h 1646555"/>
              <a:gd name="csX5" fmla="*/ 538480 w 3424555"/>
              <a:gd name="csY5" fmla="*/ 1519555 h 1646555"/>
              <a:gd name="csX6" fmla="*/ 969010 w 3424555"/>
              <a:gd name="csY6" fmla="*/ 1468120 h 1646555"/>
              <a:gd name="csX7" fmla="*/ 1576071 w 3424555"/>
              <a:gd name="csY7" fmla="*/ 1586865 h 1646555"/>
              <a:gd name="csX8" fmla="*/ 2366010 w 3424555"/>
              <a:gd name="csY8" fmla="*/ 1425575 h 1646555"/>
              <a:gd name="csX9" fmla="*/ 2677796 w 3424555"/>
              <a:gd name="csY9" fmla="*/ 1485266 h 1646555"/>
              <a:gd name="csX10" fmla="*/ 2995295 w 3424555"/>
              <a:gd name="csY10" fmla="*/ 1294765 h 1646555"/>
              <a:gd name="csX11" fmla="*/ 2976245 w 3424555"/>
              <a:gd name="csY11" fmla="*/ 421005 h 1646555"/>
              <a:gd name="csX12" fmla="*/ 3424555 w 3424555"/>
              <a:gd name="csY12" fmla="*/ 8890 h 1646555"/>
              <a:gd name="csX0" fmla="*/ 3424555 w 3424555"/>
              <a:gd name="csY0" fmla="*/ 8890 h 1646555"/>
              <a:gd name="csX1" fmla="*/ 1573530 w 3424555"/>
              <a:gd name="csY1" fmla="*/ 0 h 1646555"/>
              <a:gd name="csX2" fmla="*/ 945515 w 3424555"/>
              <a:gd name="csY2" fmla="*/ 1163320 h 1646555"/>
              <a:gd name="csX3" fmla="*/ 687705 w 3424555"/>
              <a:gd name="csY3" fmla="*/ 955675 h 1646555"/>
              <a:gd name="csX4" fmla="*/ 0 w 3424555"/>
              <a:gd name="csY4" fmla="*/ 1646555 h 1646555"/>
              <a:gd name="csX5" fmla="*/ 538480 w 3424555"/>
              <a:gd name="csY5" fmla="*/ 1519555 h 1646555"/>
              <a:gd name="csX6" fmla="*/ 969010 w 3424555"/>
              <a:gd name="csY6" fmla="*/ 1468120 h 1646555"/>
              <a:gd name="csX7" fmla="*/ 1576071 w 3424555"/>
              <a:gd name="csY7" fmla="*/ 1586865 h 1646555"/>
              <a:gd name="csX8" fmla="*/ 2366010 w 3424555"/>
              <a:gd name="csY8" fmla="*/ 1425575 h 1646555"/>
              <a:gd name="csX9" fmla="*/ 2553971 w 3424555"/>
              <a:gd name="csY9" fmla="*/ 1466215 h 1646555"/>
              <a:gd name="csX10" fmla="*/ 2677796 w 3424555"/>
              <a:gd name="csY10" fmla="*/ 1485266 h 1646555"/>
              <a:gd name="csX11" fmla="*/ 2995295 w 3424555"/>
              <a:gd name="csY11" fmla="*/ 1294765 h 1646555"/>
              <a:gd name="csX12" fmla="*/ 2976245 w 3424555"/>
              <a:gd name="csY12" fmla="*/ 421005 h 1646555"/>
              <a:gd name="csX13" fmla="*/ 3424555 w 3424555"/>
              <a:gd name="csY13" fmla="*/ 8890 h 1646555"/>
              <a:gd name="csX0" fmla="*/ 3424555 w 3424555"/>
              <a:gd name="csY0" fmla="*/ 8890 h 1646555"/>
              <a:gd name="csX1" fmla="*/ 1573530 w 3424555"/>
              <a:gd name="csY1" fmla="*/ 0 h 1646555"/>
              <a:gd name="csX2" fmla="*/ 945515 w 3424555"/>
              <a:gd name="csY2" fmla="*/ 1163320 h 1646555"/>
              <a:gd name="csX3" fmla="*/ 687705 w 3424555"/>
              <a:gd name="csY3" fmla="*/ 955675 h 1646555"/>
              <a:gd name="csX4" fmla="*/ 0 w 3424555"/>
              <a:gd name="csY4" fmla="*/ 1646555 h 1646555"/>
              <a:gd name="csX5" fmla="*/ 538480 w 3424555"/>
              <a:gd name="csY5" fmla="*/ 1519555 h 1646555"/>
              <a:gd name="csX6" fmla="*/ 969010 w 3424555"/>
              <a:gd name="csY6" fmla="*/ 1468120 h 1646555"/>
              <a:gd name="csX7" fmla="*/ 1576071 w 3424555"/>
              <a:gd name="csY7" fmla="*/ 1586865 h 1646555"/>
              <a:gd name="csX8" fmla="*/ 2366010 w 3424555"/>
              <a:gd name="csY8" fmla="*/ 1425575 h 1646555"/>
              <a:gd name="csX9" fmla="*/ 2541271 w 3424555"/>
              <a:gd name="csY9" fmla="*/ 1472565 h 1646555"/>
              <a:gd name="csX10" fmla="*/ 2677796 w 3424555"/>
              <a:gd name="csY10" fmla="*/ 1485266 h 1646555"/>
              <a:gd name="csX11" fmla="*/ 2995295 w 3424555"/>
              <a:gd name="csY11" fmla="*/ 1294765 h 1646555"/>
              <a:gd name="csX12" fmla="*/ 2976245 w 3424555"/>
              <a:gd name="csY12" fmla="*/ 421005 h 1646555"/>
              <a:gd name="csX13" fmla="*/ 3424555 w 3424555"/>
              <a:gd name="csY13" fmla="*/ 8890 h 1646555"/>
              <a:gd name="csX0" fmla="*/ 3424555 w 3424555"/>
              <a:gd name="csY0" fmla="*/ 8890 h 1646555"/>
              <a:gd name="csX1" fmla="*/ 1573530 w 3424555"/>
              <a:gd name="csY1" fmla="*/ 0 h 1646555"/>
              <a:gd name="csX2" fmla="*/ 945515 w 3424555"/>
              <a:gd name="csY2" fmla="*/ 1163320 h 1646555"/>
              <a:gd name="csX3" fmla="*/ 687705 w 3424555"/>
              <a:gd name="csY3" fmla="*/ 955675 h 1646555"/>
              <a:gd name="csX4" fmla="*/ 0 w 3424555"/>
              <a:gd name="csY4" fmla="*/ 1646555 h 1646555"/>
              <a:gd name="csX5" fmla="*/ 538480 w 3424555"/>
              <a:gd name="csY5" fmla="*/ 1519555 h 1646555"/>
              <a:gd name="csX6" fmla="*/ 969010 w 3424555"/>
              <a:gd name="csY6" fmla="*/ 1468120 h 1646555"/>
              <a:gd name="csX7" fmla="*/ 1576071 w 3424555"/>
              <a:gd name="csY7" fmla="*/ 1586865 h 1646555"/>
              <a:gd name="csX8" fmla="*/ 2366010 w 3424555"/>
              <a:gd name="csY8" fmla="*/ 1425575 h 1646555"/>
              <a:gd name="csX9" fmla="*/ 2557146 w 3424555"/>
              <a:gd name="csY9" fmla="*/ 1475740 h 1646555"/>
              <a:gd name="csX10" fmla="*/ 2677796 w 3424555"/>
              <a:gd name="csY10" fmla="*/ 1485266 h 1646555"/>
              <a:gd name="csX11" fmla="*/ 2995295 w 3424555"/>
              <a:gd name="csY11" fmla="*/ 1294765 h 1646555"/>
              <a:gd name="csX12" fmla="*/ 2976245 w 3424555"/>
              <a:gd name="csY12" fmla="*/ 421005 h 1646555"/>
              <a:gd name="csX13" fmla="*/ 3424555 w 3424555"/>
              <a:gd name="csY13" fmla="*/ 8890 h 1646555"/>
              <a:gd name="csX0" fmla="*/ 3424555 w 3424555"/>
              <a:gd name="csY0" fmla="*/ 8890 h 1646555"/>
              <a:gd name="csX1" fmla="*/ 1573530 w 3424555"/>
              <a:gd name="csY1" fmla="*/ 0 h 1646555"/>
              <a:gd name="csX2" fmla="*/ 945515 w 3424555"/>
              <a:gd name="csY2" fmla="*/ 1163320 h 1646555"/>
              <a:gd name="csX3" fmla="*/ 687705 w 3424555"/>
              <a:gd name="csY3" fmla="*/ 955675 h 1646555"/>
              <a:gd name="csX4" fmla="*/ 0 w 3424555"/>
              <a:gd name="csY4" fmla="*/ 1646555 h 1646555"/>
              <a:gd name="csX5" fmla="*/ 538480 w 3424555"/>
              <a:gd name="csY5" fmla="*/ 1519555 h 1646555"/>
              <a:gd name="csX6" fmla="*/ 969010 w 3424555"/>
              <a:gd name="csY6" fmla="*/ 1468120 h 1646555"/>
              <a:gd name="csX7" fmla="*/ 1576071 w 3424555"/>
              <a:gd name="csY7" fmla="*/ 1586865 h 1646555"/>
              <a:gd name="csX8" fmla="*/ 2366010 w 3424555"/>
              <a:gd name="csY8" fmla="*/ 1425575 h 1646555"/>
              <a:gd name="csX9" fmla="*/ 2557146 w 3424555"/>
              <a:gd name="csY9" fmla="*/ 1475740 h 1646555"/>
              <a:gd name="csX10" fmla="*/ 2671446 w 3424555"/>
              <a:gd name="csY10" fmla="*/ 1475741 h 1646555"/>
              <a:gd name="csX11" fmla="*/ 2995295 w 3424555"/>
              <a:gd name="csY11" fmla="*/ 1294765 h 1646555"/>
              <a:gd name="csX12" fmla="*/ 2976245 w 3424555"/>
              <a:gd name="csY12" fmla="*/ 421005 h 1646555"/>
              <a:gd name="csX13" fmla="*/ 3424555 w 3424555"/>
              <a:gd name="csY13" fmla="*/ 8890 h 1646555"/>
              <a:gd name="csX0" fmla="*/ 3424555 w 3424555"/>
              <a:gd name="csY0" fmla="*/ 8890 h 1646555"/>
              <a:gd name="csX1" fmla="*/ 1573530 w 3424555"/>
              <a:gd name="csY1" fmla="*/ 0 h 1646555"/>
              <a:gd name="csX2" fmla="*/ 945515 w 3424555"/>
              <a:gd name="csY2" fmla="*/ 1163320 h 1646555"/>
              <a:gd name="csX3" fmla="*/ 687705 w 3424555"/>
              <a:gd name="csY3" fmla="*/ 955675 h 1646555"/>
              <a:gd name="csX4" fmla="*/ 0 w 3424555"/>
              <a:gd name="csY4" fmla="*/ 1646555 h 1646555"/>
              <a:gd name="csX5" fmla="*/ 538480 w 3424555"/>
              <a:gd name="csY5" fmla="*/ 1519555 h 1646555"/>
              <a:gd name="csX6" fmla="*/ 969010 w 3424555"/>
              <a:gd name="csY6" fmla="*/ 1468120 h 1646555"/>
              <a:gd name="csX7" fmla="*/ 1576071 w 3424555"/>
              <a:gd name="csY7" fmla="*/ 1586865 h 1646555"/>
              <a:gd name="csX8" fmla="*/ 2366010 w 3424555"/>
              <a:gd name="csY8" fmla="*/ 1425575 h 1646555"/>
              <a:gd name="csX9" fmla="*/ 2569846 w 3424555"/>
              <a:gd name="csY9" fmla="*/ 1475740 h 1646555"/>
              <a:gd name="csX10" fmla="*/ 2671446 w 3424555"/>
              <a:gd name="csY10" fmla="*/ 1475741 h 1646555"/>
              <a:gd name="csX11" fmla="*/ 2995295 w 3424555"/>
              <a:gd name="csY11" fmla="*/ 1294765 h 1646555"/>
              <a:gd name="csX12" fmla="*/ 2976245 w 3424555"/>
              <a:gd name="csY12" fmla="*/ 421005 h 1646555"/>
              <a:gd name="csX13" fmla="*/ 3424555 w 3424555"/>
              <a:gd name="csY13" fmla="*/ 8890 h 1646555"/>
              <a:gd name="csX0" fmla="*/ 3424555 w 3424555"/>
              <a:gd name="csY0" fmla="*/ 8890 h 1646555"/>
              <a:gd name="csX1" fmla="*/ 1573530 w 3424555"/>
              <a:gd name="csY1" fmla="*/ 0 h 1646555"/>
              <a:gd name="csX2" fmla="*/ 945515 w 3424555"/>
              <a:gd name="csY2" fmla="*/ 1163320 h 1646555"/>
              <a:gd name="csX3" fmla="*/ 687705 w 3424555"/>
              <a:gd name="csY3" fmla="*/ 955675 h 1646555"/>
              <a:gd name="csX4" fmla="*/ 0 w 3424555"/>
              <a:gd name="csY4" fmla="*/ 1646555 h 1646555"/>
              <a:gd name="csX5" fmla="*/ 538480 w 3424555"/>
              <a:gd name="csY5" fmla="*/ 1519555 h 1646555"/>
              <a:gd name="csX6" fmla="*/ 969010 w 3424555"/>
              <a:gd name="csY6" fmla="*/ 1468120 h 1646555"/>
              <a:gd name="csX7" fmla="*/ 1576071 w 3424555"/>
              <a:gd name="csY7" fmla="*/ 1586865 h 1646555"/>
              <a:gd name="csX8" fmla="*/ 2366010 w 3424555"/>
              <a:gd name="csY8" fmla="*/ 1425575 h 1646555"/>
              <a:gd name="csX9" fmla="*/ 2439671 w 3424555"/>
              <a:gd name="csY9" fmla="*/ 1472565 h 1646555"/>
              <a:gd name="csX10" fmla="*/ 2671446 w 3424555"/>
              <a:gd name="csY10" fmla="*/ 1475741 h 1646555"/>
              <a:gd name="csX11" fmla="*/ 2995295 w 3424555"/>
              <a:gd name="csY11" fmla="*/ 1294765 h 1646555"/>
              <a:gd name="csX12" fmla="*/ 2976245 w 3424555"/>
              <a:gd name="csY12" fmla="*/ 421005 h 1646555"/>
              <a:gd name="csX13" fmla="*/ 3424555 w 3424555"/>
              <a:gd name="csY13" fmla="*/ 8890 h 1646555"/>
              <a:gd name="csX0" fmla="*/ 3424555 w 3424555"/>
              <a:gd name="csY0" fmla="*/ 8890 h 1646555"/>
              <a:gd name="csX1" fmla="*/ 1573530 w 3424555"/>
              <a:gd name="csY1" fmla="*/ 0 h 1646555"/>
              <a:gd name="csX2" fmla="*/ 945515 w 3424555"/>
              <a:gd name="csY2" fmla="*/ 1163320 h 1646555"/>
              <a:gd name="csX3" fmla="*/ 687705 w 3424555"/>
              <a:gd name="csY3" fmla="*/ 955675 h 1646555"/>
              <a:gd name="csX4" fmla="*/ 0 w 3424555"/>
              <a:gd name="csY4" fmla="*/ 1646555 h 1646555"/>
              <a:gd name="csX5" fmla="*/ 538480 w 3424555"/>
              <a:gd name="csY5" fmla="*/ 1519555 h 1646555"/>
              <a:gd name="csX6" fmla="*/ 969010 w 3424555"/>
              <a:gd name="csY6" fmla="*/ 1468120 h 1646555"/>
              <a:gd name="csX7" fmla="*/ 1576071 w 3424555"/>
              <a:gd name="csY7" fmla="*/ 1586865 h 1646555"/>
              <a:gd name="csX8" fmla="*/ 2366010 w 3424555"/>
              <a:gd name="csY8" fmla="*/ 1425575 h 1646555"/>
              <a:gd name="csX9" fmla="*/ 2439671 w 3424555"/>
              <a:gd name="csY9" fmla="*/ 1472565 h 1646555"/>
              <a:gd name="csX10" fmla="*/ 2674621 w 3424555"/>
              <a:gd name="csY10" fmla="*/ 1485266 h 1646555"/>
              <a:gd name="csX11" fmla="*/ 2995295 w 3424555"/>
              <a:gd name="csY11" fmla="*/ 1294765 h 1646555"/>
              <a:gd name="csX12" fmla="*/ 2976245 w 3424555"/>
              <a:gd name="csY12" fmla="*/ 421005 h 1646555"/>
              <a:gd name="csX13" fmla="*/ 3424555 w 3424555"/>
              <a:gd name="csY13" fmla="*/ 8890 h 1646555"/>
              <a:gd name="csX0" fmla="*/ 3424555 w 3424555"/>
              <a:gd name="csY0" fmla="*/ 8890 h 1646555"/>
              <a:gd name="csX1" fmla="*/ 1573530 w 3424555"/>
              <a:gd name="csY1" fmla="*/ 0 h 1646555"/>
              <a:gd name="csX2" fmla="*/ 945515 w 3424555"/>
              <a:gd name="csY2" fmla="*/ 1163320 h 1646555"/>
              <a:gd name="csX3" fmla="*/ 687705 w 3424555"/>
              <a:gd name="csY3" fmla="*/ 955675 h 1646555"/>
              <a:gd name="csX4" fmla="*/ 0 w 3424555"/>
              <a:gd name="csY4" fmla="*/ 1646555 h 1646555"/>
              <a:gd name="csX5" fmla="*/ 538480 w 3424555"/>
              <a:gd name="csY5" fmla="*/ 1519555 h 1646555"/>
              <a:gd name="csX6" fmla="*/ 969010 w 3424555"/>
              <a:gd name="csY6" fmla="*/ 1468120 h 1646555"/>
              <a:gd name="csX7" fmla="*/ 1576071 w 3424555"/>
              <a:gd name="csY7" fmla="*/ 1586865 h 1646555"/>
              <a:gd name="csX8" fmla="*/ 2366010 w 3424555"/>
              <a:gd name="csY8" fmla="*/ 1425575 h 1646555"/>
              <a:gd name="csX9" fmla="*/ 2439671 w 3424555"/>
              <a:gd name="csY9" fmla="*/ 1472565 h 1646555"/>
              <a:gd name="csX10" fmla="*/ 2674621 w 3424555"/>
              <a:gd name="csY10" fmla="*/ 1478122 h 1646555"/>
              <a:gd name="csX11" fmla="*/ 2995295 w 3424555"/>
              <a:gd name="csY11" fmla="*/ 1294765 h 1646555"/>
              <a:gd name="csX12" fmla="*/ 2976245 w 3424555"/>
              <a:gd name="csY12" fmla="*/ 421005 h 1646555"/>
              <a:gd name="csX13" fmla="*/ 3424555 w 3424555"/>
              <a:gd name="csY13" fmla="*/ 8890 h 1646555"/>
              <a:gd name="csX0" fmla="*/ 3424555 w 3424555"/>
              <a:gd name="csY0" fmla="*/ 8890 h 1646555"/>
              <a:gd name="csX1" fmla="*/ 1573530 w 3424555"/>
              <a:gd name="csY1" fmla="*/ 0 h 1646555"/>
              <a:gd name="csX2" fmla="*/ 945515 w 3424555"/>
              <a:gd name="csY2" fmla="*/ 1163320 h 1646555"/>
              <a:gd name="csX3" fmla="*/ 687705 w 3424555"/>
              <a:gd name="csY3" fmla="*/ 955675 h 1646555"/>
              <a:gd name="csX4" fmla="*/ 0 w 3424555"/>
              <a:gd name="csY4" fmla="*/ 1646555 h 1646555"/>
              <a:gd name="csX5" fmla="*/ 538480 w 3424555"/>
              <a:gd name="csY5" fmla="*/ 1519555 h 1646555"/>
              <a:gd name="csX6" fmla="*/ 969010 w 3424555"/>
              <a:gd name="csY6" fmla="*/ 1468120 h 1646555"/>
              <a:gd name="csX7" fmla="*/ 1576071 w 3424555"/>
              <a:gd name="csY7" fmla="*/ 1586865 h 1646555"/>
              <a:gd name="csX8" fmla="*/ 2366010 w 3424555"/>
              <a:gd name="csY8" fmla="*/ 1425575 h 1646555"/>
              <a:gd name="csX9" fmla="*/ 2461103 w 3424555"/>
              <a:gd name="csY9" fmla="*/ 1479708 h 1646555"/>
              <a:gd name="csX10" fmla="*/ 2674621 w 3424555"/>
              <a:gd name="csY10" fmla="*/ 1478122 h 1646555"/>
              <a:gd name="csX11" fmla="*/ 2995295 w 3424555"/>
              <a:gd name="csY11" fmla="*/ 1294765 h 1646555"/>
              <a:gd name="csX12" fmla="*/ 2976245 w 3424555"/>
              <a:gd name="csY12" fmla="*/ 421005 h 1646555"/>
              <a:gd name="csX13" fmla="*/ 3424555 w 3424555"/>
              <a:gd name="csY13" fmla="*/ 8890 h 1646555"/>
              <a:gd name="csX0" fmla="*/ 3424555 w 3424555"/>
              <a:gd name="csY0" fmla="*/ 8890 h 1646555"/>
              <a:gd name="csX1" fmla="*/ 1573530 w 3424555"/>
              <a:gd name="csY1" fmla="*/ 0 h 1646555"/>
              <a:gd name="csX2" fmla="*/ 945515 w 3424555"/>
              <a:gd name="csY2" fmla="*/ 1163320 h 1646555"/>
              <a:gd name="csX3" fmla="*/ 687705 w 3424555"/>
              <a:gd name="csY3" fmla="*/ 955675 h 1646555"/>
              <a:gd name="csX4" fmla="*/ 0 w 3424555"/>
              <a:gd name="csY4" fmla="*/ 1646555 h 1646555"/>
              <a:gd name="csX5" fmla="*/ 538480 w 3424555"/>
              <a:gd name="csY5" fmla="*/ 1519555 h 1646555"/>
              <a:gd name="csX6" fmla="*/ 969010 w 3424555"/>
              <a:gd name="csY6" fmla="*/ 1468120 h 1646555"/>
              <a:gd name="csX7" fmla="*/ 1576071 w 3424555"/>
              <a:gd name="csY7" fmla="*/ 1586865 h 1646555"/>
              <a:gd name="csX8" fmla="*/ 2366010 w 3424555"/>
              <a:gd name="csY8" fmla="*/ 1425575 h 1646555"/>
              <a:gd name="csX9" fmla="*/ 2461103 w 3424555"/>
              <a:gd name="csY9" fmla="*/ 1479708 h 1646555"/>
              <a:gd name="csX10" fmla="*/ 2743677 w 3424555"/>
              <a:gd name="csY10" fmla="*/ 1480504 h 1646555"/>
              <a:gd name="csX11" fmla="*/ 2995295 w 3424555"/>
              <a:gd name="csY11" fmla="*/ 1294765 h 1646555"/>
              <a:gd name="csX12" fmla="*/ 2976245 w 3424555"/>
              <a:gd name="csY12" fmla="*/ 421005 h 1646555"/>
              <a:gd name="csX13" fmla="*/ 3424555 w 3424555"/>
              <a:gd name="csY13" fmla="*/ 8890 h 16465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424555" h="1646555">
                <a:moveTo>
                  <a:pt x="3424555" y="8890"/>
                </a:moveTo>
                <a:lnTo>
                  <a:pt x="1573530" y="0"/>
                </a:lnTo>
                <a:lnTo>
                  <a:pt x="945515" y="1163320"/>
                </a:lnTo>
                <a:lnTo>
                  <a:pt x="687705" y="955675"/>
                </a:lnTo>
                <a:lnTo>
                  <a:pt x="0" y="1646555"/>
                </a:lnTo>
                <a:lnTo>
                  <a:pt x="538480" y="1519555"/>
                </a:lnTo>
                <a:lnTo>
                  <a:pt x="969010" y="1468120"/>
                </a:lnTo>
                <a:lnTo>
                  <a:pt x="1576071" y="1586865"/>
                </a:lnTo>
                <a:lnTo>
                  <a:pt x="2366010" y="1425575"/>
                </a:lnTo>
                <a:lnTo>
                  <a:pt x="2461103" y="1479708"/>
                </a:lnTo>
                <a:lnTo>
                  <a:pt x="2743677" y="1480504"/>
                </a:lnTo>
                <a:lnTo>
                  <a:pt x="2995295" y="1294765"/>
                </a:lnTo>
                <a:lnTo>
                  <a:pt x="2976245" y="421005"/>
                </a:lnTo>
                <a:lnTo>
                  <a:pt x="3424555" y="8890"/>
                </a:lnTo>
                <a:close/>
              </a:path>
            </a:pathLst>
          </a:cu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7" name="Freeform: Shape 1026">
            <a:extLst>
              <a:ext uri="{FF2B5EF4-FFF2-40B4-BE49-F238E27FC236}">
                <a16:creationId xmlns:a16="http://schemas.microsoft.com/office/drawing/2014/main" id="{2F59BEB7-32BA-A574-9B81-FCA3A980B450}"/>
              </a:ext>
            </a:extLst>
          </p:cNvPr>
          <p:cNvSpPr/>
          <p:nvPr/>
        </p:nvSpPr>
        <p:spPr>
          <a:xfrm>
            <a:off x="528637" y="2209800"/>
            <a:ext cx="3955257" cy="2455068"/>
          </a:xfrm>
          <a:custGeom>
            <a:avLst/>
            <a:gdLst>
              <a:gd name="csX0" fmla="*/ 0 w 3924300"/>
              <a:gd name="csY0" fmla="*/ 1943100 h 2466975"/>
              <a:gd name="csX1" fmla="*/ 523875 w 3924300"/>
              <a:gd name="csY1" fmla="*/ 2466975 h 2466975"/>
              <a:gd name="csX2" fmla="*/ 1200150 w 3924300"/>
              <a:gd name="csY2" fmla="*/ 1762125 h 2466975"/>
              <a:gd name="csX3" fmla="*/ 1466850 w 3924300"/>
              <a:gd name="csY3" fmla="*/ 1971675 h 2466975"/>
              <a:gd name="csX4" fmla="*/ 2076450 w 3924300"/>
              <a:gd name="csY4" fmla="*/ 819150 h 2466975"/>
              <a:gd name="csX5" fmla="*/ 3924300 w 3924300"/>
              <a:gd name="csY5" fmla="*/ 828675 h 2466975"/>
              <a:gd name="csX6" fmla="*/ 3924300 w 3924300"/>
              <a:gd name="csY6" fmla="*/ 0 h 2466975"/>
              <a:gd name="csX0" fmla="*/ 0 w 3938588"/>
              <a:gd name="csY0" fmla="*/ 1914525 h 2466975"/>
              <a:gd name="csX1" fmla="*/ 538163 w 3938588"/>
              <a:gd name="csY1" fmla="*/ 2466975 h 2466975"/>
              <a:gd name="csX2" fmla="*/ 1214438 w 3938588"/>
              <a:gd name="csY2" fmla="*/ 1762125 h 2466975"/>
              <a:gd name="csX3" fmla="*/ 1481138 w 3938588"/>
              <a:gd name="csY3" fmla="*/ 1971675 h 2466975"/>
              <a:gd name="csX4" fmla="*/ 2090738 w 3938588"/>
              <a:gd name="csY4" fmla="*/ 819150 h 2466975"/>
              <a:gd name="csX5" fmla="*/ 3938588 w 3938588"/>
              <a:gd name="csY5" fmla="*/ 828675 h 2466975"/>
              <a:gd name="csX6" fmla="*/ 3938588 w 3938588"/>
              <a:gd name="csY6" fmla="*/ 0 h 2466975"/>
              <a:gd name="csX0" fmla="*/ 0 w 3938588"/>
              <a:gd name="csY0" fmla="*/ 1914525 h 2455068"/>
              <a:gd name="csX1" fmla="*/ 540544 w 3938588"/>
              <a:gd name="csY1" fmla="*/ 2455068 h 2455068"/>
              <a:gd name="csX2" fmla="*/ 1214438 w 3938588"/>
              <a:gd name="csY2" fmla="*/ 1762125 h 2455068"/>
              <a:gd name="csX3" fmla="*/ 1481138 w 3938588"/>
              <a:gd name="csY3" fmla="*/ 1971675 h 2455068"/>
              <a:gd name="csX4" fmla="*/ 2090738 w 3938588"/>
              <a:gd name="csY4" fmla="*/ 819150 h 2455068"/>
              <a:gd name="csX5" fmla="*/ 3938588 w 3938588"/>
              <a:gd name="csY5" fmla="*/ 828675 h 2455068"/>
              <a:gd name="csX6" fmla="*/ 3938588 w 3938588"/>
              <a:gd name="csY6" fmla="*/ 0 h 2455068"/>
              <a:gd name="csX0" fmla="*/ 0 w 3938588"/>
              <a:gd name="csY0" fmla="*/ 1914525 h 2455068"/>
              <a:gd name="csX1" fmla="*/ 540544 w 3938588"/>
              <a:gd name="csY1" fmla="*/ 2455068 h 2455068"/>
              <a:gd name="csX2" fmla="*/ 1221582 w 3938588"/>
              <a:gd name="csY2" fmla="*/ 1764506 h 2455068"/>
              <a:gd name="csX3" fmla="*/ 1481138 w 3938588"/>
              <a:gd name="csY3" fmla="*/ 1971675 h 2455068"/>
              <a:gd name="csX4" fmla="*/ 2090738 w 3938588"/>
              <a:gd name="csY4" fmla="*/ 819150 h 2455068"/>
              <a:gd name="csX5" fmla="*/ 3938588 w 3938588"/>
              <a:gd name="csY5" fmla="*/ 828675 h 2455068"/>
              <a:gd name="csX6" fmla="*/ 3938588 w 3938588"/>
              <a:gd name="csY6" fmla="*/ 0 h 2455068"/>
              <a:gd name="csX0" fmla="*/ 0 w 3938588"/>
              <a:gd name="csY0" fmla="*/ 1914525 h 2455068"/>
              <a:gd name="csX1" fmla="*/ 540544 w 3938588"/>
              <a:gd name="csY1" fmla="*/ 2455068 h 2455068"/>
              <a:gd name="csX2" fmla="*/ 1221582 w 3938588"/>
              <a:gd name="csY2" fmla="*/ 1764506 h 2455068"/>
              <a:gd name="csX3" fmla="*/ 1471613 w 3938588"/>
              <a:gd name="csY3" fmla="*/ 1971675 h 2455068"/>
              <a:gd name="csX4" fmla="*/ 2090738 w 3938588"/>
              <a:gd name="csY4" fmla="*/ 819150 h 2455068"/>
              <a:gd name="csX5" fmla="*/ 3938588 w 3938588"/>
              <a:gd name="csY5" fmla="*/ 828675 h 2455068"/>
              <a:gd name="csX6" fmla="*/ 3938588 w 3938588"/>
              <a:gd name="csY6" fmla="*/ 0 h 2455068"/>
              <a:gd name="csX0" fmla="*/ 0 w 3948113"/>
              <a:gd name="csY0" fmla="*/ 1914525 h 2455068"/>
              <a:gd name="csX1" fmla="*/ 540544 w 3948113"/>
              <a:gd name="csY1" fmla="*/ 2455068 h 2455068"/>
              <a:gd name="csX2" fmla="*/ 1221582 w 3948113"/>
              <a:gd name="csY2" fmla="*/ 1764506 h 2455068"/>
              <a:gd name="csX3" fmla="*/ 1471613 w 3948113"/>
              <a:gd name="csY3" fmla="*/ 1971675 h 2455068"/>
              <a:gd name="csX4" fmla="*/ 2090738 w 3948113"/>
              <a:gd name="csY4" fmla="*/ 819150 h 2455068"/>
              <a:gd name="csX5" fmla="*/ 3948113 w 3948113"/>
              <a:gd name="csY5" fmla="*/ 828675 h 2455068"/>
              <a:gd name="csX6" fmla="*/ 3938588 w 3948113"/>
              <a:gd name="csY6" fmla="*/ 0 h 2455068"/>
              <a:gd name="csX0" fmla="*/ 0 w 3955257"/>
              <a:gd name="csY0" fmla="*/ 1914525 h 2455068"/>
              <a:gd name="csX1" fmla="*/ 540544 w 3955257"/>
              <a:gd name="csY1" fmla="*/ 2455068 h 2455068"/>
              <a:gd name="csX2" fmla="*/ 1221582 w 3955257"/>
              <a:gd name="csY2" fmla="*/ 1764506 h 2455068"/>
              <a:gd name="csX3" fmla="*/ 1471613 w 3955257"/>
              <a:gd name="csY3" fmla="*/ 1971675 h 2455068"/>
              <a:gd name="csX4" fmla="*/ 2090738 w 3955257"/>
              <a:gd name="csY4" fmla="*/ 819150 h 2455068"/>
              <a:gd name="csX5" fmla="*/ 3955257 w 3955257"/>
              <a:gd name="csY5" fmla="*/ 826293 h 2455068"/>
              <a:gd name="csX6" fmla="*/ 3938588 w 3955257"/>
              <a:gd name="csY6" fmla="*/ 0 h 2455068"/>
              <a:gd name="csX0" fmla="*/ 0 w 3955257"/>
              <a:gd name="csY0" fmla="*/ 1914525 h 2455068"/>
              <a:gd name="csX1" fmla="*/ 540544 w 3955257"/>
              <a:gd name="csY1" fmla="*/ 2455068 h 2455068"/>
              <a:gd name="csX2" fmla="*/ 1221582 w 3955257"/>
              <a:gd name="csY2" fmla="*/ 1764506 h 2455068"/>
              <a:gd name="csX3" fmla="*/ 1471613 w 3955257"/>
              <a:gd name="csY3" fmla="*/ 1971675 h 2455068"/>
              <a:gd name="csX4" fmla="*/ 2090738 w 3955257"/>
              <a:gd name="csY4" fmla="*/ 819150 h 2455068"/>
              <a:gd name="csX5" fmla="*/ 3955257 w 3955257"/>
              <a:gd name="csY5" fmla="*/ 826293 h 2455068"/>
              <a:gd name="csX6" fmla="*/ 3952876 w 3955257"/>
              <a:gd name="csY6" fmla="*/ 0 h 2455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955257" h="2455068">
                <a:moveTo>
                  <a:pt x="0" y="1914525"/>
                </a:moveTo>
                <a:lnTo>
                  <a:pt x="540544" y="2455068"/>
                </a:lnTo>
                <a:lnTo>
                  <a:pt x="1221582" y="1764506"/>
                </a:lnTo>
                <a:lnTo>
                  <a:pt x="1471613" y="1971675"/>
                </a:lnTo>
                <a:lnTo>
                  <a:pt x="2090738" y="819150"/>
                </a:lnTo>
                <a:lnTo>
                  <a:pt x="3955257" y="826293"/>
                </a:lnTo>
                <a:cubicBezTo>
                  <a:pt x="3954463" y="550862"/>
                  <a:pt x="3953670" y="275431"/>
                  <a:pt x="3952876" y="0"/>
                </a:cubicBezTo>
              </a:path>
            </a:pathLst>
          </a:custGeom>
          <a:noFill/>
          <a:ln w="190500">
            <a:solidFill>
              <a:srgbClr val="FFFF00">
                <a:alpha val="3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28" name="Group 1027">
            <a:extLst>
              <a:ext uri="{FF2B5EF4-FFF2-40B4-BE49-F238E27FC236}">
                <a16:creationId xmlns:a16="http://schemas.microsoft.com/office/drawing/2014/main" id="{EE2A8240-3E9E-5F3A-BC9D-A8869FE05BB5}"/>
              </a:ext>
            </a:extLst>
          </p:cNvPr>
          <p:cNvGrpSpPr/>
          <p:nvPr/>
        </p:nvGrpSpPr>
        <p:grpSpPr>
          <a:xfrm>
            <a:off x="6280150" y="5312482"/>
            <a:ext cx="3074464" cy="602000"/>
            <a:chOff x="2042988" y="6559300"/>
            <a:chExt cx="3074464" cy="602000"/>
          </a:xfrm>
        </p:grpSpPr>
        <p:sp>
          <p:nvSpPr>
            <p:cNvPr id="1029" name="TextBox 1028">
              <a:extLst>
                <a:ext uri="{FF2B5EF4-FFF2-40B4-BE49-F238E27FC236}">
                  <a16:creationId xmlns:a16="http://schemas.microsoft.com/office/drawing/2014/main" id="{CFA5EE06-7106-E20A-D3F8-6AA40B51A3A8}"/>
                </a:ext>
              </a:extLst>
            </p:cNvPr>
            <p:cNvSpPr txBox="1"/>
            <p:nvPr/>
          </p:nvSpPr>
          <p:spPr>
            <a:xfrm>
              <a:off x="2811772" y="6559300"/>
              <a:ext cx="2305680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Hashing = Cut Solid</a:t>
              </a:r>
            </a:p>
          </p:txBody>
        </p:sp>
        <p:cxnSp>
          <p:nvCxnSpPr>
            <p:cNvPr id="1030" name="Straight Arrow Connector 1029">
              <a:extLst>
                <a:ext uri="{FF2B5EF4-FFF2-40B4-BE49-F238E27FC236}">
                  <a16:creationId xmlns:a16="http://schemas.microsoft.com/office/drawing/2014/main" id="{5FCF29FD-DF44-321E-BCCB-0B030F06AD2A}"/>
                </a:ext>
              </a:extLst>
            </p:cNvPr>
            <p:cNvCxnSpPr>
              <a:cxnSpLocks/>
              <a:stCxn id="1029" idx="1"/>
            </p:cNvCxnSpPr>
            <p:nvPr/>
          </p:nvCxnSpPr>
          <p:spPr>
            <a:xfrm flipH="1">
              <a:off x="2042988" y="6743966"/>
              <a:ext cx="768784" cy="417334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53" name="Group 1052">
            <a:extLst>
              <a:ext uri="{FF2B5EF4-FFF2-40B4-BE49-F238E27FC236}">
                <a16:creationId xmlns:a16="http://schemas.microsoft.com/office/drawing/2014/main" id="{4D44E5A4-C517-B498-26B9-C71EB66F3B1B}"/>
              </a:ext>
            </a:extLst>
          </p:cNvPr>
          <p:cNvGrpSpPr/>
          <p:nvPr/>
        </p:nvGrpSpPr>
        <p:grpSpPr>
          <a:xfrm>
            <a:off x="381386" y="3042285"/>
            <a:ext cx="4749414" cy="2774952"/>
            <a:chOff x="381386" y="3042285"/>
            <a:chExt cx="4749414" cy="2774952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A8B644B-D7D5-C5D6-F9B5-B82A5A45A0F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75752" y="4166608"/>
              <a:ext cx="2088198" cy="1611892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lgDashDot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5F555125-4FF8-690B-8A1D-415636D36E4F}"/>
                </a:ext>
              </a:extLst>
            </p:cNvPr>
            <p:cNvCxnSpPr>
              <a:cxnSpLocks/>
              <a:endCxn id="18" idx="1"/>
            </p:cNvCxnSpPr>
            <p:nvPr/>
          </p:nvCxnSpPr>
          <p:spPr>
            <a:xfrm flipH="1" flipV="1">
              <a:off x="2635884" y="3042285"/>
              <a:ext cx="2494916" cy="1595172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lgDashDot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51" name="Group 1050">
              <a:extLst>
                <a:ext uri="{FF2B5EF4-FFF2-40B4-BE49-F238E27FC236}">
                  <a16:creationId xmlns:a16="http://schemas.microsoft.com/office/drawing/2014/main" id="{5330CFE1-E14E-3174-8F52-B6B471D475BF}"/>
                </a:ext>
              </a:extLst>
            </p:cNvPr>
            <p:cNvGrpSpPr/>
            <p:nvPr/>
          </p:nvGrpSpPr>
          <p:grpSpPr>
            <a:xfrm>
              <a:off x="381386" y="3952392"/>
              <a:ext cx="3709884" cy="1864845"/>
              <a:chOff x="381386" y="3952392"/>
              <a:chExt cx="3709884" cy="1864845"/>
            </a:xfrm>
          </p:grpSpPr>
          <p:grpSp>
            <p:nvGrpSpPr>
              <p:cNvPr id="1036" name="Group 1035">
                <a:extLst>
                  <a:ext uri="{FF2B5EF4-FFF2-40B4-BE49-F238E27FC236}">
                    <a16:creationId xmlns:a16="http://schemas.microsoft.com/office/drawing/2014/main" id="{6B3C4E0D-2AEA-A5AE-96EA-58727DC8014F}"/>
                  </a:ext>
                </a:extLst>
              </p:cNvPr>
              <p:cNvGrpSpPr/>
              <p:nvPr/>
            </p:nvGrpSpPr>
            <p:grpSpPr>
              <a:xfrm>
                <a:off x="381386" y="5447905"/>
                <a:ext cx="2908300" cy="369332"/>
                <a:chOff x="2899252" y="6218014"/>
                <a:chExt cx="2908300" cy="369332"/>
              </a:xfrm>
            </p:grpSpPr>
            <p:sp>
              <p:nvSpPr>
                <p:cNvPr id="1037" name="TextBox 1036">
                  <a:extLst>
                    <a:ext uri="{FF2B5EF4-FFF2-40B4-BE49-F238E27FC236}">
                      <a16:creationId xmlns:a16="http://schemas.microsoft.com/office/drawing/2014/main" id="{40F56161-D73A-2DAB-B03A-BD07FD194E24}"/>
                    </a:ext>
                  </a:extLst>
                </p:cNvPr>
                <p:cNvSpPr txBox="1"/>
                <p:nvPr/>
              </p:nvSpPr>
              <p:spPr>
                <a:xfrm>
                  <a:off x="2899252" y="6218014"/>
                  <a:ext cx="1913786" cy="369332"/>
                </a:xfrm>
                <a:prstGeom prst="rect">
                  <a:avLst/>
                </a:prstGeom>
                <a:solidFill>
                  <a:srgbClr val="0070C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bg1"/>
                      </a:solidFill>
                    </a:rPr>
                    <a:t>Aligned Section</a:t>
                  </a:r>
                </a:p>
              </p:txBody>
            </p:sp>
            <p:cxnSp>
              <p:nvCxnSpPr>
                <p:cNvPr id="1038" name="Straight Arrow Connector 1037">
                  <a:extLst>
                    <a:ext uri="{FF2B5EF4-FFF2-40B4-BE49-F238E27FC236}">
                      <a16:creationId xmlns:a16="http://schemas.microsoft.com/office/drawing/2014/main" id="{B8C086B0-A024-4BA2-341F-7D25ED4AB505}"/>
                    </a:ext>
                  </a:extLst>
                </p:cNvPr>
                <p:cNvCxnSpPr>
                  <a:cxnSpLocks/>
                  <a:stCxn id="1037" idx="3"/>
                  <a:endCxn id="14" idx="1"/>
                </p:cNvCxnSpPr>
                <p:nvPr/>
              </p:nvCxnSpPr>
              <p:spPr>
                <a:xfrm flipV="1">
                  <a:off x="4813038" y="6233793"/>
                  <a:ext cx="994514" cy="168887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oval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47" name="Straight Arrow Connector 1046">
                <a:extLst>
                  <a:ext uri="{FF2B5EF4-FFF2-40B4-BE49-F238E27FC236}">
                    <a16:creationId xmlns:a16="http://schemas.microsoft.com/office/drawing/2014/main" id="{E302F4EE-07E2-3AC6-38E0-06836AB0BD2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12139" y="3952392"/>
                <a:ext cx="1179131" cy="1568933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75" name="Group 1074">
            <a:extLst>
              <a:ext uri="{FF2B5EF4-FFF2-40B4-BE49-F238E27FC236}">
                <a16:creationId xmlns:a16="http://schemas.microsoft.com/office/drawing/2014/main" id="{5B707470-88A2-36A8-6147-1C7A0EDB040E}"/>
              </a:ext>
            </a:extLst>
          </p:cNvPr>
          <p:cNvGrpSpPr/>
          <p:nvPr/>
        </p:nvGrpSpPr>
        <p:grpSpPr>
          <a:xfrm>
            <a:off x="1460500" y="3010896"/>
            <a:ext cx="5059084" cy="3034304"/>
            <a:chOff x="1460500" y="3010896"/>
            <a:chExt cx="5059084" cy="3034304"/>
          </a:xfrm>
        </p:grpSpPr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B9B85010-2389-F4C9-5938-F36EC040B7D2}"/>
                </a:ext>
              </a:extLst>
            </p:cNvPr>
            <p:cNvSpPr/>
            <p:nvPr/>
          </p:nvSpPr>
          <p:spPr>
            <a:xfrm>
              <a:off x="1460500" y="4286250"/>
              <a:ext cx="1898650" cy="1758950"/>
            </a:xfrm>
            <a:custGeom>
              <a:avLst/>
              <a:gdLst>
                <a:gd name="csX0" fmla="*/ 1905000 w 1911350"/>
                <a:gd name="csY0" fmla="*/ 1758950 h 1758950"/>
                <a:gd name="csX1" fmla="*/ 1911350 w 1911350"/>
                <a:gd name="csY1" fmla="*/ 1524000 h 1758950"/>
                <a:gd name="csX2" fmla="*/ 12700 w 1911350"/>
                <a:gd name="csY2" fmla="*/ 0 h 1758950"/>
                <a:gd name="csX3" fmla="*/ 0 w 1911350"/>
                <a:gd name="csY3" fmla="*/ 6350 h 1758950"/>
                <a:gd name="csX4" fmla="*/ 0 w 1911350"/>
                <a:gd name="csY4" fmla="*/ 6350 h 1758950"/>
                <a:gd name="csX0" fmla="*/ 1905000 w 1911350"/>
                <a:gd name="csY0" fmla="*/ 1758950 h 1758950"/>
                <a:gd name="csX1" fmla="*/ 1911350 w 1911350"/>
                <a:gd name="csY1" fmla="*/ 1524000 h 1758950"/>
                <a:gd name="csX2" fmla="*/ 12700 w 1911350"/>
                <a:gd name="csY2" fmla="*/ 0 h 1758950"/>
                <a:gd name="csX3" fmla="*/ 0 w 1911350"/>
                <a:gd name="csY3" fmla="*/ 6350 h 1758950"/>
                <a:gd name="csX0" fmla="*/ 1892300 w 1898650"/>
                <a:gd name="csY0" fmla="*/ 1758950 h 1758950"/>
                <a:gd name="csX1" fmla="*/ 1898650 w 1898650"/>
                <a:gd name="csY1" fmla="*/ 1524000 h 1758950"/>
                <a:gd name="csX2" fmla="*/ 0 w 1898650"/>
                <a:gd name="csY2" fmla="*/ 0 h 17589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898650" h="1758950">
                  <a:moveTo>
                    <a:pt x="1892300" y="1758950"/>
                  </a:moveTo>
                  <a:lnTo>
                    <a:pt x="1898650" y="1524000"/>
                  </a:lnTo>
                  <a:lnTo>
                    <a:pt x="0" y="0"/>
                  </a:lnTo>
                </a:path>
              </a:pathLst>
            </a:custGeom>
            <a:ln>
              <a:solidFill>
                <a:schemeClr val="accent4">
                  <a:lumMod val="40000"/>
                  <a:lumOff val="60000"/>
                </a:schemeClr>
              </a:solidFill>
              <a:prstDash val="sysDot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3F27049F-9FD7-A13E-F24B-83B7EBC7FE6C}"/>
                </a:ext>
              </a:extLst>
            </p:cNvPr>
            <p:cNvSpPr/>
            <p:nvPr/>
          </p:nvSpPr>
          <p:spPr>
            <a:xfrm>
              <a:off x="1955799" y="3879849"/>
              <a:ext cx="2155858" cy="1917205"/>
            </a:xfrm>
            <a:custGeom>
              <a:avLst/>
              <a:gdLst>
                <a:gd name="csX0" fmla="*/ 1905000 w 1911350"/>
                <a:gd name="csY0" fmla="*/ 1758950 h 1758950"/>
                <a:gd name="csX1" fmla="*/ 1911350 w 1911350"/>
                <a:gd name="csY1" fmla="*/ 1524000 h 1758950"/>
                <a:gd name="csX2" fmla="*/ 12700 w 1911350"/>
                <a:gd name="csY2" fmla="*/ 0 h 1758950"/>
                <a:gd name="csX3" fmla="*/ 0 w 1911350"/>
                <a:gd name="csY3" fmla="*/ 6350 h 1758950"/>
                <a:gd name="csX4" fmla="*/ 0 w 1911350"/>
                <a:gd name="csY4" fmla="*/ 6350 h 1758950"/>
                <a:gd name="csX0" fmla="*/ 1905000 w 1911350"/>
                <a:gd name="csY0" fmla="*/ 1758950 h 1758950"/>
                <a:gd name="csX1" fmla="*/ 1911350 w 1911350"/>
                <a:gd name="csY1" fmla="*/ 1524000 h 1758950"/>
                <a:gd name="csX2" fmla="*/ 12700 w 1911350"/>
                <a:gd name="csY2" fmla="*/ 0 h 1758950"/>
                <a:gd name="csX3" fmla="*/ 0 w 1911350"/>
                <a:gd name="csY3" fmla="*/ 6350 h 1758950"/>
                <a:gd name="csX0" fmla="*/ 1892300 w 1898650"/>
                <a:gd name="csY0" fmla="*/ 1758950 h 1758950"/>
                <a:gd name="csX1" fmla="*/ 1898650 w 1898650"/>
                <a:gd name="csY1" fmla="*/ 1524000 h 1758950"/>
                <a:gd name="csX2" fmla="*/ 0 w 1898650"/>
                <a:gd name="csY2" fmla="*/ 0 h 1758950"/>
                <a:gd name="csX0" fmla="*/ 1504950 w 1511300"/>
                <a:gd name="csY0" fmla="*/ 1555750 h 1555750"/>
                <a:gd name="csX1" fmla="*/ 1511300 w 1511300"/>
                <a:gd name="csY1" fmla="*/ 1320800 h 1555750"/>
                <a:gd name="csX2" fmla="*/ 0 w 1511300"/>
                <a:gd name="csY2" fmla="*/ 0 h 1555750"/>
                <a:gd name="csX0" fmla="*/ 1617823 w 1624173"/>
                <a:gd name="csY0" fmla="*/ 1652540 h 1652540"/>
                <a:gd name="csX1" fmla="*/ 1624173 w 1624173"/>
                <a:gd name="csY1" fmla="*/ 1417590 h 1652540"/>
                <a:gd name="csX2" fmla="*/ 112873 w 1624173"/>
                <a:gd name="csY2" fmla="*/ 96790 h 1652540"/>
                <a:gd name="csX3" fmla="*/ 109665 w 1624173"/>
                <a:gd name="csY3" fmla="*/ 100460 h 1652540"/>
                <a:gd name="csX0" fmla="*/ 1955833 w 1962183"/>
                <a:gd name="csY0" fmla="*/ 1799746 h 1799746"/>
                <a:gd name="csX1" fmla="*/ 1962183 w 1962183"/>
                <a:gd name="csY1" fmla="*/ 1564796 h 1799746"/>
                <a:gd name="csX2" fmla="*/ 450883 w 1962183"/>
                <a:gd name="csY2" fmla="*/ 243996 h 1799746"/>
                <a:gd name="csX3" fmla="*/ 0 w 1962183"/>
                <a:gd name="csY3" fmla="*/ 16 h 1799746"/>
                <a:gd name="csX0" fmla="*/ 1955833 w 1962183"/>
                <a:gd name="csY0" fmla="*/ 1799730 h 1799730"/>
                <a:gd name="csX1" fmla="*/ 1962183 w 1962183"/>
                <a:gd name="csY1" fmla="*/ 1564780 h 1799730"/>
                <a:gd name="csX2" fmla="*/ 450883 w 1962183"/>
                <a:gd name="csY2" fmla="*/ 243980 h 1799730"/>
                <a:gd name="csX3" fmla="*/ 0 w 1962183"/>
                <a:gd name="csY3" fmla="*/ 0 h 1799730"/>
                <a:gd name="csX0" fmla="*/ 2149508 w 2155858"/>
                <a:gd name="csY0" fmla="*/ 1917205 h 1917205"/>
                <a:gd name="csX1" fmla="*/ 2155858 w 2155858"/>
                <a:gd name="csY1" fmla="*/ 1682255 h 1917205"/>
                <a:gd name="csX2" fmla="*/ 644558 w 2155858"/>
                <a:gd name="csY2" fmla="*/ 361455 h 1917205"/>
                <a:gd name="csX3" fmla="*/ 0 w 2155858"/>
                <a:gd name="csY3" fmla="*/ 0 h 1917205"/>
                <a:gd name="csX0" fmla="*/ 2149508 w 2155858"/>
                <a:gd name="csY0" fmla="*/ 1917205 h 1917205"/>
                <a:gd name="csX1" fmla="*/ 2155858 w 2155858"/>
                <a:gd name="csY1" fmla="*/ 1682255 h 1917205"/>
                <a:gd name="csX2" fmla="*/ 657258 w 2155858"/>
                <a:gd name="csY2" fmla="*/ 336055 h 1917205"/>
                <a:gd name="csX3" fmla="*/ 0 w 2155858"/>
                <a:gd name="csY3" fmla="*/ 0 h 1917205"/>
                <a:gd name="csX0" fmla="*/ 2149508 w 2155858"/>
                <a:gd name="csY0" fmla="*/ 1917205 h 1917205"/>
                <a:gd name="csX1" fmla="*/ 2155858 w 2155858"/>
                <a:gd name="csY1" fmla="*/ 1682255 h 1917205"/>
                <a:gd name="csX2" fmla="*/ 657258 w 2155858"/>
                <a:gd name="csY2" fmla="*/ 336055 h 1917205"/>
                <a:gd name="csX3" fmla="*/ 146051 w 2155858"/>
                <a:gd name="csY3" fmla="*/ 98426 h 1917205"/>
                <a:gd name="csX4" fmla="*/ 0 w 2155858"/>
                <a:gd name="csY4" fmla="*/ 0 h 1917205"/>
                <a:gd name="csX0" fmla="*/ 2149508 w 2155858"/>
                <a:gd name="csY0" fmla="*/ 1917205 h 1917205"/>
                <a:gd name="csX1" fmla="*/ 2155858 w 2155858"/>
                <a:gd name="csY1" fmla="*/ 1682255 h 1917205"/>
                <a:gd name="csX2" fmla="*/ 654083 w 2155858"/>
                <a:gd name="csY2" fmla="*/ 342405 h 1917205"/>
                <a:gd name="csX3" fmla="*/ 146051 w 2155858"/>
                <a:gd name="csY3" fmla="*/ 98426 h 1917205"/>
                <a:gd name="csX4" fmla="*/ 0 w 2155858"/>
                <a:gd name="csY4" fmla="*/ 0 h 1917205"/>
                <a:gd name="csX0" fmla="*/ 2149508 w 2155858"/>
                <a:gd name="csY0" fmla="*/ 1917205 h 1917205"/>
                <a:gd name="csX1" fmla="*/ 2155858 w 2155858"/>
                <a:gd name="csY1" fmla="*/ 1682255 h 1917205"/>
                <a:gd name="csX2" fmla="*/ 649320 w 2155858"/>
                <a:gd name="csY2" fmla="*/ 354311 h 1917205"/>
                <a:gd name="csX3" fmla="*/ 146051 w 2155858"/>
                <a:gd name="csY3" fmla="*/ 98426 h 1917205"/>
                <a:gd name="csX4" fmla="*/ 0 w 2155858"/>
                <a:gd name="csY4" fmla="*/ 0 h 1917205"/>
                <a:gd name="csX0" fmla="*/ 2149508 w 2155858"/>
                <a:gd name="csY0" fmla="*/ 1917205 h 1917205"/>
                <a:gd name="csX1" fmla="*/ 2155858 w 2155858"/>
                <a:gd name="csY1" fmla="*/ 1682255 h 1917205"/>
                <a:gd name="csX2" fmla="*/ 644558 w 2155858"/>
                <a:gd name="csY2" fmla="*/ 370980 h 1917205"/>
                <a:gd name="csX3" fmla="*/ 146051 w 2155858"/>
                <a:gd name="csY3" fmla="*/ 98426 h 1917205"/>
                <a:gd name="csX4" fmla="*/ 0 w 2155858"/>
                <a:gd name="csY4" fmla="*/ 0 h 1917205"/>
                <a:gd name="csX0" fmla="*/ 2149508 w 2155858"/>
                <a:gd name="csY0" fmla="*/ 1917205 h 1917205"/>
                <a:gd name="csX1" fmla="*/ 2155858 w 2155858"/>
                <a:gd name="csY1" fmla="*/ 1682255 h 1917205"/>
                <a:gd name="csX2" fmla="*/ 644558 w 2155858"/>
                <a:gd name="csY2" fmla="*/ 370980 h 1917205"/>
                <a:gd name="csX3" fmla="*/ 0 w 2155858"/>
                <a:gd name="csY3" fmla="*/ 0 h 1917205"/>
                <a:gd name="csX0" fmla="*/ 2149508 w 2155858"/>
                <a:gd name="csY0" fmla="*/ 1917205 h 1917205"/>
                <a:gd name="csX1" fmla="*/ 2155858 w 2155858"/>
                <a:gd name="csY1" fmla="*/ 1682255 h 1917205"/>
                <a:gd name="csX2" fmla="*/ 482633 w 2155858"/>
                <a:gd name="csY2" fmla="*/ 299543 h 1917205"/>
                <a:gd name="csX3" fmla="*/ 0 w 2155858"/>
                <a:gd name="csY3" fmla="*/ 0 h 19172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55858" h="1917205">
                  <a:moveTo>
                    <a:pt x="2149508" y="1917205"/>
                  </a:moveTo>
                  <a:lnTo>
                    <a:pt x="2155858" y="1682255"/>
                  </a:lnTo>
                  <a:lnTo>
                    <a:pt x="482633" y="299543"/>
                  </a:lnTo>
                  <a:lnTo>
                    <a:pt x="0" y="0"/>
                  </a:lnTo>
                </a:path>
              </a:pathLst>
            </a:custGeom>
            <a:ln>
              <a:solidFill>
                <a:schemeClr val="accent4">
                  <a:lumMod val="40000"/>
                  <a:lumOff val="60000"/>
                </a:schemeClr>
              </a:solidFill>
              <a:prstDash val="sysDot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70636956-D84B-09C0-DA54-6E4832BDE88C}"/>
                </a:ext>
              </a:extLst>
            </p:cNvPr>
            <p:cNvSpPr/>
            <p:nvPr/>
          </p:nvSpPr>
          <p:spPr>
            <a:xfrm>
              <a:off x="2285751" y="3505932"/>
              <a:ext cx="2190783" cy="1863230"/>
            </a:xfrm>
            <a:custGeom>
              <a:avLst/>
              <a:gdLst>
                <a:gd name="csX0" fmla="*/ 1905000 w 1911350"/>
                <a:gd name="csY0" fmla="*/ 1758950 h 1758950"/>
                <a:gd name="csX1" fmla="*/ 1911350 w 1911350"/>
                <a:gd name="csY1" fmla="*/ 1524000 h 1758950"/>
                <a:gd name="csX2" fmla="*/ 12700 w 1911350"/>
                <a:gd name="csY2" fmla="*/ 0 h 1758950"/>
                <a:gd name="csX3" fmla="*/ 0 w 1911350"/>
                <a:gd name="csY3" fmla="*/ 6350 h 1758950"/>
                <a:gd name="csX4" fmla="*/ 0 w 1911350"/>
                <a:gd name="csY4" fmla="*/ 6350 h 1758950"/>
                <a:gd name="csX0" fmla="*/ 1905000 w 1911350"/>
                <a:gd name="csY0" fmla="*/ 1758950 h 1758950"/>
                <a:gd name="csX1" fmla="*/ 1911350 w 1911350"/>
                <a:gd name="csY1" fmla="*/ 1524000 h 1758950"/>
                <a:gd name="csX2" fmla="*/ 12700 w 1911350"/>
                <a:gd name="csY2" fmla="*/ 0 h 1758950"/>
                <a:gd name="csX3" fmla="*/ 0 w 1911350"/>
                <a:gd name="csY3" fmla="*/ 6350 h 1758950"/>
                <a:gd name="csX0" fmla="*/ 1892300 w 1898650"/>
                <a:gd name="csY0" fmla="*/ 1758950 h 1758950"/>
                <a:gd name="csX1" fmla="*/ 1898650 w 1898650"/>
                <a:gd name="csY1" fmla="*/ 1524000 h 1758950"/>
                <a:gd name="csX2" fmla="*/ 0 w 1898650"/>
                <a:gd name="csY2" fmla="*/ 0 h 1758950"/>
                <a:gd name="csX0" fmla="*/ 1504950 w 1511300"/>
                <a:gd name="csY0" fmla="*/ 1555750 h 1555750"/>
                <a:gd name="csX1" fmla="*/ 1511300 w 1511300"/>
                <a:gd name="csY1" fmla="*/ 1320800 h 1555750"/>
                <a:gd name="csX2" fmla="*/ 0 w 1511300"/>
                <a:gd name="csY2" fmla="*/ 0 h 1555750"/>
                <a:gd name="csX0" fmla="*/ 1617823 w 1624173"/>
                <a:gd name="csY0" fmla="*/ 1652540 h 1652540"/>
                <a:gd name="csX1" fmla="*/ 1624173 w 1624173"/>
                <a:gd name="csY1" fmla="*/ 1417590 h 1652540"/>
                <a:gd name="csX2" fmla="*/ 112873 w 1624173"/>
                <a:gd name="csY2" fmla="*/ 96790 h 1652540"/>
                <a:gd name="csX3" fmla="*/ 109665 w 1624173"/>
                <a:gd name="csY3" fmla="*/ 100460 h 1652540"/>
                <a:gd name="csX0" fmla="*/ 1955833 w 1962183"/>
                <a:gd name="csY0" fmla="*/ 1799746 h 1799746"/>
                <a:gd name="csX1" fmla="*/ 1962183 w 1962183"/>
                <a:gd name="csY1" fmla="*/ 1564796 h 1799746"/>
                <a:gd name="csX2" fmla="*/ 450883 w 1962183"/>
                <a:gd name="csY2" fmla="*/ 243996 h 1799746"/>
                <a:gd name="csX3" fmla="*/ 0 w 1962183"/>
                <a:gd name="csY3" fmla="*/ 16 h 1799746"/>
                <a:gd name="csX0" fmla="*/ 1955833 w 1962183"/>
                <a:gd name="csY0" fmla="*/ 1799730 h 1799730"/>
                <a:gd name="csX1" fmla="*/ 1962183 w 1962183"/>
                <a:gd name="csY1" fmla="*/ 1564780 h 1799730"/>
                <a:gd name="csX2" fmla="*/ 450883 w 1962183"/>
                <a:gd name="csY2" fmla="*/ 243980 h 1799730"/>
                <a:gd name="csX3" fmla="*/ 0 w 1962183"/>
                <a:gd name="csY3" fmla="*/ 0 h 1799730"/>
                <a:gd name="csX0" fmla="*/ 2149508 w 2155858"/>
                <a:gd name="csY0" fmla="*/ 1917205 h 1917205"/>
                <a:gd name="csX1" fmla="*/ 2155858 w 2155858"/>
                <a:gd name="csY1" fmla="*/ 1682255 h 1917205"/>
                <a:gd name="csX2" fmla="*/ 644558 w 2155858"/>
                <a:gd name="csY2" fmla="*/ 361455 h 1917205"/>
                <a:gd name="csX3" fmla="*/ 0 w 2155858"/>
                <a:gd name="csY3" fmla="*/ 0 h 1917205"/>
                <a:gd name="csX0" fmla="*/ 2149508 w 2155858"/>
                <a:gd name="csY0" fmla="*/ 1917205 h 1917205"/>
                <a:gd name="csX1" fmla="*/ 2155858 w 2155858"/>
                <a:gd name="csY1" fmla="*/ 1682255 h 1917205"/>
                <a:gd name="csX2" fmla="*/ 657258 w 2155858"/>
                <a:gd name="csY2" fmla="*/ 336055 h 1917205"/>
                <a:gd name="csX3" fmla="*/ 0 w 2155858"/>
                <a:gd name="csY3" fmla="*/ 0 h 1917205"/>
                <a:gd name="csX0" fmla="*/ 2149508 w 2155858"/>
                <a:gd name="csY0" fmla="*/ 1917205 h 1917205"/>
                <a:gd name="csX1" fmla="*/ 2155858 w 2155858"/>
                <a:gd name="csY1" fmla="*/ 1682255 h 1917205"/>
                <a:gd name="csX2" fmla="*/ 657258 w 2155858"/>
                <a:gd name="csY2" fmla="*/ 336055 h 1917205"/>
                <a:gd name="csX3" fmla="*/ 146051 w 2155858"/>
                <a:gd name="csY3" fmla="*/ 98426 h 1917205"/>
                <a:gd name="csX4" fmla="*/ 0 w 2155858"/>
                <a:gd name="csY4" fmla="*/ 0 h 1917205"/>
                <a:gd name="csX0" fmla="*/ 2149508 w 2155858"/>
                <a:gd name="csY0" fmla="*/ 1917205 h 1917205"/>
                <a:gd name="csX1" fmla="*/ 2155858 w 2155858"/>
                <a:gd name="csY1" fmla="*/ 1682255 h 1917205"/>
                <a:gd name="csX2" fmla="*/ 654083 w 2155858"/>
                <a:gd name="csY2" fmla="*/ 342405 h 1917205"/>
                <a:gd name="csX3" fmla="*/ 146051 w 2155858"/>
                <a:gd name="csY3" fmla="*/ 98426 h 1917205"/>
                <a:gd name="csX4" fmla="*/ 0 w 2155858"/>
                <a:gd name="csY4" fmla="*/ 0 h 1917205"/>
                <a:gd name="csX0" fmla="*/ 2149508 w 2155858"/>
                <a:gd name="csY0" fmla="*/ 1917205 h 1917205"/>
                <a:gd name="csX1" fmla="*/ 2155858 w 2155858"/>
                <a:gd name="csY1" fmla="*/ 1682255 h 1917205"/>
                <a:gd name="csX2" fmla="*/ 649320 w 2155858"/>
                <a:gd name="csY2" fmla="*/ 354311 h 1917205"/>
                <a:gd name="csX3" fmla="*/ 146051 w 2155858"/>
                <a:gd name="csY3" fmla="*/ 98426 h 1917205"/>
                <a:gd name="csX4" fmla="*/ 0 w 2155858"/>
                <a:gd name="csY4" fmla="*/ 0 h 1917205"/>
                <a:gd name="csX0" fmla="*/ 2149508 w 2155858"/>
                <a:gd name="csY0" fmla="*/ 1917205 h 1917205"/>
                <a:gd name="csX1" fmla="*/ 2155858 w 2155858"/>
                <a:gd name="csY1" fmla="*/ 1682255 h 1917205"/>
                <a:gd name="csX2" fmla="*/ 644558 w 2155858"/>
                <a:gd name="csY2" fmla="*/ 370980 h 1917205"/>
                <a:gd name="csX3" fmla="*/ 146051 w 2155858"/>
                <a:gd name="csY3" fmla="*/ 98426 h 1917205"/>
                <a:gd name="csX4" fmla="*/ 0 w 2155858"/>
                <a:gd name="csY4" fmla="*/ 0 h 1917205"/>
                <a:gd name="csX0" fmla="*/ 2149508 w 2155858"/>
                <a:gd name="csY0" fmla="*/ 1917205 h 1917205"/>
                <a:gd name="csX1" fmla="*/ 2155858 w 2155858"/>
                <a:gd name="csY1" fmla="*/ 1682255 h 1917205"/>
                <a:gd name="csX2" fmla="*/ 644558 w 2155858"/>
                <a:gd name="csY2" fmla="*/ 370980 h 1917205"/>
                <a:gd name="csX3" fmla="*/ 0 w 2155858"/>
                <a:gd name="csY3" fmla="*/ 0 h 1917205"/>
                <a:gd name="csX0" fmla="*/ 2149508 w 2155858"/>
                <a:gd name="csY0" fmla="*/ 1917205 h 1917205"/>
                <a:gd name="csX1" fmla="*/ 2155858 w 2155858"/>
                <a:gd name="csY1" fmla="*/ 1682255 h 1917205"/>
                <a:gd name="csX2" fmla="*/ 482633 w 2155858"/>
                <a:gd name="csY2" fmla="*/ 299543 h 1917205"/>
                <a:gd name="csX3" fmla="*/ 0 w 2155858"/>
                <a:gd name="csY3" fmla="*/ 0 h 1917205"/>
                <a:gd name="csX0" fmla="*/ 2184433 w 2190783"/>
                <a:gd name="csY0" fmla="*/ 1863230 h 1863230"/>
                <a:gd name="csX1" fmla="*/ 2190783 w 2190783"/>
                <a:gd name="csY1" fmla="*/ 1628280 h 1863230"/>
                <a:gd name="csX2" fmla="*/ 517558 w 2190783"/>
                <a:gd name="csY2" fmla="*/ 245568 h 1863230"/>
                <a:gd name="csX3" fmla="*/ 0 w 2190783"/>
                <a:gd name="csY3" fmla="*/ 0 h 1863230"/>
                <a:gd name="csX0" fmla="*/ 2184433 w 2190783"/>
                <a:gd name="csY0" fmla="*/ 1863230 h 1863230"/>
                <a:gd name="csX1" fmla="*/ 2190783 w 2190783"/>
                <a:gd name="csY1" fmla="*/ 1628280 h 1863230"/>
                <a:gd name="csX2" fmla="*/ 463583 w 2190783"/>
                <a:gd name="csY2" fmla="*/ 258268 h 1863230"/>
                <a:gd name="csX3" fmla="*/ 0 w 2190783"/>
                <a:gd name="csY3" fmla="*/ 0 h 1863230"/>
                <a:gd name="csX0" fmla="*/ 2184433 w 2190783"/>
                <a:gd name="csY0" fmla="*/ 1863230 h 1863230"/>
                <a:gd name="csX1" fmla="*/ 2190783 w 2190783"/>
                <a:gd name="csY1" fmla="*/ 1628280 h 1863230"/>
                <a:gd name="csX2" fmla="*/ 422308 w 2190783"/>
                <a:gd name="csY2" fmla="*/ 232868 h 1863230"/>
                <a:gd name="csX3" fmla="*/ 0 w 2190783"/>
                <a:gd name="csY3" fmla="*/ 0 h 18632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90783" h="1863230">
                  <a:moveTo>
                    <a:pt x="2184433" y="1863230"/>
                  </a:moveTo>
                  <a:lnTo>
                    <a:pt x="2190783" y="1628280"/>
                  </a:lnTo>
                  <a:lnTo>
                    <a:pt x="422308" y="232868"/>
                  </a:lnTo>
                  <a:lnTo>
                    <a:pt x="0" y="0"/>
                  </a:lnTo>
                </a:path>
              </a:pathLst>
            </a:custGeom>
            <a:ln>
              <a:solidFill>
                <a:schemeClr val="accent4">
                  <a:lumMod val="40000"/>
                  <a:lumOff val="60000"/>
                </a:schemeClr>
              </a:solidFill>
              <a:prstDash val="sysDot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0795516A-AC83-9D9E-C1B1-5172D874F692}"/>
                </a:ext>
              </a:extLst>
            </p:cNvPr>
            <p:cNvSpPr/>
            <p:nvPr/>
          </p:nvSpPr>
          <p:spPr>
            <a:xfrm>
              <a:off x="2397125" y="3403460"/>
              <a:ext cx="2203483" cy="1285380"/>
            </a:xfrm>
            <a:custGeom>
              <a:avLst/>
              <a:gdLst>
                <a:gd name="csX0" fmla="*/ 1905000 w 1911350"/>
                <a:gd name="csY0" fmla="*/ 1758950 h 1758950"/>
                <a:gd name="csX1" fmla="*/ 1911350 w 1911350"/>
                <a:gd name="csY1" fmla="*/ 1524000 h 1758950"/>
                <a:gd name="csX2" fmla="*/ 12700 w 1911350"/>
                <a:gd name="csY2" fmla="*/ 0 h 1758950"/>
                <a:gd name="csX3" fmla="*/ 0 w 1911350"/>
                <a:gd name="csY3" fmla="*/ 6350 h 1758950"/>
                <a:gd name="csX4" fmla="*/ 0 w 1911350"/>
                <a:gd name="csY4" fmla="*/ 6350 h 1758950"/>
                <a:gd name="csX0" fmla="*/ 1905000 w 1911350"/>
                <a:gd name="csY0" fmla="*/ 1758950 h 1758950"/>
                <a:gd name="csX1" fmla="*/ 1911350 w 1911350"/>
                <a:gd name="csY1" fmla="*/ 1524000 h 1758950"/>
                <a:gd name="csX2" fmla="*/ 12700 w 1911350"/>
                <a:gd name="csY2" fmla="*/ 0 h 1758950"/>
                <a:gd name="csX3" fmla="*/ 0 w 1911350"/>
                <a:gd name="csY3" fmla="*/ 6350 h 1758950"/>
                <a:gd name="csX0" fmla="*/ 1892300 w 1898650"/>
                <a:gd name="csY0" fmla="*/ 1758950 h 1758950"/>
                <a:gd name="csX1" fmla="*/ 1898650 w 1898650"/>
                <a:gd name="csY1" fmla="*/ 1524000 h 1758950"/>
                <a:gd name="csX2" fmla="*/ 0 w 1898650"/>
                <a:gd name="csY2" fmla="*/ 0 h 1758950"/>
                <a:gd name="csX0" fmla="*/ 1504950 w 1511300"/>
                <a:gd name="csY0" fmla="*/ 1555750 h 1555750"/>
                <a:gd name="csX1" fmla="*/ 1511300 w 1511300"/>
                <a:gd name="csY1" fmla="*/ 1320800 h 1555750"/>
                <a:gd name="csX2" fmla="*/ 0 w 1511300"/>
                <a:gd name="csY2" fmla="*/ 0 h 1555750"/>
                <a:gd name="csX0" fmla="*/ 1617823 w 1624173"/>
                <a:gd name="csY0" fmla="*/ 1652540 h 1652540"/>
                <a:gd name="csX1" fmla="*/ 1624173 w 1624173"/>
                <a:gd name="csY1" fmla="*/ 1417590 h 1652540"/>
                <a:gd name="csX2" fmla="*/ 112873 w 1624173"/>
                <a:gd name="csY2" fmla="*/ 96790 h 1652540"/>
                <a:gd name="csX3" fmla="*/ 109665 w 1624173"/>
                <a:gd name="csY3" fmla="*/ 100460 h 1652540"/>
                <a:gd name="csX0" fmla="*/ 1955833 w 1962183"/>
                <a:gd name="csY0" fmla="*/ 1799746 h 1799746"/>
                <a:gd name="csX1" fmla="*/ 1962183 w 1962183"/>
                <a:gd name="csY1" fmla="*/ 1564796 h 1799746"/>
                <a:gd name="csX2" fmla="*/ 450883 w 1962183"/>
                <a:gd name="csY2" fmla="*/ 243996 h 1799746"/>
                <a:gd name="csX3" fmla="*/ 0 w 1962183"/>
                <a:gd name="csY3" fmla="*/ 16 h 1799746"/>
                <a:gd name="csX0" fmla="*/ 1955833 w 1962183"/>
                <a:gd name="csY0" fmla="*/ 1799730 h 1799730"/>
                <a:gd name="csX1" fmla="*/ 1962183 w 1962183"/>
                <a:gd name="csY1" fmla="*/ 1564780 h 1799730"/>
                <a:gd name="csX2" fmla="*/ 450883 w 1962183"/>
                <a:gd name="csY2" fmla="*/ 243980 h 1799730"/>
                <a:gd name="csX3" fmla="*/ 0 w 1962183"/>
                <a:gd name="csY3" fmla="*/ 0 h 1799730"/>
                <a:gd name="csX0" fmla="*/ 2149508 w 2155858"/>
                <a:gd name="csY0" fmla="*/ 1917205 h 1917205"/>
                <a:gd name="csX1" fmla="*/ 2155858 w 2155858"/>
                <a:gd name="csY1" fmla="*/ 1682255 h 1917205"/>
                <a:gd name="csX2" fmla="*/ 644558 w 2155858"/>
                <a:gd name="csY2" fmla="*/ 361455 h 1917205"/>
                <a:gd name="csX3" fmla="*/ 0 w 2155858"/>
                <a:gd name="csY3" fmla="*/ 0 h 1917205"/>
                <a:gd name="csX0" fmla="*/ 2149508 w 2155858"/>
                <a:gd name="csY0" fmla="*/ 1917205 h 1917205"/>
                <a:gd name="csX1" fmla="*/ 2155858 w 2155858"/>
                <a:gd name="csY1" fmla="*/ 1682255 h 1917205"/>
                <a:gd name="csX2" fmla="*/ 657258 w 2155858"/>
                <a:gd name="csY2" fmla="*/ 336055 h 1917205"/>
                <a:gd name="csX3" fmla="*/ 0 w 2155858"/>
                <a:gd name="csY3" fmla="*/ 0 h 1917205"/>
                <a:gd name="csX0" fmla="*/ 2149508 w 2155858"/>
                <a:gd name="csY0" fmla="*/ 1917205 h 1917205"/>
                <a:gd name="csX1" fmla="*/ 2155858 w 2155858"/>
                <a:gd name="csY1" fmla="*/ 1682255 h 1917205"/>
                <a:gd name="csX2" fmla="*/ 657258 w 2155858"/>
                <a:gd name="csY2" fmla="*/ 336055 h 1917205"/>
                <a:gd name="csX3" fmla="*/ 146051 w 2155858"/>
                <a:gd name="csY3" fmla="*/ 98426 h 1917205"/>
                <a:gd name="csX4" fmla="*/ 0 w 2155858"/>
                <a:gd name="csY4" fmla="*/ 0 h 1917205"/>
                <a:gd name="csX0" fmla="*/ 2149508 w 2155858"/>
                <a:gd name="csY0" fmla="*/ 1917205 h 1917205"/>
                <a:gd name="csX1" fmla="*/ 2155858 w 2155858"/>
                <a:gd name="csY1" fmla="*/ 1682255 h 1917205"/>
                <a:gd name="csX2" fmla="*/ 654083 w 2155858"/>
                <a:gd name="csY2" fmla="*/ 342405 h 1917205"/>
                <a:gd name="csX3" fmla="*/ 146051 w 2155858"/>
                <a:gd name="csY3" fmla="*/ 98426 h 1917205"/>
                <a:gd name="csX4" fmla="*/ 0 w 2155858"/>
                <a:gd name="csY4" fmla="*/ 0 h 1917205"/>
                <a:gd name="csX0" fmla="*/ 2149508 w 2155858"/>
                <a:gd name="csY0" fmla="*/ 1917205 h 1917205"/>
                <a:gd name="csX1" fmla="*/ 2155858 w 2155858"/>
                <a:gd name="csY1" fmla="*/ 1682255 h 1917205"/>
                <a:gd name="csX2" fmla="*/ 649320 w 2155858"/>
                <a:gd name="csY2" fmla="*/ 354311 h 1917205"/>
                <a:gd name="csX3" fmla="*/ 146051 w 2155858"/>
                <a:gd name="csY3" fmla="*/ 98426 h 1917205"/>
                <a:gd name="csX4" fmla="*/ 0 w 2155858"/>
                <a:gd name="csY4" fmla="*/ 0 h 1917205"/>
                <a:gd name="csX0" fmla="*/ 2149508 w 2155858"/>
                <a:gd name="csY0" fmla="*/ 1917205 h 1917205"/>
                <a:gd name="csX1" fmla="*/ 2155858 w 2155858"/>
                <a:gd name="csY1" fmla="*/ 1682255 h 1917205"/>
                <a:gd name="csX2" fmla="*/ 644558 w 2155858"/>
                <a:gd name="csY2" fmla="*/ 370980 h 1917205"/>
                <a:gd name="csX3" fmla="*/ 146051 w 2155858"/>
                <a:gd name="csY3" fmla="*/ 98426 h 1917205"/>
                <a:gd name="csX4" fmla="*/ 0 w 2155858"/>
                <a:gd name="csY4" fmla="*/ 0 h 1917205"/>
                <a:gd name="csX0" fmla="*/ 2149508 w 2155858"/>
                <a:gd name="csY0" fmla="*/ 1917205 h 1917205"/>
                <a:gd name="csX1" fmla="*/ 2155858 w 2155858"/>
                <a:gd name="csY1" fmla="*/ 1682255 h 1917205"/>
                <a:gd name="csX2" fmla="*/ 644558 w 2155858"/>
                <a:gd name="csY2" fmla="*/ 370980 h 1917205"/>
                <a:gd name="csX3" fmla="*/ 0 w 2155858"/>
                <a:gd name="csY3" fmla="*/ 0 h 1917205"/>
                <a:gd name="csX0" fmla="*/ 2149508 w 2155858"/>
                <a:gd name="csY0" fmla="*/ 1917205 h 1917205"/>
                <a:gd name="csX1" fmla="*/ 2155858 w 2155858"/>
                <a:gd name="csY1" fmla="*/ 1682255 h 1917205"/>
                <a:gd name="csX2" fmla="*/ 482633 w 2155858"/>
                <a:gd name="csY2" fmla="*/ 299543 h 1917205"/>
                <a:gd name="csX3" fmla="*/ 0 w 2155858"/>
                <a:gd name="csY3" fmla="*/ 0 h 1917205"/>
                <a:gd name="csX0" fmla="*/ 2184433 w 2190783"/>
                <a:gd name="csY0" fmla="*/ 1863230 h 1863230"/>
                <a:gd name="csX1" fmla="*/ 2190783 w 2190783"/>
                <a:gd name="csY1" fmla="*/ 1628280 h 1863230"/>
                <a:gd name="csX2" fmla="*/ 517558 w 2190783"/>
                <a:gd name="csY2" fmla="*/ 245568 h 1863230"/>
                <a:gd name="csX3" fmla="*/ 0 w 2190783"/>
                <a:gd name="csY3" fmla="*/ 0 h 1863230"/>
                <a:gd name="csX0" fmla="*/ 2184433 w 2190783"/>
                <a:gd name="csY0" fmla="*/ 1863230 h 1863230"/>
                <a:gd name="csX1" fmla="*/ 2190783 w 2190783"/>
                <a:gd name="csY1" fmla="*/ 1628280 h 1863230"/>
                <a:gd name="csX2" fmla="*/ 463583 w 2190783"/>
                <a:gd name="csY2" fmla="*/ 258268 h 1863230"/>
                <a:gd name="csX3" fmla="*/ 0 w 2190783"/>
                <a:gd name="csY3" fmla="*/ 0 h 1863230"/>
                <a:gd name="csX0" fmla="*/ 2184433 w 2190783"/>
                <a:gd name="csY0" fmla="*/ 1863230 h 1863230"/>
                <a:gd name="csX1" fmla="*/ 2190783 w 2190783"/>
                <a:gd name="csY1" fmla="*/ 1628280 h 1863230"/>
                <a:gd name="csX2" fmla="*/ 422308 w 2190783"/>
                <a:gd name="csY2" fmla="*/ 232868 h 1863230"/>
                <a:gd name="csX3" fmla="*/ 0 w 2190783"/>
                <a:gd name="csY3" fmla="*/ 0 h 1863230"/>
                <a:gd name="csX0" fmla="*/ 2184433 w 2190783"/>
                <a:gd name="csY0" fmla="*/ 1863230 h 1863230"/>
                <a:gd name="csX1" fmla="*/ 2190783 w 2190783"/>
                <a:gd name="csY1" fmla="*/ 1628280 h 1863230"/>
                <a:gd name="csX2" fmla="*/ 555658 w 2190783"/>
                <a:gd name="csY2" fmla="*/ 893268 h 1863230"/>
                <a:gd name="csX3" fmla="*/ 0 w 2190783"/>
                <a:gd name="csY3" fmla="*/ 0 h 1863230"/>
                <a:gd name="csX0" fmla="*/ 2197133 w 2203483"/>
                <a:gd name="csY0" fmla="*/ 1285380 h 1285380"/>
                <a:gd name="csX1" fmla="*/ 2203483 w 2203483"/>
                <a:gd name="csY1" fmla="*/ 1050430 h 1285380"/>
                <a:gd name="csX2" fmla="*/ 568358 w 2203483"/>
                <a:gd name="csY2" fmla="*/ 315418 h 1285380"/>
                <a:gd name="csX3" fmla="*/ 0 w 2203483"/>
                <a:gd name="csY3" fmla="*/ 0 h 1285380"/>
                <a:gd name="csX0" fmla="*/ 2197133 w 2203483"/>
                <a:gd name="csY0" fmla="*/ 1285380 h 1285380"/>
                <a:gd name="csX1" fmla="*/ 2203483 w 2203483"/>
                <a:gd name="csY1" fmla="*/ 1050430 h 1285380"/>
                <a:gd name="csX2" fmla="*/ 447708 w 2203483"/>
                <a:gd name="csY2" fmla="*/ 277318 h 1285380"/>
                <a:gd name="csX3" fmla="*/ 0 w 2203483"/>
                <a:gd name="csY3" fmla="*/ 0 h 1285380"/>
                <a:gd name="csX0" fmla="*/ 2197133 w 2203483"/>
                <a:gd name="csY0" fmla="*/ 1285380 h 1285380"/>
                <a:gd name="csX1" fmla="*/ 2203483 w 2203483"/>
                <a:gd name="csY1" fmla="*/ 1050430 h 1285380"/>
                <a:gd name="csX2" fmla="*/ 460408 w 2203483"/>
                <a:gd name="csY2" fmla="*/ 258268 h 1285380"/>
                <a:gd name="csX3" fmla="*/ 0 w 2203483"/>
                <a:gd name="csY3" fmla="*/ 0 h 12853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03483" h="1285380">
                  <a:moveTo>
                    <a:pt x="2197133" y="1285380"/>
                  </a:moveTo>
                  <a:lnTo>
                    <a:pt x="2203483" y="1050430"/>
                  </a:lnTo>
                  <a:lnTo>
                    <a:pt x="460408" y="258268"/>
                  </a:lnTo>
                  <a:lnTo>
                    <a:pt x="0" y="0"/>
                  </a:lnTo>
                </a:path>
              </a:pathLst>
            </a:custGeom>
            <a:ln>
              <a:solidFill>
                <a:schemeClr val="accent4">
                  <a:lumMod val="40000"/>
                  <a:lumOff val="60000"/>
                </a:schemeClr>
              </a:solidFill>
              <a:prstDash val="sysDot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8B13B5C8-84EC-0190-86CD-9B43FF180156}"/>
                </a:ext>
              </a:extLst>
            </p:cNvPr>
            <p:cNvSpPr/>
            <p:nvPr/>
          </p:nvSpPr>
          <p:spPr>
            <a:xfrm>
              <a:off x="2457903" y="3358375"/>
              <a:ext cx="2203483" cy="1285380"/>
            </a:xfrm>
            <a:custGeom>
              <a:avLst/>
              <a:gdLst>
                <a:gd name="csX0" fmla="*/ 1905000 w 1911350"/>
                <a:gd name="csY0" fmla="*/ 1758950 h 1758950"/>
                <a:gd name="csX1" fmla="*/ 1911350 w 1911350"/>
                <a:gd name="csY1" fmla="*/ 1524000 h 1758950"/>
                <a:gd name="csX2" fmla="*/ 12700 w 1911350"/>
                <a:gd name="csY2" fmla="*/ 0 h 1758950"/>
                <a:gd name="csX3" fmla="*/ 0 w 1911350"/>
                <a:gd name="csY3" fmla="*/ 6350 h 1758950"/>
                <a:gd name="csX4" fmla="*/ 0 w 1911350"/>
                <a:gd name="csY4" fmla="*/ 6350 h 1758950"/>
                <a:gd name="csX0" fmla="*/ 1905000 w 1911350"/>
                <a:gd name="csY0" fmla="*/ 1758950 h 1758950"/>
                <a:gd name="csX1" fmla="*/ 1911350 w 1911350"/>
                <a:gd name="csY1" fmla="*/ 1524000 h 1758950"/>
                <a:gd name="csX2" fmla="*/ 12700 w 1911350"/>
                <a:gd name="csY2" fmla="*/ 0 h 1758950"/>
                <a:gd name="csX3" fmla="*/ 0 w 1911350"/>
                <a:gd name="csY3" fmla="*/ 6350 h 1758950"/>
                <a:gd name="csX0" fmla="*/ 1892300 w 1898650"/>
                <a:gd name="csY0" fmla="*/ 1758950 h 1758950"/>
                <a:gd name="csX1" fmla="*/ 1898650 w 1898650"/>
                <a:gd name="csY1" fmla="*/ 1524000 h 1758950"/>
                <a:gd name="csX2" fmla="*/ 0 w 1898650"/>
                <a:gd name="csY2" fmla="*/ 0 h 1758950"/>
                <a:gd name="csX0" fmla="*/ 1504950 w 1511300"/>
                <a:gd name="csY0" fmla="*/ 1555750 h 1555750"/>
                <a:gd name="csX1" fmla="*/ 1511300 w 1511300"/>
                <a:gd name="csY1" fmla="*/ 1320800 h 1555750"/>
                <a:gd name="csX2" fmla="*/ 0 w 1511300"/>
                <a:gd name="csY2" fmla="*/ 0 h 1555750"/>
                <a:gd name="csX0" fmla="*/ 1617823 w 1624173"/>
                <a:gd name="csY0" fmla="*/ 1652540 h 1652540"/>
                <a:gd name="csX1" fmla="*/ 1624173 w 1624173"/>
                <a:gd name="csY1" fmla="*/ 1417590 h 1652540"/>
                <a:gd name="csX2" fmla="*/ 112873 w 1624173"/>
                <a:gd name="csY2" fmla="*/ 96790 h 1652540"/>
                <a:gd name="csX3" fmla="*/ 109665 w 1624173"/>
                <a:gd name="csY3" fmla="*/ 100460 h 1652540"/>
                <a:gd name="csX0" fmla="*/ 1955833 w 1962183"/>
                <a:gd name="csY0" fmla="*/ 1799746 h 1799746"/>
                <a:gd name="csX1" fmla="*/ 1962183 w 1962183"/>
                <a:gd name="csY1" fmla="*/ 1564796 h 1799746"/>
                <a:gd name="csX2" fmla="*/ 450883 w 1962183"/>
                <a:gd name="csY2" fmla="*/ 243996 h 1799746"/>
                <a:gd name="csX3" fmla="*/ 0 w 1962183"/>
                <a:gd name="csY3" fmla="*/ 16 h 1799746"/>
                <a:gd name="csX0" fmla="*/ 1955833 w 1962183"/>
                <a:gd name="csY0" fmla="*/ 1799730 h 1799730"/>
                <a:gd name="csX1" fmla="*/ 1962183 w 1962183"/>
                <a:gd name="csY1" fmla="*/ 1564780 h 1799730"/>
                <a:gd name="csX2" fmla="*/ 450883 w 1962183"/>
                <a:gd name="csY2" fmla="*/ 243980 h 1799730"/>
                <a:gd name="csX3" fmla="*/ 0 w 1962183"/>
                <a:gd name="csY3" fmla="*/ 0 h 1799730"/>
                <a:gd name="csX0" fmla="*/ 2149508 w 2155858"/>
                <a:gd name="csY0" fmla="*/ 1917205 h 1917205"/>
                <a:gd name="csX1" fmla="*/ 2155858 w 2155858"/>
                <a:gd name="csY1" fmla="*/ 1682255 h 1917205"/>
                <a:gd name="csX2" fmla="*/ 644558 w 2155858"/>
                <a:gd name="csY2" fmla="*/ 361455 h 1917205"/>
                <a:gd name="csX3" fmla="*/ 0 w 2155858"/>
                <a:gd name="csY3" fmla="*/ 0 h 1917205"/>
                <a:gd name="csX0" fmla="*/ 2149508 w 2155858"/>
                <a:gd name="csY0" fmla="*/ 1917205 h 1917205"/>
                <a:gd name="csX1" fmla="*/ 2155858 w 2155858"/>
                <a:gd name="csY1" fmla="*/ 1682255 h 1917205"/>
                <a:gd name="csX2" fmla="*/ 657258 w 2155858"/>
                <a:gd name="csY2" fmla="*/ 336055 h 1917205"/>
                <a:gd name="csX3" fmla="*/ 0 w 2155858"/>
                <a:gd name="csY3" fmla="*/ 0 h 1917205"/>
                <a:gd name="csX0" fmla="*/ 2149508 w 2155858"/>
                <a:gd name="csY0" fmla="*/ 1917205 h 1917205"/>
                <a:gd name="csX1" fmla="*/ 2155858 w 2155858"/>
                <a:gd name="csY1" fmla="*/ 1682255 h 1917205"/>
                <a:gd name="csX2" fmla="*/ 657258 w 2155858"/>
                <a:gd name="csY2" fmla="*/ 336055 h 1917205"/>
                <a:gd name="csX3" fmla="*/ 146051 w 2155858"/>
                <a:gd name="csY3" fmla="*/ 98426 h 1917205"/>
                <a:gd name="csX4" fmla="*/ 0 w 2155858"/>
                <a:gd name="csY4" fmla="*/ 0 h 1917205"/>
                <a:gd name="csX0" fmla="*/ 2149508 w 2155858"/>
                <a:gd name="csY0" fmla="*/ 1917205 h 1917205"/>
                <a:gd name="csX1" fmla="*/ 2155858 w 2155858"/>
                <a:gd name="csY1" fmla="*/ 1682255 h 1917205"/>
                <a:gd name="csX2" fmla="*/ 654083 w 2155858"/>
                <a:gd name="csY2" fmla="*/ 342405 h 1917205"/>
                <a:gd name="csX3" fmla="*/ 146051 w 2155858"/>
                <a:gd name="csY3" fmla="*/ 98426 h 1917205"/>
                <a:gd name="csX4" fmla="*/ 0 w 2155858"/>
                <a:gd name="csY4" fmla="*/ 0 h 1917205"/>
                <a:gd name="csX0" fmla="*/ 2149508 w 2155858"/>
                <a:gd name="csY0" fmla="*/ 1917205 h 1917205"/>
                <a:gd name="csX1" fmla="*/ 2155858 w 2155858"/>
                <a:gd name="csY1" fmla="*/ 1682255 h 1917205"/>
                <a:gd name="csX2" fmla="*/ 649320 w 2155858"/>
                <a:gd name="csY2" fmla="*/ 354311 h 1917205"/>
                <a:gd name="csX3" fmla="*/ 146051 w 2155858"/>
                <a:gd name="csY3" fmla="*/ 98426 h 1917205"/>
                <a:gd name="csX4" fmla="*/ 0 w 2155858"/>
                <a:gd name="csY4" fmla="*/ 0 h 1917205"/>
                <a:gd name="csX0" fmla="*/ 2149508 w 2155858"/>
                <a:gd name="csY0" fmla="*/ 1917205 h 1917205"/>
                <a:gd name="csX1" fmla="*/ 2155858 w 2155858"/>
                <a:gd name="csY1" fmla="*/ 1682255 h 1917205"/>
                <a:gd name="csX2" fmla="*/ 644558 w 2155858"/>
                <a:gd name="csY2" fmla="*/ 370980 h 1917205"/>
                <a:gd name="csX3" fmla="*/ 146051 w 2155858"/>
                <a:gd name="csY3" fmla="*/ 98426 h 1917205"/>
                <a:gd name="csX4" fmla="*/ 0 w 2155858"/>
                <a:gd name="csY4" fmla="*/ 0 h 1917205"/>
                <a:gd name="csX0" fmla="*/ 2149508 w 2155858"/>
                <a:gd name="csY0" fmla="*/ 1917205 h 1917205"/>
                <a:gd name="csX1" fmla="*/ 2155858 w 2155858"/>
                <a:gd name="csY1" fmla="*/ 1682255 h 1917205"/>
                <a:gd name="csX2" fmla="*/ 644558 w 2155858"/>
                <a:gd name="csY2" fmla="*/ 370980 h 1917205"/>
                <a:gd name="csX3" fmla="*/ 0 w 2155858"/>
                <a:gd name="csY3" fmla="*/ 0 h 1917205"/>
                <a:gd name="csX0" fmla="*/ 2149508 w 2155858"/>
                <a:gd name="csY0" fmla="*/ 1917205 h 1917205"/>
                <a:gd name="csX1" fmla="*/ 2155858 w 2155858"/>
                <a:gd name="csY1" fmla="*/ 1682255 h 1917205"/>
                <a:gd name="csX2" fmla="*/ 482633 w 2155858"/>
                <a:gd name="csY2" fmla="*/ 299543 h 1917205"/>
                <a:gd name="csX3" fmla="*/ 0 w 2155858"/>
                <a:gd name="csY3" fmla="*/ 0 h 1917205"/>
                <a:gd name="csX0" fmla="*/ 2184433 w 2190783"/>
                <a:gd name="csY0" fmla="*/ 1863230 h 1863230"/>
                <a:gd name="csX1" fmla="*/ 2190783 w 2190783"/>
                <a:gd name="csY1" fmla="*/ 1628280 h 1863230"/>
                <a:gd name="csX2" fmla="*/ 517558 w 2190783"/>
                <a:gd name="csY2" fmla="*/ 245568 h 1863230"/>
                <a:gd name="csX3" fmla="*/ 0 w 2190783"/>
                <a:gd name="csY3" fmla="*/ 0 h 1863230"/>
                <a:gd name="csX0" fmla="*/ 2184433 w 2190783"/>
                <a:gd name="csY0" fmla="*/ 1863230 h 1863230"/>
                <a:gd name="csX1" fmla="*/ 2190783 w 2190783"/>
                <a:gd name="csY1" fmla="*/ 1628280 h 1863230"/>
                <a:gd name="csX2" fmla="*/ 463583 w 2190783"/>
                <a:gd name="csY2" fmla="*/ 258268 h 1863230"/>
                <a:gd name="csX3" fmla="*/ 0 w 2190783"/>
                <a:gd name="csY3" fmla="*/ 0 h 1863230"/>
                <a:gd name="csX0" fmla="*/ 2184433 w 2190783"/>
                <a:gd name="csY0" fmla="*/ 1863230 h 1863230"/>
                <a:gd name="csX1" fmla="*/ 2190783 w 2190783"/>
                <a:gd name="csY1" fmla="*/ 1628280 h 1863230"/>
                <a:gd name="csX2" fmla="*/ 422308 w 2190783"/>
                <a:gd name="csY2" fmla="*/ 232868 h 1863230"/>
                <a:gd name="csX3" fmla="*/ 0 w 2190783"/>
                <a:gd name="csY3" fmla="*/ 0 h 1863230"/>
                <a:gd name="csX0" fmla="*/ 2184433 w 2190783"/>
                <a:gd name="csY0" fmla="*/ 1863230 h 1863230"/>
                <a:gd name="csX1" fmla="*/ 2190783 w 2190783"/>
                <a:gd name="csY1" fmla="*/ 1628280 h 1863230"/>
                <a:gd name="csX2" fmla="*/ 555658 w 2190783"/>
                <a:gd name="csY2" fmla="*/ 893268 h 1863230"/>
                <a:gd name="csX3" fmla="*/ 0 w 2190783"/>
                <a:gd name="csY3" fmla="*/ 0 h 1863230"/>
                <a:gd name="csX0" fmla="*/ 2197133 w 2203483"/>
                <a:gd name="csY0" fmla="*/ 1285380 h 1285380"/>
                <a:gd name="csX1" fmla="*/ 2203483 w 2203483"/>
                <a:gd name="csY1" fmla="*/ 1050430 h 1285380"/>
                <a:gd name="csX2" fmla="*/ 568358 w 2203483"/>
                <a:gd name="csY2" fmla="*/ 315418 h 1285380"/>
                <a:gd name="csX3" fmla="*/ 0 w 2203483"/>
                <a:gd name="csY3" fmla="*/ 0 h 1285380"/>
                <a:gd name="csX0" fmla="*/ 2197133 w 2203483"/>
                <a:gd name="csY0" fmla="*/ 1285380 h 1285380"/>
                <a:gd name="csX1" fmla="*/ 2203483 w 2203483"/>
                <a:gd name="csY1" fmla="*/ 1050430 h 1285380"/>
                <a:gd name="csX2" fmla="*/ 447708 w 2203483"/>
                <a:gd name="csY2" fmla="*/ 277318 h 1285380"/>
                <a:gd name="csX3" fmla="*/ 0 w 2203483"/>
                <a:gd name="csY3" fmla="*/ 0 h 1285380"/>
                <a:gd name="csX0" fmla="*/ 2197133 w 2203483"/>
                <a:gd name="csY0" fmla="*/ 1285380 h 1285380"/>
                <a:gd name="csX1" fmla="*/ 2203483 w 2203483"/>
                <a:gd name="csY1" fmla="*/ 1050430 h 1285380"/>
                <a:gd name="csX2" fmla="*/ 460408 w 2203483"/>
                <a:gd name="csY2" fmla="*/ 258268 h 1285380"/>
                <a:gd name="csX3" fmla="*/ 0 w 2203483"/>
                <a:gd name="csY3" fmla="*/ 0 h 12853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03483" h="1285380">
                  <a:moveTo>
                    <a:pt x="2197133" y="1285380"/>
                  </a:moveTo>
                  <a:lnTo>
                    <a:pt x="2203483" y="1050430"/>
                  </a:lnTo>
                  <a:lnTo>
                    <a:pt x="460408" y="258268"/>
                  </a:lnTo>
                  <a:lnTo>
                    <a:pt x="0" y="0"/>
                  </a:lnTo>
                </a:path>
              </a:pathLst>
            </a:custGeom>
            <a:ln>
              <a:solidFill>
                <a:schemeClr val="accent4">
                  <a:lumMod val="40000"/>
                  <a:lumOff val="60000"/>
                </a:schemeClr>
              </a:solidFill>
              <a:prstDash val="sysDot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E6006CCF-B8EE-5207-058D-7B0EDF759431}"/>
                </a:ext>
              </a:extLst>
            </p:cNvPr>
            <p:cNvSpPr/>
            <p:nvPr/>
          </p:nvSpPr>
          <p:spPr>
            <a:xfrm>
              <a:off x="3630063" y="3010896"/>
              <a:ext cx="2576911" cy="2256930"/>
            </a:xfrm>
            <a:custGeom>
              <a:avLst/>
              <a:gdLst>
                <a:gd name="csX0" fmla="*/ 1905000 w 1911350"/>
                <a:gd name="csY0" fmla="*/ 1758950 h 1758950"/>
                <a:gd name="csX1" fmla="*/ 1911350 w 1911350"/>
                <a:gd name="csY1" fmla="*/ 1524000 h 1758950"/>
                <a:gd name="csX2" fmla="*/ 12700 w 1911350"/>
                <a:gd name="csY2" fmla="*/ 0 h 1758950"/>
                <a:gd name="csX3" fmla="*/ 0 w 1911350"/>
                <a:gd name="csY3" fmla="*/ 6350 h 1758950"/>
                <a:gd name="csX4" fmla="*/ 0 w 1911350"/>
                <a:gd name="csY4" fmla="*/ 6350 h 1758950"/>
                <a:gd name="csX0" fmla="*/ 1905000 w 1911350"/>
                <a:gd name="csY0" fmla="*/ 1758950 h 1758950"/>
                <a:gd name="csX1" fmla="*/ 1911350 w 1911350"/>
                <a:gd name="csY1" fmla="*/ 1524000 h 1758950"/>
                <a:gd name="csX2" fmla="*/ 12700 w 1911350"/>
                <a:gd name="csY2" fmla="*/ 0 h 1758950"/>
                <a:gd name="csX3" fmla="*/ 0 w 1911350"/>
                <a:gd name="csY3" fmla="*/ 6350 h 1758950"/>
                <a:gd name="csX0" fmla="*/ 1892300 w 1898650"/>
                <a:gd name="csY0" fmla="*/ 1758950 h 1758950"/>
                <a:gd name="csX1" fmla="*/ 1898650 w 1898650"/>
                <a:gd name="csY1" fmla="*/ 1524000 h 1758950"/>
                <a:gd name="csX2" fmla="*/ 0 w 1898650"/>
                <a:gd name="csY2" fmla="*/ 0 h 1758950"/>
                <a:gd name="csX0" fmla="*/ 1504950 w 1511300"/>
                <a:gd name="csY0" fmla="*/ 1555750 h 1555750"/>
                <a:gd name="csX1" fmla="*/ 1511300 w 1511300"/>
                <a:gd name="csY1" fmla="*/ 1320800 h 1555750"/>
                <a:gd name="csX2" fmla="*/ 0 w 1511300"/>
                <a:gd name="csY2" fmla="*/ 0 h 1555750"/>
                <a:gd name="csX0" fmla="*/ 1617823 w 1624173"/>
                <a:gd name="csY0" fmla="*/ 1652540 h 1652540"/>
                <a:gd name="csX1" fmla="*/ 1624173 w 1624173"/>
                <a:gd name="csY1" fmla="*/ 1417590 h 1652540"/>
                <a:gd name="csX2" fmla="*/ 112873 w 1624173"/>
                <a:gd name="csY2" fmla="*/ 96790 h 1652540"/>
                <a:gd name="csX3" fmla="*/ 109665 w 1624173"/>
                <a:gd name="csY3" fmla="*/ 100460 h 1652540"/>
                <a:gd name="csX0" fmla="*/ 1955833 w 1962183"/>
                <a:gd name="csY0" fmla="*/ 1799746 h 1799746"/>
                <a:gd name="csX1" fmla="*/ 1962183 w 1962183"/>
                <a:gd name="csY1" fmla="*/ 1564796 h 1799746"/>
                <a:gd name="csX2" fmla="*/ 450883 w 1962183"/>
                <a:gd name="csY2" fmla="*/ 243996 h 1799746"/>
                <a:gd name="csX3" fmla="*/ 0 w 1962183"/>
                <a:gd name="csY3" fmla="*/ 16 h 1799746"/>
                <a:gd name="csX0" fmla="*/ 1955833 w 1962183"/>
                <a:gd name="csY0" fmla="*/ 1799730 h 1799730"/>
                <a:gd name="csX1" fmla="*/ 1962183 w 1962183"/>
                <a:gd name="csY1" fmla="*/ 1564780 h 1799730"/>
                <a:gd name="csX2" fmla="*/ 450883 w 1962183"/>
                <a:gd name="csY2" fmla="*/ 243980 h 1799730"/>
                <a:gd name="csX3" fmla="*/ 0 w 1962183"/>
                <a:gd name="csY3" fmla="*/ 0 h 1799730"/>
                <a:gd name="csX0" fmla="*/ 2149508 w 2155858"/>
                <a:gd name="csY0" fmla="*/ 1917205 h 1917205"/>
                <a:gd name="csX1" fmla="*/ 2155858 w 2155858"/>
                <a:gd name="csY1" fmla="*/ 1682255 h 1917205"/>
                <a:gd name="csX2" fmla="*/ 644558 w 2155858"/>
                <a:gd name="csY2" fmla="*/ 361455 h 1917205"/>
                <a:gd name="csX3" fmla="*/ 0 w 2155858"/>
                <a:gd name="csY3" fmla="*/ 0 h 1917205"/>
                <a:gd name="csX0" fmla="*/ 2149508 w 2155858"/>
                <a:gd name="csY0" fmla="*/ 1917205 h 1917205"/>
                <a:gd name="csX1" fmla="*/ 2155858 w 2155858"/>
                <a:gd name="csY1" fmla="*/ 1682255 h 1917205"/>
                <a:gd name="csX2" fmla="*/ 657258 w 2155858"/>
                <a:gd name="csY2" fmla="*/ 336055 h 1917205"/>
                <a:gd name="csX3" fmla="*/ 0 w 2155858"/>
                <a:gd name="csY3" fmla="*/ 0 h 1917205"/>
                <a:gd name="csX0" fmla="*/ 2149508 w 2155858"/>
                <a:gd name="csY0" fmla="*/ 1917205 h 1917205"/>
                <a:gd name="csX1" fmla="*/ 2155858 w 2155858"/>
                <a:gd name="csY1" fmla="*/ 1682255 h 1917205"/>
                <a:gd name="csX2" fmla="*/ 657258 w 2155858"/>
                <a:gd name="csY2" fmla="*/ 336055 h 1917205"/>
                <a:gd name="csX3" fmla="*/ 146051 w 2155858"/>
                <a:gd name="csY3" fmla="*/ 98426 h 1917205"/>
                <a:gd name="csX4" fmla="*/ 0 w 2155858"/>
                <a:gd name="csY4" fmla="*/ 0 h 1917205"/>
                <a:gd name="csX0" fmla="*/ 2149508 w 2155858"/>
                <a:gd name="csY0" fmla="*/ 1917205 h 1917205"/>
                <a:gd name="csX1" fmla="*/ 2155858 w 2155858"/>
                <a:gd name="csY1" fmla="*/ 1682255 h 1917205"/>
                <a:gd name="csX2" fmla="*/ 654083 w 2155858"/>
                <a:gd name="csY2" fmla="*/ 342405 h 1917205"/>
                <a:gd name="csX3" fmla="*/ 146051 w 2155858"/>
                <a:gd name="csY3" fmla="*/ 98426 h 1917205"/>
                <a:gd name="csX4" fmla="*/ 0 w 2155858"/>
                <a:gd name="csY4" fmla="*/ 0 h 1917205"/>
                <a:gd name="csX0" fmla="*/ 2149508 w 2155858"/>
                <a:gd name="csY0" fmla="*/ 1917205 h 1917205"/>
                <a:gd name="csX1" fmla="*/ 2155858 w 2155858"/>
                <a:gd name="csY1" fmla="*/ 1682255 h 1917205"/>
                <a:gd name="csX2" fmla="*/ 649320 w 2155858"/>
                <a:gd name="csY2" fmla="*/ 354311 h 1917205"/>
                <a:gd name="csX3" fmla="*/ 146051 w 2155858"/>
                <a:gd name="csY3" fmla="*/ 98426 h 1917205"/>
                <a:gd name="csX4" fmla="*/ 0 w 2155858"/>
                <a:gd name="csY4" fmla="*/ 0 h 1917205"/>
                <a:gd name="csX0" fmla="*/ 2149508 w 2155858"/>
                <a:gd name="csY0" fmla="*/ 1917205 h 1917205"/>
                <a:gd name="csX1" fmla="*/ 2155858 w 2155858"/>
                <a:gd name="csY1" fmla="*/ 1682255 h 1917205"/>
                <a:gd name="csX2" fmla="*/ 644558 w 2155858"/>
                <a:gd name="csY2" fmla="*/ 370980 h 1917205"/>
                <a:gd name="csX3" fmla="*/ 146051 w 2155858"/>
                <a:gd name="csY3" fmla="*/ 98426 h 1917205"/>
                <a:gd name="csX4" fmla="*/ 0 w 2155858"/>
                <a:gd name="csY4" fmla="*/ 0 h 1917205"/>
                <a:gd name="csX0" fmla="*/ 2149508 w 2155858"/>
                <a:gd name="csY0" fmla="*/ 1917205 h 1917205"/>
                <a:gd name="csX1" fmla="*/ 2155858 w 2155858"/>
                <a:gd name="csY1" fmla="*/ 1682255 h 1917205"/>
                <a:gd name="csX2" fmla="*/ 644558 w 2155858"/>
                <a:gd name="csY2" fmla="*/ 370980 h 1917205"/>
                <a:gd name="csX3" fmla="*/ 0 w 2155858"/>
                <a:gd name="csY3" fmla="*/ 0 h 1917205"/>
                <a:gd name="csX0" fmla="*/ 2149508 w 2155858"/>
                <a:gd name="csY0" fmla="*/ 1917205 h 1917205"/>
                <a:gd name="csX1" fmla="*/ 2155858 w 2155858"/>
                <a:gd name="csY1" fmla="*/ 1682255 h 1917205"/>
                <a:gd name="csX2" fmla="*/ 482633 w 2155858"/>
                <a:gd name="csY2" fmla="*/ 299543 h 1917205"/>
                <a:gd name="csX3" fmla="*/ 0 w 2155858"/>
                <a:gd name="csY3" fmla="*/ 0 h 1917205"/>
                <a:gd name="csX0" fmla="*/ 2184433 w 2190783"/>
                <a:gd name="csY0" fmla="*/ 1863230 h 1863230"/>
                <a:gd name="csX1" fmla="*/ 2190783 w 2190783"/>
                <a:gd name="csY1" fmla="*/ 1628280 h 1863230"/>
                <a:gd name="csX2" fmla="*/ 517558 w 2190783"/>
                <a:gd name="csY2" fmla="*/ 245568 h 1863230"/>
                <a:gd name="csX3" fmla="*/ 0 w 2190783"/>
                <a:gd name="csY3" fmla="*/ 0 h 1863230"/>
                <a:gd name="csX0" fmla="*/ 2184433 w 2190783"/>
                <a:gd name="csY0" fmla="*/ 1863230 h 1863230"/>
                <a:gd name="csX1" fmla="*/ 2190783 w 2190783"/>
                <a:gd name="csY1" fmla="*/ 1628280 h 1863230"/>
                <a:gd name="csX2" fmla="*/ 463583 w 2190783"/>
                <a:gd name="csY2" fmla="*/ 258268 h 1863230"/>
                <a:gd name="csX3" fmla="*/ 0 w 2190783"/>
                <a:gd name="csY3" fmla="*/ 0 h 1863230"/>
                <a:gd name="csX0" fmla="*/ 2184433 w 2190783"/>
                <a:gd name="csY0" fmla="*/ 1863230 h 1863230"/>
                <a:gd name="csX1" fmla="*/ 2190783 w 2190783"/>
                <a:gd name="csY1" fmla="*/ 1628280 h 1863230"/>
                <a:gd name="csX2" fmla="*/ 422308 w 2190783"/>
                <a:gd name="csY2" fmla="*/ 232868 h 1863230"/>
                <a:gd name="csX3" fmla="*/ 0 w 2190783"/>
                <a:gd name="csY3" fmla="*/ 0 h 1863230"/>
                <a:gd name="csX0" fmla="*/ 2184433 w 2190783"/>
                <a:gd name="csY0" fmla="*/ 1863230 h 1863230"/>
                <a:gd name="csX1" fmla="*/ 2190783 w 2190783"/>
                <a:gd name="csY1" fmla="*/ 1628280 h 1863230"/>
                <a:gd name="csX2" fmla="*/ 555658 w 2190783"/>
                <a:gd name="csY2" fmla="*/ 893268 h 1863230"/>
                <a:gd name="csX3" fmla="*/ 0 w 2190783"/>
                <a:gd name="csY3" fmla="*/ 0 h 1863230"/>
                <a:gd name="csX0" fmla="*/ 2197133 w 2203483"/>
                <a:gd name="csY0" fmla="*/ 1285380 h 1285380"/>
                <a:gd name="csX1" fmla="*/ 2203483 w 2203483"/>
                <a:gd name="csY1" fmla="*/ 1050430 h 1285380"/>
                <a:gd name="csX2" fmla="*/ 568358 w 2203483"/>
                <a:gd name="csY2" fmla="*/ 315418 h 1285380"/>
                <a:gd name="csX3" fmla="*/ 0 w 2203483"/>
                <a:gd name="csY3" fmla="*/ 0 h 1285380"/>
                <a:gd name="csX0" fmla="*/ 2197133 w 2203483"/>
                <a:gd name="csY0" fmla="*/ 1285380 h 1285380"/>
                <a:gd name="csX1" fmla="*/ 2203483 w 2203483"/>
                <a:gd name="csY1" fmla="*/ 1050430 h 1285380"/>
                <a:gd name="csX2" fmla="*/ 447708 w 2203483"/>
                <a:gd name="csY2" fmla="*/ 277318 h 1285380"/>
                <a:gd name="csX3" fmla="*/ 0 w 2203483"/>
                <a:gd name="csY3" fmla="*/ 0 h 1285380"/>
                <a:gd name="csX0" fmla="*/ 2197133 w 2203483"/>
                <a:gd name="csY0" fmla="*/ 1285380 h 1285380"/>
                <a:gd name="csX1" fmla="*/ 2203483 w 2203483"/>
                <a:gd name="csY1" fmla="*/ 1050430 h 1285380"/>
                <a:gd name="csX2" fmla="*/ 460408 w 2203483"/>
                <a:gd name="csY2" fmla="*/ 258268 h 1285380"/>
                <a:gd name="csX3" fmla="*/ 0 w 2203483"/>
                <a:gd name="csY3" fmla="*/ 0 h 1285380"/>
                <a:gd name="csX0" fmla="*/ 2220946 w 2220946"/>
                <a:gd name="csY0" fmla="*/ 1561605 h 1561605"/>
                <a:gd name="csX1" fmla="*/ 2203483 w 2220946"/>
                <a:gd name="csY1" fmla="*/ 1050430 h 1561605"/>
                <a:gd name="csX2" fmla="*/ 460408 w 2220946"/>
                <a:gd name="csY2" fmla="*/ 258268 h 1561605"/>
                <a:gd name="csX3" fmla="*/ 0 w 2220946"/>
                <a:gd name="csY3" fmla="*/ 0 h 1561605"/>
                <a:gd name="csX0" fmla="*/ 2220946 w 2220946"/>
                <a:gd name="csY0" fmla="*/ 1561605 h 1561605"/>
                <a:gd name="csX1" fmla="*/ 2215389 w 2220946"/>
                <a:gd name="csY1" fmla="*/ 1052811 h 1561605"/>
                <a:gd name="csX2" fmla="*/ 460408 w 2220946"/>
                <a:gd name="csY2" fmla="*/ 258268 h 1561605"/>
                <a:gd name="csX3" fmla="*/ 0 w 2220946"/>
                <a:gd name="csY3" fmla="*/ 0 h 1561605"/>
                <a:gd name="csX0" fmla="*/ 2220946 w 2222931"/>
                <a:gd name="csY0" fmla="*/ 1561605 h 1561605"/>
                <a:gd name="csX1" fmla="*/ 2222532 w 2222931"/>
                <a:gd name="csY1" fmla="*/ 1052811 h 1561605"/>
                <a:gd name="csX2" fmla="*/ 460408 w 2222931"/>
                <a:gd name="csY2" fmla="*/ 258268 h 1561605"/>
                <a:gd name="csX3" fmla="*/ 0 w 2222931"/>
                <a:gd name="csY3" fmla="*/ 0 h 1561605"/>
                <a:gd name="csX0" fmla="*/ 2220946 w 2220946"/>
                <a:gd name="csY0" fmla="*/ 1561605 h 1561605"/>
                <a:gd name="csX1" fmla="*/ 2215389 w 2220946"/>
                <a:gd name="csY1" fmla="*/ 1057574 h 1561605"/>
                <a:gd name="csX2" fmla="*/ 460408 w 2220946"/>
                <a:gd name="csY2" fmla="*/ 258268 h 1561605"/>
                <a:gd name="csX3" fmla="*/ 0 w 2220946"/>
                <a:gd name="csY3" fmla="*/ 0 h 1561605"/>
                <a:gd name="csX0" fmla="*/ 2220946 w 2222931"/>
                <a:gd name="csY0" fmla="*/ 1561605 h 1561605"/>
                <a:gd name="csX1" fmla="*/ 2222532 w 2222931"/>
                <a:gd name="csY1" fmla="*/ 1057574 h 1561605"/>
                <a:gd name="csX2" fmla="*/ 460408 w 2222931"/>
                <a:gd name="csY2" fmla="*/ 258268 h 1561605"/>
                <a:gd name="csX3" fmla="*/ 0 w 2222931"/>
                <a:gd name="csY3" fmla="*/ 0 h 1561605"/>
                <a:gd name="csX0" fmla="*/ 2220946 w 2222931"/>
                <a:gd name="csY0" fmla="*/ 1561605 h 1561605"/>
                <a:gd name="csX1" fmla="*/ 2222532 w 2222931"/>
                <a:gd name="csY1" fmla="*/ 1057574 h 1561605"/>
                <a:gd name="csX2" fmla="*/ 460408 w 2222931"/>
                <a:gd name="csY2" fmla="*/ 258268 h 1561605"/>
                <a:gd name="csX3" fmla="*/ 0 w 2222931"/>
                <a:gd name="csY3" fmla="*/ 0 h 1561605"/>
                <a:gd name="csX0" fmla="*/ 2597183 w 2599168"/>
                <a:gd name="csY0" fmla="*/ 2256930 h 2256930"/>
                <a:gd name="csX1" fmla="*/ 2598769 w 2599168"/>
                <a:gd name="csY1" fmla="*/ 1752899 h 2256930"/>
                <a:gd name="csX2" fmla="*/ 836645 w 2599168"/>
                <a:gd name="csY2" fmla="*/ 953593 h 2256930"/>
                <a:gd name="csX3" fmla="*/ 0 w 2599168"/>
                <a:gd name="csY3" fmla="*/ 0 h 2256930"/>
                <a:gd name="csX0" fmla="*/ 2613026 w 2615011"/>
                <a:gd name="csY0" fmla="*/ 2256930 h 2256930"/>
                <a:gd name="csX1" fmla="*/ 2614612 w 2615011"/>
                <a:gd name="csY1" fmla="*/ 1752899 h 2256930"/>
                <a:gd name="csX2" fmla="*/ 0 w 2615011"/>
                <a:gd name="csY2" fmla="*/ 320180 h 2256930"/>
                <a:gd name="csX3" fmla="*/ 15843 w 2615011"/>
                <a:gd name="csY3" fmla="*/ 0 h 2256930"/>
                <a:gd name="csX0" fmla="*/ 2613026 w 2615011"/>
                <a:gd name="csY0" fmla="*/ 2256930 h 2256930"/>
                <a:gd name="csX1" fmla="*/ 2614612 w 2615011"/>
                <a:gd name="csY1" fmla="*/ 1752899 h 2256930"/>
                <a:gd name="csX2" fmla="*/ 0 w 2615011"/>
                <a:gd name="csY2" fmla="*/ 320180 h 2256930"/>
                <a:gd name="csX3" fmla="*/ 39655 w 2615011"/>
                <a:gd name="csY3" fmla="*/ 0 h 2256930"/>
                <a:gd name="csX0" fmla="*/ 2584451 w 2586436"/>
                <a:gd name="csY0" fmla="*/ 2256930 h 2256930"/>
                <a:gd name="csX1" fmla="*/ 2586037 w 2586436"/>
                <a:gd name="csY1" fmla="*/ 1752899 h 2256930"/>
                <a:gd name="csX2" fmla="*/ 0 w 2586436"/>
                <a:gd name="csY2" fmla="*/ 315417 h 2256930"/>
                <a:gd name="csX3" fmla="*/ 11080 w 2586436"/>
                <a:gd name="csY3" fmla="*/ 0 h 2256930"/>
                <a:gd name="csX0" fmla="*/ 2574926 w 2576911"/>
                <a:gd name="csY0" fmla="*/ 2256930 h 2256930"/>
                <a:gd name="csX1" fmla="*/ 2576512 w 2576911"/>
                <a:gd name="csY1" fmla="*/ 1752899 h 2256930"/>
                <a:gd name="csX2" fmla="*/ 0 w 2576911"/>
                <a:gd name="csY2" fmla="*/ 315417 h 2256930"/>
                <a:gd name="csX3" fmla="*/ 1555 w 2576911"/>
                <a:gd name="csY3" fmla="*/ 0 h 22569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76911" h="2256930">
                  <a:moveTo>
                    <a:pt x="2574926" y="2256930"/>
                  </a:moveTo>
                  <a:cubicBezTo>
                    <a:pt x="2573074" y="2087332"/>
                    <a:pt x="2578364" y="1922497"/>
                    <a:pt x="2576512" y="1752899"/>
                  </a:cubicBezTo>
                  <a:lnTo>
                    <a:pt x="0" y="315417"/>
                  </a:lnTo>
                  <a:cubicBezTo>
                    <a:pt x="518" y="210278"/>
                    <a:pt x="1037" y="105139"/>
                    <a:pt x="1555" y="0"/>
                  </a:cubicBezTo>
                </a:path>
              </a:pathLst>
            </a:custGeom>
            <a:ln>
              <a:solidFill>
                <a:schemeClr val="accent4">
                  <a:lumMod val="40000"/>
                  <a:lumOff val="60000"/>
                </a:schemeClr>
              </a:solidFill>
              <a:prstDash val="sysDot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28D5E1FA-F798-A6A7-DA9C-011FA85C1BE5}"/>
                </a:ext>
              </a:extLst>
            </p:cNvPr>
            <p:cNvSpPr/>
            <p:nvPr/>
          </p:nvSpPr>
          <p:spPr>
            <a:xfrm>
              <a:off x="3949023" y="3020748"/>
              <a:ext cx="2570561" cy="3012580"/>
            </a:xfrm>
            <a:custGeom>
              <a:avLst/>
              <a:gdLst>
                <a:gd name="csX0" fmla="*/ 1905000 w 1911350"/>
                <a:gd name="csY0" fmla="*/ 1758950 h 1758950"/>
                <a:gd name="csX1" fmla="*/ 1911350 w 1911350"/>
                <a:gd name="csY1" fmla="*/ 1524000 h 1758950"/>
                <a:gd name="csX2" fmla="*/ 12700 w 1911350"/>
                <a:gd name="csY2" fmla="*/ 0 h 1758950"/>
                <a:gd name="csX3" fmla="*/ 0 w 1911350"/>
                <a:gd name="csY3" fmla="*/ 6350 h 1758950"/>
                <a:gd name="csX4" fmla="*/ 0 w 1911350"/>
                <a:gd name="csY4" fmla="*/ 6350 h 1758950"/>
                <a:gd name="csX0" fmla="*/ 1905000 w 1911350"/>
                <a:gd name="csY0" fmla="*/ 1758950 h 1758950"/>
                <a:gd name="csX1" fmla="*/ 1911350 w 1911350"/>
                <a:gd name="csY1" fmla="*/ 1524000 h 1758950"/>
                <a:gd name="csX2" fmla="*/ 12700 w 1911350"/>
                <a:gd name="csY2" fmla="*/ 0 h 1758950"/>
                <a:gd name="csX3" fmla="*/ 0 w 1911350"/>
                <a:gd name="csY3" fmla="*/ 6350 h 1758950"/>
                <a:gd name="csX0" fmla="*/ 1892300 w 1898650"/>
                <a:gd name="csY0" fmla="*/ 1758950 h 1758950"/>
                <a:gd name="csX1" fmla="*/ 1898650 w 1898650"/>
                <a:gd name="csY1" fmla="*/ 1524000 h 1758950"/>
                <a:gd name="csX2" fmla="*/ 0 w 1898650"/>
                <a:gd name="csY2" fmla="*/ 0 h 1758950"/>
                <a:gd name="csX0" fmla="*/ 1504950 w 1511300"/>
                <a:gd name="csY0" fmla="*/ 1555750 h 1555750"/>
                <a:gd name="csX1" fmla="*/ 1511300 w 1511300"/>
                <a:gd name="csY1" fmla="*/ 1320800 h 1555750"/>
                <a:gd name="csX2" fmla="*/ 0 w 1511300"/>
                <a:gd name="csY2" fmla="*/ 0 h 1555750"/>
                <a:gd name="csX0" fmla="*/ 1617823 w 1624173"/>
                <a:gd name="csY0" fmla="*/ 1652540 h 1652540"/>
                <a:gd name="csX1" fmla="*/ 1624173 w 1624173"/>
                <a:gd name="csY1" fmla="*/ 1417590 h 1652540"/>
                <a:gd name="csX2" fmla="*/ 112873 w 1624173"/>
                <a:gd name="csY2" fmla="*/ 96790 h 1652540"/>
                <a:gd name="csX3" fmla="*/ 109665 w 1624173"/>
                <a:gd name="csY3" fmla="*/ 100460 h 1652540"/>
                <a:gd name="csX0" fmla="*/ 1955833 w 1962183"/>
                <a:gd name="csY0" fmla="*/ 1799746 h 1799746"/>
                <a:gd name="csX1" fmla="*/ 1962183 w 1962183"/>
                <a:gd name="csY1" fmla="*/ 1564796 h 1799746"/>
                <a:gd name="csX2" fmla="*/ 450883 w 1962183"/>
                <a:gd name="csY2" fmla="*/ 243996 h 1799746"/>
                <a:gd name="csX3" fmla="*/ 0 w 1962183"/>
                <a:gd name="csY3" fmla="*/ 16 h 1799746"/>
                <a:gd name="csX0" fmla="*/ 1955833 w 1962183"/>
                <a:gd name="csY0" fmla="*/ 1799730 h 1799730"/>
                <a:gd name="csX1" fmla="*/ 1962183 w 1962183"/>
                <a:gd name="csY1" fmla="*/ 1564780 h 1799730"/>
                <a:gd name="csX2" fmla="*/ 450883 w 1962183"/>
                <a:gd name="csY2" fmla="*/ 243980 h 1799730"/>
                <a:gd name="csX3" fmla="*/ 0 w 1962183"/>
                <a:gd name="csY3" fmla="*/ 0 h 1799730"/>
                <a:gd name="csX0" fmla="*/ 2149508 w 2155858"/>
                <a:gd name="csY0" fmla="*/ 1917205 h 1917205"/>
                <a:gd name="csX1" fmla="*/ 2155858 w 2155858"/>
                <a:gd name="csY1" fmla="*/ 1682255 h 1917205"/>
                <a:gd name="csX2" fmla="*/ 644558 w 2155858"/>
                <a:gd name="csY2" fmla="*/ 361455 h 1917205"/>
                <a:gd name="csX3" fmla="*/ 0 w 2155858"/>
                <a:gd name="csY3" fmla="*/ 0 h 1917205"/>
                <a:gd name="csX0" fmla="*/ 2149508 w 2155858"/>
                <a:gd name="csY0" fmla="*/ 1917205 h 1917205"/>
                <a:gd name="csX1" fmla="*/ 2155858 w 2155858"/>
                <a:gd name="csY1" fmla="*/ 1682255 h 1917205"/>
                <a:gd name="csX2" fmla="*/ 657258 w 2155858"/>
                <a:gd name="csY2" fmla="*/ 336055 h 1917205"/>
                <a:gd name="csX3" fmla="*/ 0 w 2155858"/>
                <a:gd name="csY3" fmla="*/ 0 h 1917205"/>
                <a:gd name="csX0" fmla="*/ 2149508 w 2155858"/>
                <a:gd name="csY0" fmla="*/ 1917205 h 1917205"/>
                <a:gd name="csX1" fmla="*/ 2155858 w 2155858"/>
                <a:gd name="csY1" fmla="*/ 1682255 h 1917205"/>
                <a:gd name="csX2" fmla="*/ 657258 w 2155858"/>
                <a:gd name="csY2" fmla="*/ 336055 h 1917205"/>
                <a:gd name="csX3" fmla="*/ 146051 w 2155858"/>
                <a:gd name="csY3" fmla="*/ 98426 h 1917205"/>
                <a:gd name="csX4" fmla="*/ 0 w 2155858"/>
                <a:gd name="csY4" fmla="*/ 0 h 1917205"/>
                <a:gd name="csX0" fmla="*/ 2149508 w 2155858"/>
                <a:gd name="csY0" fmla="*/ 1917205 h 1917205"/>
                <a:gd name="csX1" fmla="*/ 2155858 w 2155858"/>
                <a:gd name="csY1" fmla="*/ 1682255 h 1917205"/>
                <a:gd name="csX2" fmla="*/ 654083 w 2155858"/>
                <a:gd name="csY2" fmla="*/ 342405 h 1917205"/>
                <a:gd name="csX3" fmla="*/ 146051 w 2155858"/>
                <a:gd name="csY3" fmla="*/ 98426 h 1917205"/>
                <a:gd name="csX4" fmla="*/ 0 w 2155858"/>
                <a:gd name="csY4" fmla="*/ 0 h 1917205"/>
                <a:gd name="csX0" fmla="*/ 2149508 w 2155858"/>
                <a:gd name="csY0" fmla="*/ 1917205 h 1917205"/>
                <a:gd name="csX1" fmla="*/ 2155858 w 2155858"/>
                <a:gd name="csY1" fmla="*/ 1682255 h 1917205"/>
                <a:gd name="csX2" fmla="*/ 649320 w 2155858"/>
                <a:gd name="csY2" fmla="*/ 354311 h 1917205"/>
                <a:gd name="csX3" fmla="*/ 146051 w 2155858"/>
                <a:gd name="csY3" fmla="*/ 98426 h 1917205"/>
                <a:gd name="csX4" fmla="*/ 0 w 2155858"/>
                <a:gd name="csY4" fmla="*/ 0 h 1917205"/>
                <a:gd name="csX0" fmla="*/ 2149508 w 2155858"/>
                <a:gd name="csY0" fmla="*/ 1917205 h 1917205"/>
                <a:gd name="csX1" fmla="*/ 2155858 w 2155858"/>
                <a:gd name="csY1" fmla="*/ 1682255 h 1917205"/>
                <a:gd name="csX2" fmla="*/ 644558 w 2155858"/>
                <a:gd name="csY2" fmla="*/ 370980 h 1917205"/>
                <a:gd name="csX3" fmla="*/ 146051 w 2155858"/>
                <a:gd name="csY3" fmla="*/ 98426 h 1917205"/>
                <a:gd name="csX4" fmla="*/ 0 w 2155858"/>
                <a:gd name="csY4" fmla="*/ 0 h 1917205"/>
                <a:gd name="csX0" fmla="*/ 2149508 w 2155858"/>
                <a:gd name="csY0" fmla="*/ 1917205 h 1917205"/>
                <a:gd name="csX1" fmla="*/ 2155858 w 2155858"/>
                <a:gd name="csY1" fmla="*/ 1682255 h 1917205"/>
                <a:gd name="csX2" fmla="*/ 644558 w 2155858"/>
                <a:gd name="csY2" fmla="*/ 370980 h 1917205"/>
                <a:gd name="csX3" fmla="*/ 0 w 2155858"/>
                <a:gd name="csY3" fmla="*/ 0 h 1917205"/>
                <a:gd name="csX0" fmla="*/ 2149508 w 2155858"/>
                <a:gd name="csY0" fmla="*/ 1917205 h 1917205"/>
                <a:gd name="csX1" fmla="*/ 2155858 w 2155858"/>
                <a:gd name="csY1" fmla="*/ 1682255 h 1917205"/>
                <a:gd name="csX2" fmla="*/ 482633 w 2155858"/>
                <a:gd name="csY2" fmla="*/ 299543 h 1917205"/>
                <a:gd name="csX3" fmla="*/ 0 w 2155858"/>
                <a:gd name="csY3" fmla="*/ 0 h 1917205"/>
                <a:gd name="csX0" fmla="*/ 2184433 w 2190783"/>
                <a:gd name="csY0" fmla="*/ 1863230 h 1863230"/>
                <a:gd name="csX1" fmla="*/ 2190783 w 2190783"/>
                <a:gd name="csY1" fmla="*/ 1628280 h 1863230"/>
                <a:gd name="csX2" fmla="*/ 517558 w 2190783"/>
                <a:gd name="csY2" fmla="*/ 245568 h 1863230"/>
                <a:gd name="csX3" fmla="*/ 0 w 2190783"/>
                <a:gd name="csY3" fmla="*/ 0 h 1863230"/>
                <a:gd name="csX0" fmla="*/ 2184433 w 2190783"/>
                <a:gd name="csY0" fmla="*/ 1863230 h 1863230"/>
                <a:gd name="csX1" fmla="*/ 2190783 w 2190783"/>
                <a:gd name="csY1" fmla="*/ 1628280 h 1863230"/>
                <a:gd name="csX2" fmla="*/ 463583 w 2190783"/>
                <a:gd name="csY2" fmla="*/ 258268 h 1863230"/>
                <a:gd name="csX3" fmla="*/ 0 w 2190783"/>
                <a:gd name="csY3" fmla="*/ 0 h 1863230"/>
                <a:gd name="csX0" fmla="*/ 2184433 w 2190783"/>
                <a:gd name="csY0" fmla="*/ 1863230 h 1863230"/>
                <a:gd name="csX1" fmla="*/ 2190783 w 2190783"/>
                <a:gd name="csY1" fmla="*/ 1628280 h 1863230"/>
                <a:gd name="csX2" fmla="*/ 422308 w 2190783"/>
                <a:gd name="csY2" fmla="*/ 232868 h 1863230"/>
                <a:gd name="csX3" fmla="*/ 0 w 2190783"/>
                <a:gd name="csY3" fmla="*/ 0 h 1863230"/>
                <a:gd name="csX0" fmla="*/ 2184433 w 2190783"/>
                <a:gd name="csY0" fmla="*/ 1863230 h 1863230"/>
                <a:gd name="csX1" fmla="*/ 2190783 w 2190783"/>
                <a:gd name="csY1" fmla="*/ 1628280 h 1863230"/>
                <a:gd name="csX2" fmla="*/ 555658 w 2190783"/>
                <a:gd name="csY2" fmla="*/ 893268 h 1863230"/>
                <a:gd name="csX3" fmla="*/ 0 w 2190783"/>
                <a:gd name="csY3" fmla="*/ 0 h 1863230"/>
                <a:gd name="csX0" fmla="*/ 2197133 w 2203483"/>
                <a:gd name="csY0" fmla="*/ 1285380 h 1285380"/>
                <a:gd name="csX1" fmla="*/ 2203483 w 2203483"/>
                <a:gd name="csY1" fmla="*/ 1050430 h 1285380"/>
                <a:gd name="csX2" fmla="*/ 568358 w 2203483"/>
                <a:gd name="csY2" fmla="*/ 315418 h 1285380"/>
                <a:gd name="csX3" fmla="*/ 0 w 2203483"/>
                <a:gd name="csY3" fmla="*/ 0 h 1285380"/>
                <a:gd name="csX0" fmla="*/ 2197133 w 2203483"/>
                <a:gd name="csY0" fmla="*/ 1285380 h 1285380"/>
                <a:gd name="csX1" fmla="*/ 2203483 w 2203483"/>
                <a:gd name="csY1" fmla="*/ 1050430 h 1285380"/>
                <a:gd name="csX2" fmla="*/ 447708 w 2203483"/>
                <a:gd name="csY2" fmla="*/ 277318 h 1285380"/>
                <a:gd name="csX3" fmla="*/ 0 w 2203483"/>
                <a:gd name="csY3" fmla="*/ 0 h 1285380"/>
                <a:gd name="csX0" fmla="*/ 2197133 w 2203483"/>
                <a:gd name="csY0" fmla="*/ 1285380 h 1285380"/>
                <a:gd name="csX1" fmla="*/ 2203483 w 2203483"/>
                <a:gd name="csY1" fmla="*/ 1050430 h 1285380"/>
                <a:gd name="csX2" fmla="*/ 460408 w 2203483"/>
                <a:gd name="csY2" fmla="*/ 258268 h 1285380"/>
                <a:gd name="csX3" fmla="*/ 0 w 2203483"/>
                <a:gd name="csY3" fmla="*/ 0 h 1285380"/>
                <a:gd name="csX0" fmla="*/ 2220946 w 2220946"/>
                <a:gd name="csY0" fmla="*/ 1561605 h 1561605"/>
                <a:gd name="csX1" fmla="*/ 2203483 w 2220946"/>
                <a:gd name="csY1" fmla="*/ 1050430 h 1561605"/>
                <a:gd name="csX2" fmla="*/ 460408 w 2220946"/>
                <a:gd name="csY2" fmla="*/ 258268 h 1561605"/>
                <a:gd name="csX3" fmla="*/ 0 w 2220946"/>
                <a:gd name="csY3" fmla="*/ 0 h 1561605"/>
                <a:gd name="csX0" fmla="*/ 2220946 w 2220946"/>
                <a:gd name="csY0" fmla="*/ 1561605 h 1561605"/>
                <a:gd name="csX1" fmla="*/ 2215389 w 2220946"/>
                <a:gd name="csY1" fmla="*/ 1052811 h 1561605"/>
                <a:gd name="csX2" fmla="*/ 460408 w 2220946"/>
                <a:gd name="csY2" fmla="*/ 258268 h 1561605"/>
                <a:gd name="csX3" fmla="*/ 0 w 2220946"/>
                <a:gd name="csY3" fmla="*/ 0 h 1561605"/>
                <a:gd name="csX0" fmla="*/ 2220946 w 2222931"/>
                <a:gd name="csY0" fmla="*/ 1561605 h 1561605"/>
                <a:gd name="csX1" fmla="*/ 2222532 w 2222931"/>
                <a:gd name="csY1" fmla="*/ 1052811 h 1561605"/>
                <a:gd name="csX2" fmla="*/ 460408 w 2222931"/>
                <a:gd name="csY2" fmla="*/ 258268 h 1561605"/>
                <a:gd name="csX3" fmla="*/ 0 w 2222931"/>
                <a:gd name="csY3" fmla="*/ 0 h 1561605"/>
                <a:gd name="csX0" fmla="*/ 2220946 w 2220946"/>
                <a:gd name="csY0" fmla="*/ 1561605 h 1561605"/>
                <a:gd name="csX1" fmla="*/ 2215389 w 2220946"/>
                <a:gd name="csY1" fmla="*/ 1057574 h 1561605"/>
                <a:gd name="csX2" fmla="*/ 460408 w 2220946"/>
                <a:gd name="csY2" fmla="*/ 258268 h 1561605"/>
                <a:gd name="csX3" fmla="*/ 0 w 2220946"/>
                <a:gd name="csY3" fmla="*/ 0 h 1561605"/>
                <a:gd name="csX0" fmla="*/ 2220946 w 2222931"/>
                <a:gd name="csY0" fmla="*/ 1561605 h 1561605"/>
                <a:gd name="csX1" fmla="*/ 2222532 w 2222931"/>
                <a:gd name="csY1" fmla="*/ 1057574 h 1561605"/>
                <a:gd name="csX2" fmla="*/ 460408 w 2222931"/>
                <a:gd name="csY2" fmla="*/ 258268 h 1561605"/>
                <a:gd name="csX3" fmla="*/ 0 w 2222931"/>
                <a:gd name="csY3" fmla="*/ 0 h 1561605"/>
                <a:gd name="csX0" fmla="*/ 2220946 w 2222931"/>
                <a:gd name="csY0" fmla="*/ 1561605 h 1561605"/>
                <a:gd name="csX1" fmla="*/ 2222532 w 2222931"/>
                <a:gd name="csY1" fmla="*/ 1057574 h 1561605"/>
                <a:gd name="csX2" fmla="*/ 460408 w 2222931"/>
                <a:gd name="csY2" fmla="*/ 258268 h 1561605"/>
                <a:gd name="csX3" fmla="*/ 0 w 2222931"/>
                <a:gd name="csY3" fmla="*/ 0 h 1561605"/>
                <a:gd name="csX0" fmla="*/ 2597183 w 2599168"/>
                <a:gd name="csY0" fmla="*/ 2256930 h 2256930"/>
                <a:gd name="csX1" fmla="*/ 2598769 w 2599168"/>
                <a:gd name="csY1" fmla="*/ 1752899 h 2256930"/>
                <a:gd name="csX2" fmla="*/ 836645 w 2599168"/>
                <a:gd name="csY2" fmla="*/ 953593 h 2256930"/>
                <a:gd name="csX3" fmla="*/ 0 w 2599168"/>
                <a:gd name="csY3" fmla="*/ 0 h 2256930"/>
                <a:gd name="csX0" fmla="*/ 2613026 w 2615011"/>
                <a:gd name="csY0" fmla="*/ 2256930 h 2256930"/>
                <a:gd name="csX1" fmla="*/ 2614612 w 2615011"/>
                <a:gd name="csY1" fmla="*/ 1752899 h 2256930"/>
                <a:gd name="csX2" fmla="*/ 0 w 2615011"/>
                <a:gd name="csY2" fmla="*/ 320180 h 2256930"/>
                <a:gd name="csX3" fmla="*/ 15843 w 2615011"/>
                <a:gd name="csY3" fmla="*/ 0 h 2256930"/>
                <a:gd name="csX0" fmla="*/ 2613026 w 2615011"/>
                <a:gd name="csY0" fmla="*/ 2256930 h 2256930"/>
                <a:gd name="csX1" fmla="*/ 2614612 w 2615011"/>
                <a:gd name="csY1" fmla="*/ 1752899 h 2256930"/>
                <a:gd name="csX2" fmla="*/ 0 w 2615011"/>
                <a:gd name="csY2" fmla="*/ 320180 h 2256930"/>
                <a:gd name="csX3" fmla="*/ 39655 w 2615011"/>
                <a:gd name="csY3" fmla="*/ 0 h 2256930"/>
                <a:gd name="csX0" fmla="*/ 2584451 w 2586436"/>
                <a:gd name="csY0" fmla="*/ 2256930 h 2256930"/>
                <a:gd name="csX1" fmla="*/ 2586037 w 2586436"/>
                <a:gd name="csY1" fmla="*/ 1752899 h 2256930"/>
                <a:gd name="csX2" fmla="*/ 0 w 2586436"/>
                <a:gd name="csY2" fmla="*/ 315417 h 2256930"/>
                <a:gd name="csX3" fmla="*/ 11080 w 2586436"/>
                <a:gd name="csY3" fmla="*/ 0 h 2256930"/>
                <a:gd name="csX0" fmla="*/ 2574926 w 2576911"/>
                <a:gd name="csY0" fmla="*/ 2256930 h 2256930"/>
                <a:gd name="csX1" fmla="*/ 2576512 w 2576911"/>
                <a:gd name="csY1" fmla="*/ 1752899 h 2256930"/>
                <a:gd name="csX2" fmla="*/ 0 w 2576911"/>
                <a:gd name="csY2" fmla="*/ 315417 h 2256930"/>
                <a:gd name="csX3" fmla="*/ 1555 w 2576911"/>
                <a:gd name="csY3" fmla="*/ 0 h 2256930"/>
                <a:gd name="csX0" fmla="*/ 2568576 w 2576712"/>
                <a:gd name="csY0" fmla="*/ 3012580 h 3012580"/>
                <a:gd name="csX1" fmla="*/ 2576512 w 2576712"/>
                <a:gd name="csY1" fmla="*/ 1752899 h 3012580"/>
                <a:gd name="csX2" fmla="*/ 0 w 2576712"/>
                <a:gd name="csY2" fmla="*/ 315417 h 3012580"/>
                <a:gd name="csX3" fmla="*/ 1555 w 2576712"/>
                <a:gd name="csY3" fmla="*/ 0 h 3012580"/>
                <a:gd name="csX0" fmla="*/ 2568576 w 2570561"/>
                <a:gd name="csY0" fmla="*/ 3012580 h 3012580"/>
                <a:gd name="csX1" fmla="*/ 2570162 w 2570561"/>
                <a:gd name="csY1" fmla="*/ 1752899 h 3012580"/>
                <a:gd name="csX2" fmla="*/ 0 w 2570561"/>
                <a:gd name="csY2" fmla="*/ 315417 h 3012580"/>
                <a:gd name="csX3" fmla="*/ 1555 w 2570561"/>
                <a:gd name="csY3" fmla="*/ 0 h 30125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70561" h="3012580">
                  <a:moveTo>
                    <a:pt x="2568576" y="3012580"/>
                  </a:moveTo>
                  <a:cubicBezTo>
                    <a:pt x="2566724" y="2842982"/>
                    <a:pt x="2572014" y="1922497"/>
                    <a:pt x="2570162" y="1752899"/>
                  </a:cubicBezTo>
                  <a:lnTo>
                    <a:pt x="0" y="315417"/>
                  </a:lnTo>
                  <a:cubicBezTo>
                    <a:pt x="518" y="210278"/>
                    <a:pt x="1037" y="105139"/>
                    <a:pt x="1555" y="0"/>
                  </a:cubicBezTo>
                </a:path>
              </a:pathLst>
            </a:custGeom>
            <a:ln>
              <a:solidFill>
                <a:schemeClr val="accent4">
                  <a:lumMod val="40000"/>
                  <a:lumOff val="60000"/>
                </a:schemeClr>
              </a:solidFill>
              <a:prstDash val="sysDot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hlinkClick r:id="rId5"/>
            <a:extLst>
              <a:ext uri="{FF2B5EF4-FFF2-40B4-BE49-F238E27FC236}">
                <a16:creationId xmlns:a16="http://schemas.microsoft.com/office/drawing/2014/main" id="{18214076-3BB2-1C23-CB51-0EF37810D327}"/>
              </a:ext>
            </a:extLst>
          </p:cNvPr>
          <p:cNvSpPr txBox="1"/>
          <p:nvPr/>
        </p:nvSpPr>
        <p:spPr>
          <a:xfrm rot="16200000">
            <a:off x="3719187" y="2369301"/>
            <a:ext cx="23329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dirty="0"/>
              <a:t>(PD) U.S. Gov – NAVEDTRA14040A, 2015 </a:t>
            </a:r>
          </a:p>
        </p:txBody>
      </p:sp>
      <p:sp>
        <p:nvSpPr>
          <p:cNvPr id="5" name="TextBox 4">
            <a:hlinkClick r:id="rId5"/>
            <a:extLst>
              <a:ext uri="{FF2B5EF4-FFF2-40B4-BE49-F238E27FC236}">
                <a16:creationId xmlns:a16="http://schemas.microsoft.com/office/drawing/2014/main" id="{7D02A0CC-4933-A01C-7D28-ECF979B3F5D9}"/>
              </a:ext>
            </a:extLst>
          </p:cNvPr>
          <p:cNvSpPr txBox="1"/>
          <p:nvPr/>
        </p:nvSpPr>
        <p:spPr>
          <a:xfrm>
            <a:off x="4252808" y="6410286"/>
            <a:ext cx="23329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dirty="0"/>
              <a:t>(PD) U.S. Gov – NAVEDTRA14040A, 2015 </a:t>
            </a:r>
          </a:p>
        </p:txBody>
      </p:sp>
    </p:spTree>
    <p:extLst>
      <p:ext uri="{BB962C8B-B14F-4D97-AF65-F5344CB8AC3E}">
        <p14:creationId xmlns:p14="http://schemas.microsoft.com/office/powerpoint/2010/main" val="3263695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441BB9-1494-2A30-5797-E48A107F9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A3FE6-24E3-16C9-5C70-62A2AD9BD1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2512" y="3017638"/>
            <a:ext cx="10086975" cy="822724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Blueprint Symbols</a:t>
            </a:r>
          </a:p>
        </p:txBody>
      </p:sp>
    </p:spTree>
    <p:extLst>
      <p:ext uri="{BB962C8B-B14F-4D97-AF65-F5344CB8AC3E}">
        <p14:creationId xmlns:p14="http://schemas.microsoft.com/office/powerpoint/2010/main" val="4247713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8DB095-B5DC-728B-F779-47CBB5F88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2D895-4AEF-AEE7-994E-B0C69A1AFA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162" y="1483104"/>
            <a:ext cx="10958538" cy="32759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“Blueprint symbols are standardized universal marks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  used as shorthand code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  to save space, reduce errors, and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  provide clear, concise, and consistent information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  across technical drawings.”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                                                                                   - Dr. Google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013443-1B4B-2B05-C84A-BB0BB9E67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760"/>
            <a:ext cx="10515600" cy="877824"/>
          </a:xfrm>
        </p:spPr>
        <p:txBody>
          <a:bodyPr/>
          <a:lstStyle/>
          <a:p>
            <a:r>
              <a:rPr lang="en-US" dirty="0"/>
              <a:t>Blueprint Symbols</a:t>
            </a:r>
          </a:p>
        </p:txBody>
      </p:sp>
    </p:spTree>
    <p:extLst>
      <p:ext uri="{BB962C8B-B14F-4D97-AF65-F5344CB8AC3E}">
        <p14:creationId xmlns:p14="http://schemas.microsoft.com/office/powerpoint/2010/main" val="3574658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C948E4-B8E0-B964-A4C5-52D149F8A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1B9AD-5657-7190-60BC-44B413BAF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760"/>
            <a:ext cx="10515600" cy="877824"/>
          </a:xfrm>
        </p:spPr>
        <p:txBody>
          <a:bodyPr/>
          <a:lstStyle/>
          <a:p>
            <a:r>
              <a:rPr lang="en-US" dirty="0"/>
              <a:t>Blueprint Symbol Categories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B5F9784-31C6-C718-A4E2-25137C90343E}"/>
              </a:ext>
            </a:extLst>
          </p:cNvPr>
          <p:cNvGrpSpPr/>
          <p:nvPr/>
        </p:nvGrpSpPr>
        <p:grpSpPr>
          <a:xfrm>
            <a:off x="519129" y="1670539"/>
            <a:ext cx="3579301" cy="4756615"/>
            <a:chOff x="612648" y="1670539"/>
            <a:chExt cx="3579301" cy="475661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4341255-3649-5D7E-7941-687E9C45FA66}"/>
                </a:ext>
              </a:extLst>
            </p:cNvPr>
            <p:cNvSpPr/>
            <p:nvPr/>
          </p:nvSpPr>
          <p:spPr>
            <a:xfrm>
              <a:off x="622301" y="1670539"/>
              <a:ext cx="3435350" cy="447961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</a:ln>
            <a:effectLst>
              <a:outerShdw blurRad="50800" dist="63500" dir="2700000" algn="tl" rotWithShape="0">
                <a:prstClr val="black">
                  <a:alpha val="7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F714126-608D-3276-9516-C9ED07B9F470}"/>
                </a:ext>
              </a:extLst>
            </p:cNvPr>
            <p:cNvSpPr txBox="1"/>
            <p:nvPr/>
          </p:nvSpPr>
          <p:spPr>
            <a:xfrm>
              <a:off x="622300" y="1679861"/>
              <a:ext cx="3435349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GD&amp;T Symbols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90F9910-8C3A-E26C-547A-651F9B7885F6}"/>
                </a:ext>
              </a:extLst>
            </p:cNvPr>
            <p:cNvSpPr txBox="1"/>
            <p:nvPr/>
          </p:nvSpPr>
          <p:spPr>
            <a:xfrm>
              <a:off x="612648" y="6150155"/>
              <a:ext cx="357930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GD&amp;T = Geometric Dimensioning &amp; Tolerancing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87F980E-B880-AA01-C95B-8C793EAF06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75000"/>
            </a:blip>
            <a:stretch>
              <a:fillRect/>
            </a:stretch>
          </p:blipFill>
          <p:spPr>
            <a:xfrm>
              <a:off x="1139648" y="2086055"/>
              <a:ext cx="2534004" cy="3648584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F10A22F-0C2F-D5C0-834F-1EAF3F9AB0C9}"/>
              </a:ext>
            </a:extLst>
          </p:cNvPr>
          <p:cNvGrpSpPr/>
          <p:nvPr/>
        </p:nvGrpSpPr>
        <p:grpSpPr>
          <a:xfrm>
            <a:off x="4329256" y="1679861"/>
            <a:ext cx="3435351" cy="4479616"/>
            <a:chOff x="4422775" y="1679861"/>
            <a:chExt cx="3435351" cy="4479616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44E3404-8CCA-B09F-45C5-579957530ECB}"/>
                </a:ext>
              </a:extLst>
            </p:cNvPr>
            <p:cNvGrpSpPr/>
            <p:nvPr/>
          </p:nvGrpSpPr>
          <p:grpSpPr>
            <a:xfrm>
              <a:off x="4422775" y="1679861"/>
              <a:ext cx="3435351" cy="4479616"/>
              <a:chOff x="622300" y="1670539"/>
              <a:chExt cx="3435351" cy="4479616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5ABAB09-08B5-6188-2E84-C8BEB5E3617B}"/>
                  </a:ext>
                </a:extLst>
              </p:cNvPr>
              <p:cNvSpPr/>
              <p:nvPr/>
            </p:nvSpPr>
            <p:spPr>
              <a:xfrm>
                <a:off x="622301" y="1670539"/>
                <a:ext cx="3435350" cy="447961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50000"/>
                  </a:schemeClr>
                </a:solidFill>
              </a:ln>
              <a:effectLst>
                <a:outerShdw blurRad="50800" dist="63500" dir="2700000" algn="tl" rotWithShape="0">
                  <a:prstClr val="black">
                    <a:alpha val="7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6EAE1CF-EB49-FA11-85AA-0D36207D8989}"/>
                  </a:ext>
                </a:extLst>
              </p:cNvPr>
              <p:cNvSpPr txBox="1"/>
              <p:nvPr/>
            </p:nvSpPr>
            <p:spPr>
              <a:xfrm>
                <a:off x="622300" y="1679861"/>
                <a:ext cx="3435349" cy="369332"/>
              </a:xfrm>
              <a:prstGeom prst="rect">
                <a:avLst/>
              </a:prstGeom>
              <a:solidFill>
                <a:srgbClr val="0070C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Fastener Symbols</a:t>
                </a:r>
              </a:p>
            </p:txBody>
          </p:sp>
        </p:grp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170AECC8-E4EA-A3CA-88CB-8F469B4688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75000"/>
            </a:blip>
            <a:stretch>
              <a:fillRect/>
            </a:stretch>
          </p:blipFill>
          <p:spPr>
            <a:xfrm>
              <a:off x="4854394" y="2119613"/>
              <a:ext cx="2572109" cy="3686689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0A8EF87-C3D6-732F-0F38-795A89850073}"/>
              </a:ext>
            </a:extLst>
          </p:cNvPr>
          <p:cNvGrpSpPr/>
          <p:nvPr/>
        </p:nvGrpSpPr>
        <p:grpSpPr>
          <a:xfrm>
            <a:off x="8129730" y="1689183"/>
            <a:ext cx="3435351" cy="4479616"/>
            <a:chOff x="8223249" y="1689183"/>
            <a:chExt cx="3435351" cy="4479616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F95FE63-3E7F-5CC8-C889-76CAF272CE3E}"/>
                </a:ext>
              </a:extLst>
            </p:cNvPr>
            <p:cNvGrpSpPr/>
            <p:nvPr/>
          </p:nvGrpSpPr>
          <p:grpSpPr>
            <a:xfrm>
              <a:off x="8223249" y="1689183"/>
              <a:ext cx="3435351" cy="4479616"/>
              <a:chOff x="622300" y="1670539"/>
              <a:chExt cx="3435351" cy="4479616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3A2282C-612A-C1F9-F423-4E7B67D4D578}"/>
                  </a:ext>
                </a:extLst>
              </p:cNvPr>
              <p:cNvSpPr/>
              <p:nvPr/>
            </p:nvSpPr>
            <p:spPr>
              <a:xfrm>
                <a:off x="622301" y="1670539"/>
                <a:ext cx="3435350" cy="447961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50000"/>
                  </a:schemeClr>
                </a:solidFill>
              </a:ln>
              <a:effectLst>
                <a:outerShdw blurRad="50800" dist="63500" dir="2700000" algn="tl" rotWithShape="0">
                  <a:prstClr val="black">
                    <a:alpha val="7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928D0FB-809A-15FF-4CB1-D1DA1AEE31E0}"/>
                  </a:ext>
                </a:extLst>
              </p:cNvPr>
              <p:cNvSpPr txBox="1"/>
              <p:nvPr/>
            </p:nvSpPr>
            <p:spPr>
              <a:xfrm>
                <a:off x="622300" y="1679861"/>
                <a:ext cx="3435349" cy="369332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Aircraft Symbols</a:t>
                </a:r>
              </a:p>
            </p:txBody>
          </p:sp>
        </p:grp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1465D0F8-030D-0D2A-4F38-AE18ACB6B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75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626289" y="2119613"/>
              <a:ext cx="2629267" cy="3419952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693B3AF-3EEB-D8E0-AF37-5DA0AEB7C8D6}"/>
              </a:ext>
            </a:extLst>
          </p:cNvPr>
          <p:cNvSpPr txBox="1"/>
          <p:nvPr/>
        </p:nvSpPr>
        <p:spPr>
          <a:xfrm rot="16200000">
            <a:off x="10863123" y="5315515"/>
            <a:ext cx="1634738" cy="230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900" dirty="0"/>
              <a:t>ChatGPT </a:t>
            </a:r>
            <a:r>
              <a:rPr lang="en-US" sz="900" dirty="0"/>
              <a:t>/</a:t>
            </a:r>
            <a:r>
              <a:rPr lang="pl-PL" sz="900" dirty="0"/>
              <a:t> Matt Pierce, 2026</a:t>
            </a:r>
            <a:endParaRPr lang="en-US" sz="9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0D1456-1763-A054-C4C0-6D99E7BF92C8}"/>
              </a:ext>
            </a:extLst>
          </p:cNvPr>
          <p:cNvSpPr txBox="1"/>
          <p:nvPr/>
        </p:nvSpPr>
        <p:spPr>
          <a:xfrm rot="16200000">
            <a:off x="7057179" y="5325061"/>
            <a:ext cx="161564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900" dirty="0"/>
              <a:t>ChatGPT </a:t>
            </a:r>
            <a:r>
              <a:rPr lang="en-US" sz="900" dirty="0"/>
              <a:t>/</a:t>
            </a:r>
            <a:r>
              <a:rPr lang="pl-PL" sz="900" dirty="0"/>
              <a:t> Matt Pierce, 2026</a:t>
            </a:r>
            <a:endParaRPr lang="en-US" sz="9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02C978-DA72-B1C4-09B7-6E091B791F64}"/>
              </a:ext>
            </a:extLst>
          </p:cNvPr>
          <p:cNvSpPr txBox="1"/>
          <p:nvPr/>
        </p:nvSpPr>
        <p:spPr>
          <a:xfrm rot="16200000">
            <a:off x="3266130" y="5305970"/>
            <a:ext cx="161564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900" dirty="0"/>
              <a:t>ChatGPT </a:t>
            </a:r>
            <a:r>
              <a:rPr lang="en-US" sz="900" dirty="0"/>
              <a:t>/</a:t>
            </a:r>
            <a:r>
              <a:rPr lang="pl-PL" sz="900" dirty="0"/>
              <a:t> Matt Pierce, 2026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886356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6" grpId="0"/>
      <p:bldP spid="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D3BF14-57ED-583D-85F9-B5EC6055C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13068289-DC3C-51CD-C451-8496ED0EC676}"/>
              </a:ext>
            </a:extLst>
          </p:cNvPr>
          <p:cNvGrpSpPr/>
          <p:nvPr/>
        </p:nvGrpSpPr>
        <p:grpSpPr>
          <a:xfrm>
            <a:off x="5912611" y="2291240"/>
            <a:ext cx="5218908" cy="4058782"/>
            <a:chOff x="5912611" y="2291240"/>
            <a:chExt cx="5218908" cy="4058782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DFC1B01-256E-2473-F194-C1CCEEA36D08}"/>
                </a:ext>
              </a:extLst>
            </p:cNvPr>
            <p:cNvSpPr/>
            <p:nvPr/>
          </p:nvSpPr>
          <p:spPr>
            <a:xfrm>
              <a:off x="5912611" y="2291240"/>
              <a:ext cx="5215633" cy="380822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B645C0C-DBF2-71B6-4D69-DC420193C987}"/>
                </a:ext>
              </a:extLst>
            </p:cNvPr>
            <p:cNvSpPr txBox="1"/>
            <p:nvPr/>
          </p:nvSpPr>
          <p:spPr>
            <a:xfrm>
              <a:off x="9896900" y="6119190"/>
              <a:ext cx="123461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/>
                <a:t>Matt Pierce, 2026</a:t>
              </a: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B8362-2A7D-650F-DE74-51CF8FF97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163" y="1483103"/>
            <a:ext cx="5060390" cy="314026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“</a:t>
            </a:r>
            <a:r>
              <a:rPr lang="en-US" b="1" dirty="0">
                <a:solidFill>
                  <a:srgbClr val="0070C0"/>
                </a:solidFill>
              </a:rPr>
              <a:t>A datum is…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  a surface, line, or point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  from which a geometric position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  is to be determined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  or from which a distance is to be measured.”</a:t>
            </a:r>
          </a:p>
          <a:p>
            <a:pPr marL="0" indent="0">
              <a:buNone/>
            </a:pPr>
            <a:r>
              <a:rPr lang="en-US" i="1" dirty="0">
                <a:solidFill>
                  <a:srgbClr val="0070C0"/>
                </a:solidFill>
              </a:rPr>
              <a:t>                                  - US Navy “NAVEDTRA 1404A”</a:t>
            </a:r>
          </a:p>
          <a:p>
            <a:pPr marL="0" indent="0">
              <a:buNone/>
            </a:pPr>
            <a:endParaRPr lang="en-US" i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i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Start measuring or dimensioning from the datum.</a:t>
            </a:r>
          </a:p>
          <a:p>
            <a:pPr marL="0" indent="0">
              <a:buNone/>
            </a:pPr>
            <a:endParaRPr lang="en-US" i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i="1" dirty="0">
              <a:solidFill>
                <a:srgbClr val="0070C0"/>
              </a:solidFill>
            </a:endParaRPr>
          </a:p>
          <a:p>
            <a:endParaRPr lang="en-US" b="1" dirty="0"/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CDF73C-7E04-21A1-75C5-F6696A86B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760"/>
            <a:ext cx="10515600" cy="877824"/>
          </a:xfrm>
        </p:spPr>
        <p:txBody>
          <a:bodyPr/>
          <a:lstStyle/>
          <a:p>
            <a:r>
              <a:rPr lang="en-US" dirty="0"/>
              <a:t>Datum Definition</a:t>
            </a: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37EF266D-E27C-B11D-26CA-8201B94431F3}"/>
              </a:ext>
            </a:extLst>
          </p:cNvPr>
          <p:cNvGrpSpPr/>
          <p:nvPr/>
        </p:nvGrpSpPr>
        <p:grpSpPr>
          <a:xfrm>
            <a:off x="9037320" y="3311597"/>
            <a:ext cx="1715014" cy="1608667"/>
            <a:chOff x="9037320" y="3311597"/>
            <a:chExt cx="1715014" cy="160866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D3BDD34-D5D4-F66D-EF6D-0593530C97B5}"/>
                </a:ext>
              </a:extLst>
            </p:cNvPr>
            <p:cNvSpPr/>
            <p:nvPr/>
          </p:nvSpPr>
          <p:spPr>
            <a:xfrm>
              <a:off x="9626822" y="3311597"/>
              <a:ext cx="887388" cy="16086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4AEA25-F620-C480-050C-B0D5D9213EE5}"/>
                </a:ext>
              </a:extLst>
            </p:cNvPr>
            <p:cNvCxnSpPr>
              <a:cxnSpLocks/>
            </p:cNvCxnSpPr>
            <p:nvPr/>
          </p:nvCxnSpPr>
          <p:spPr>
            <a:xfrm>
              <a:off x="9626822" y="4366490"/>
              <a:ext cx="872319" cy="0"/>
            </a:xfrm>
            <a:prstGeom prst="line">
              <a:avLst/>
            </a:prstGeom>
            <a:ln w="15875">
              <a:solidFill>
                <a:schemeClr val="tx1">
                  <a:lumMod val="65000"/>
                  <a:lumOff val="3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A8E3CA5-0B83-58B3-AC30-CAA07B281F09}"/>
                </a:ext>
              </a:extLst>
            </p:cNvPr>
            <p:cNvCxnSpPr>
              <a:cxnSpLocks/>
            </p:cNvCxnSpPr>
            <p:nvPr/>
          </p:nvCxnSpPr>
          <p:spPr>
            <a:xfrm>
              <a:off x="9626822" y="3861134"/>
              <a:ext cx="872319" cy="0"/>
            </a:xfrm>
            <a:prstGeom prst="line">
              <a:avLst/>
            </a:prstGeom>
            <a:ln w="15875">
              <a:solidFill>
                <a:schemeClr val="tx1">
                  <a:lumMod val="65000"/>
                  <a:lumOff val="3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D473D78-A02F-66AB-DD80-91D4A864DC90}"/>
                </a:ext>
              </a:extLst>
            </p:cNvPr>
            <p:cNvCxnSpPr>
              <a:cxnSpLocks/>
            </p:cNvCxnSpPr>
            <p:nvPr/>
          </p:nvCxnSpPr>
          <p:spPr>
            <a:xfrm>
              <a:off x="9037320" y="4115931"/>
              <a:ext cx="1715014" cy="0"/>
            </a:xfrm>
            <a:prstGeom prst="line">
              <a:avLst/>
            </a:prstGeom>
            <a:ln w="15875">
              <a:solidFill>
                <a:schemeClr val="tx1">
                  <a:lumMod val="65000"/>
                  <a:lumOff val="35000"/>
                </a:schemeClr>
              </a:solidFill>
              <a:prstDash val="dash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B7FE4A4-0CE4-39F9-2615-29D15E87C52B}"/>
              </a:ext>
            </a:extLst>
          </p:cNvPr>
          <p:cNvGrpSpPr/>
          <p:nvPr/>
        </p:nvGrpSpPr>
        <p:grpSpPr>
          <a:xfrm>
            <a:off x="6615944" y="2587943"/>
            <a:ext cx="325120" cy="723654"/>
            <a:chOff x="7026910" y="1868203"/>
            <a:chExt cx="325120" cy="723654"/>
          </a:xfrm>
        </p:grpSpPr>
        <p:sp>
          <p:nvSpPr>
            <p:cNvPr id="48" name="Isosceles Triangle 47">
              <a:extLst>
                <a:ext uri="{FF2B5EF4-FFF2-40B4-BE49-F238E27FC236}">
                  <a16:creationId xmlns:a16="http://schemas.microsoft.com/office/drawing/2014/main" id="{20B19E89-7CC6-C530-0CF1-48372EBAB543}"/>
                </a:ext>
              </a:extLst>
            </p:cNvPr>
            <p:cNvSpPr/>
            <p:nvPr/>
          </p:nvSpPr>
          <p:spPr>
            <a:xfrm>
              <a:off x="7056120" y="2456052"/>
              <a:ext cx="266700" cy="135805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F7D00CC6-C0E2-F412-B57C-920B57EB9222}"/>
                </a:ext>
              </a:extLst>
            </p:cNvPr>
            <p:cNvCxnSpPr>
              <a:cxnSpLocks/>
              <a:stCxn id="48" idx="0"/>
            </p:cNvCxnSpPr>
            <p:nvPr/>
          </p:nvCxnSpPr>
          <p:spPr>
            <a:xfrm flipV="1">
              <a:off x="7189470" y="2241550"/>
              <a:ext cx="0" cy="21450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72E70CA-6F2F-FFE4-A95C-327AA831CC1A}"/>
                </a:ext>
              </a:extLst>
            </p:cNvPr>
            <p:cNvSpPr txBox="1"/>
            <p:nvPr/>
          </p:nvSpPr>
          <p:spPr>
            <a:xfrm>
              <a:off x="7026910" y="1868203"/>
              <a:ext cx="325120" cy="368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6AD4D30D-6FD2-3490-0296-02771036551E}"/>
              </a:ext>
            </a:extLst>
          </p:cNvPr>
          <p:cNvGrpSpPr/>
          <p:nvPr/>
        </p:nvGrpSpPr>
        <p:grpSpPr>
          <a:xfrm>
            <a:off x="6290652" y="3311597"/>
            <a:ext cx="2352675" cy="1815043"/>
            <a:chOff x="6290652" y="3311597"/>
            <a:chExt cx="2352675" cy="181504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40B34CC-B7DA-C190-5567-D62D50191088}"/>
                </a:ext>
              </a:extLst>
            </p:cNvPr>
            <p:cNvSpPr/>
            <p:nvPr/>
          </p:nvSpPr>
          <p:spPr>
            <a:xfrm>
              <a:off x="6290652" y="3311597"/>
              <a:ext cx="2352675" cy="16086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4916B2D-7604-EEC4-3012-074265352DF5}"/>
                </a:ext>
              </a:extLst>
            </p:cNvPr>
            <p:cNvSpPr/>
            <p:nvPr/>
          </p:nvSpPr>
          <p:spPr>
            <a:xfrm>
              <a:off x="7206930" y="3865369"/>
              <a:ext cx="501121" cy="50112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B98179A-7FC0-6821-7B64-8A66A3ACA66B}"/>
                </a:ext>
              </a:extLst>
            </p:cNvPr>
            <p:cNvCxnSpPr>
              <a:cxnSpLocks/>
            </p:cNvCxnSpPr>
            <p:nvPr/>
          </p:nvCxnSpPr>
          <p:spPr>
            <a:xfrm>
              <a:off x="7082034" y="4115929"/>
              <a:ext cx="752475" cy="0"/>
            </a:xfrm>
            <a:prstGeom prst="line">
              <a:avLst/>
            </a:prstGeom>
            <a:ln w="15875">
              <a:solidFill>
                <a:schemeClr val="tx1">
                  <a:lumMod val="65000"/>
                  <a:lumOff val="35000"/>
                </a:schemeClr>
              </a:solidFill>
              <a:prstDash val="dash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B01D6FCF-9C39-60CC-0518-3EC2D63919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57490" y="3748690"/>
              <a:ext cx="1" cy="739775"/>
            </a:xfrm>
            <a:prstGeom prst="line">
              <a:avLst/>
            </a:prstGeom>
            <a:ln w="15875">
              <a:solidFill>
                <a:schemeClr val="tx1">
                  <a:lumMod val="65000"/>
                  <a:lumOff val="35000"/>
                </a:schemeClr>
              </a:solidFill>
              <a:prstDash val="dash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1C0E0A40-FC5A-B910-FD8D-66E56FD57ABF}"/>
                </a:ext>
              </a:extLst>
            </p:cNvPr>
            <p:cNvGrpSpPr/>
            <p:nvPr/>
          </p:nvGrpSpPr>
          <p:grpSpPr>
            <a:xfrm>
              <a:off x="7570984" y="4366490"/>
              <a:ext cx="990600" cy="760150"/>
              <a:chOff x="7570984" y="4366490"/>
              <a:chExt cx="990600" cy="760150"/>
            </a:xfrm>
          </p:grpSpPr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A0B4F75E-D4B4-1743-2B21-F67BC3301D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70984" y="4366490"/>
                <a:ext cx="514350" cy="76015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triangle" w="sm" len="lg"/>
                <a:tailEnd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71B53B03-B239-D47F-FE11-B940A6C2DFC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85334" y="5126640"/>
                <a:ext cx="47625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sm" len="lg"/>
                <a:tailEnd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EB3772F2-68F5-B86B-67FB-C7D1F9BC8C15}"/>
              </a:ext>
            </a:extLst>
          </p:cNvPr>
          <p:cNvGrpSpPr/>
          <p:nvPr/>
        </p:nvGrpSpPr>
        <p:grpSpPr>
          <a:xfrm rot="10800000">
            <a:off x="8160899" y="5139340"/>
            <a:ext cx="325120" cy="723654"/>
            <a:chOff x="7026910" y="1868203"/>
            <a:chExt cx="325120" cy="723654"/>
          </a:xfrm>
        </p:grpSpPr>
        <p:sp>
          <p:nvSpPr>
            <p:cNvPr id="63" name="Isosceles Triangle 62">
              <a:extLst>
                <a:ext uri="{FF2B5EF4-FFF2-40B4-BE49-F238E27FC236}">
                  <a16:creationId xmlns:a16="http://schemas.microsoft.com/office/drawing/2014/main" id="{4ED291BC-87BC-4CD6-DAAD-8D48CECB8DED}"/>
                </a:ext>
              </a:extLst>
            </p:cNvPr>
            <p:cNvSpPr/>
            <p:nvPr/>
          </p:nvSpPr>
          <p:spPr>
            <a:xfrm>
              <a:off x="7056120" y="2456052"/>
              <a:ext cx="266700" cy="135805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6DCD29CB-A95C-67BE-6C1E-2F822B976391}"/>
                </a:ext>
              </a:extLst>
            </p:cNvPr>
            <p:cNvCxnSpPr>
              <a:cxnSpLocks/>
              <a:stCxn id="63" idx="0"/>
            </p:cNvCxnSpPr>
            <p:nvPr/>
          </p:nvCxnSpPr>
          <p:spPr>
            <a:xfrm flipV="1">
              <a:off x="7189470" y="2241550"/>
              <a:ext cx="0" cy="21450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A7C80F1C-EA79-F52D-4DB4-AA54F779F1CF}"/>
                </a:ext>
              </a:extLst>
            </p:cNvPr>
            <p:cNvSpPr txBox="1"/>
            <p:nvPr/>
          </p:nvSpPr>
          <p:spPr>
            <a:xfrm rot="10800000">
              <a:off x="7026910" y="1868203"/>
              <a:ext cx="325120" cy="368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CFBBB8F1-C0CF-A000-16CD-B79622228C66}"/>
              </a:ext>
            </a:extLst>
          </p:cNvPr>
          <p:cNvGrpSpPr/>
          <p:nvPr/>
        </p:nvGrpSpPr>
        <p:grpSpPr>
          <a:xfrm>
            <a:off x="9228334" y="2587943"/>
            <a:ext cx="325120" cy="1520455"/>
            <a:chOff x="7022029" y="1071402"/>
            <a:chExt cx="325120" cy="1520455"/>
          </a:xfrm>
        </p:grpSpPr>
        <p:sp>
          <p:nvSpPr>
            <p:cNvPr id="67" name="Isosceles Triangle 66">
              <a:extLst>
                <a:ext uri="{FF2B5EF4-FFF2-40B4-BE49-F238E27FC236}">
                  <a16:creationId xmlns:a16="http://schemas.microsoft.com/office/drawing/2014/main" id="{8F156F62-F001-6689-37E0-328049EC347E}"/>
                </a:ext>
              </a:extLst>
            </p:cNvPr>
            <p:cNvSpPr/>
            <p:nvPr/>
          </p:nvSpPr>
          <p:spPr>
            <a:xfrm>
              <a:off x="7056120" y="2456052"/>
              <a:ext cx="266700" cy="135805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9B36B424-8C87-6244-EEF0-4AAEE0981250}"/>
                </a:ext>
              </a:extLst>
            </p:cNvPr>
            <p:cNvCxnSpPr>
              <a:cxnSpLocks/>
              <a:stCxn id="67" idx="0"/>
              <a:endCxn id="69" idx="2"/>
            </p:cNvCxnSpPr>
            <p:nvPr/>
          </p:nvCxnSpPr>
          <p:spPr>
            <a:xfrm flipH="1" flipV="1">
              <a:off x="7184589" y="1439702"/>
              <a:ext cx="4881" cy="10163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D6CD058-3BB5-4325-F410-F67531912386}"/>
                </a:ext>
              </a:extLst>
            </p:cNvPr>
            <p:cNvSpPr txBox="1"/>
            <p:nvPr/>
          </p:nvSpPr>
          <p:spPr>
            <a:xfrm>
              <a:off x="7022029" y="1071402"/>
              <a:ext cx="325120" cy="368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28BC94FF-52EE-8506-9CEE-2CBF63D1B981}"/>
              </a:ext>
            </a:extLst>
          </p:cNvPr>
          <p:cNvGrpSpPr/>
          <p:nvPr/>
        </p:nvGrpSpPr>
        <p:grpSpPr>
          <a:xfrm>
            <a:off x="5448300" y="1578756"/>
            <a:ext cx="2637032" cy="1009187"/>
            <a:chOff x="5448300" y="1578756"/>
            <a:chExt cx="2637032" cy="1009187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6CE4AE33-9883-E43B-2C64-1685E955DC4A}"/>
                </a:ext>
              </a:extLst>
            </p:cNvPr>
            <p:cNvSpPr txBox="1"/>
            <p:nvPr/>
          </p:nvSpPr>
          <p:spPr>
            <a:xfrm>
              <a:off x="5448300" y="1578756"/>
              <a:ext cx="2637032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Plane / Surface Datum</a:t>
              </a:r>
            </a:p>
          </p:txBody>
        </p: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88C8D2A2-71ED-9AAF-4581-B973C5D388A5}"/>
                </a:ext>
              </a:extLst>
            </p:cNvPr>
            <p:cNvCxnSpPr>
              <a:cxnSpLocks/>
              <a:stCxn id="70" idx="2"/>
              <a:endCxn id="52" idx="0"/>
            </p:cNvCxnSpPr>
            <p:nvPr/>
          </p:nvCxnSpPr>
          <p:spPr>
            <a:xfrm>
              <a:off x="6766816" y="1948088"/>
              <a:ext cx="11688" cy="639855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5924D5D1-6FC6-A756-6A9E-9F9A4A4FE116}"/>
              </a:ext>
            </a:extLst>
          </p:cNvPr>
          <p:cNvGrpSpPr/>
          <p:nvPr/>
        </p:nvGrpSpPr>
        <p:grpSpPr>
          <a:xfrm>
            <a:off x="5331421" y="5481994"/>
            <a:ext cx="2829478" cy="369332"/>
            <a:chOff x="5803383" y="1578756"/>
            <a:chExt cx="2829478" cy="369332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5DF91E82-8832-5922-56B5-E66392C4D01D}"/>
                </a:ext>
              </a:extLst>
            </p:cNvPr>
            <p:cNvSpPr txBox="1"/>
            <p:nvPr/>
          </p:nvSpPr>
          <p:spPr>
            <a:xfrm>
              <a:off x="5803383" y="1578756"/>
              <a:ext cx="1950242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Point Datum</a:t>
              </a:r>
            </a:p>
          </p:txBody>
        </p: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8E9239C7-FDC9-C624-67AD-D7461F4CCF26}"/>
                </a:ext>
              </a:extLst>
            </p:cNvPr>
            <p:cNvCxnSpPr>
              <a:cxnSpLocks/>
              <a:stCxn id="77" idx="3"/>
              <a:endCxn id="65" idx="1"/>
            </p:cNvCxnSpPr>
            <p:nvPr/>
          </p:nvCxnSpPr>
          <p:spPr>
            <a:xfrm>
              <a:off x="7753625" y="1763422"/>
              <a:ext cx="879236" cy="12184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CA8F3588-A9A6-6E3B-44F8-053EDC63EB88}"/>
              </a:ext>
            </a:extLst>
          </p:cNvPr>
          <p:cNvGrpSpPr/>
          <p:nvPr/>
        </p:nvGrpSpPr>
        <p:grpSpPr>
          <a:xfrm>
            <a:off x="8415773" y="1578756"/>
            <a:ext cx="2352674" cy="1009187"/>
            <a:chOff x="5803383" y="1578756"/>
            <a:chExt cx="2352674" cy="1009187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8CB70624-A98F-53D6-09BD-52BBCD1B23F2}"/>
                </a:ext>
              </a:extLst>
            </p:cNvPr>
            <p:cNvSpPr txBox="1"/>
            <p:nvPr/>
          </p:nvSpPr>
          <p:spPr>
            <a:xfrm>
              <a:off x="5803383" y="1578756"/>
              <a:ext cx="2352674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Axes / Line Datum</a:t>
              </a:r>
            </a:p>
          </p:txBody>
        </p: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B0E42419-BDEB-B09B-9B1F-FD4F73DED7F2}"/>
                </a:ext>
              </a:extLst>
            </p:cNvPr>
            <p:cNvCxnSpPr>
              <a:cxnSpLocks/>
            </p:cNvCxnSpPr>
            <p:nvPr/>
          </p:nvCxnSpPr>
          <p:spPr>
            <a:xfrm>
              <a:off x="6778504" y="1948088"/>
              <a:ext cx="0" cy="639855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7" name="Rectangle 86">
            <a:extLst>
              <a:ext uri="{FF2B5EF4-FFF2-40B4-BE49-F238E27FC236}">
                <a16:creationId xmlns:a16="http://schemas.microsoft.com/office/drawing/2014/main" id="{CCB2CB2B-77AC-8EE1-1E4B-A398AEDAC048}"/>
              </a:ext>
            </a:extLst>
          </p:cNvPr>
          <p:cNvSpPr/>
          <p:nvPr/>
        </p:nvSpPr>
        <p:spPr>
          <a:xfrm>
            <a:off x="933450" y="1828800"/>
            <a:ext cx="883010" cy="209550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17925455-6A38-4501-949B-ACACCEE38615}"/>
              </a:ext>
            </a:extLst>
          </p:cNvPr>
          <p:cNvSpPr/>
          <p:nvPr/>
        </p:nvSpPr>
        <p:spPr>
          <a:xfrm>
            <a:off x="1825985" y="1828801"/>
            <a:ext cx="440966" cy="209550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0D26CA4D-A4CA-984F-7F27-B8A2D25D54AC}"/>
              </a:ext>
            </a:extLst>
          </p:cNvPr>
          <p:cNvSpPr/>
          <p:nvPr/>
        </p:nvSpPr>
        <p:spPr>
          <a:xfrm>
            <a:off x="2600408" y="1828800"/>
            <a:ext cx="641664" cy="209550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577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88" grpId="0" animBg="1"/>
      <p:bldP spid="8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487DE3-D55B-4AE9-FE69-1D8DB3876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06">
            <a:extLst>
              <a:ext uri="{FF2B5EF4-FFF2-40B4-BE49-F238E27FC236}">
                <a16:creationId xmlns:a16="http://schemas.microsoft.com/office/drawing/2014/main" id="{7D2A308D-7084-63F5-2C17-7F193818F70B}"/>
              </a:ext>
            </a:extLst>
          </p:cNvPr>
          <p:cNvSpPr/>
          <p:nvPr/>
        </p:nvSpPr>
        <p:spPr>
          <a:xfrm>
            <a:off x="3612221" y="4754560"/>
            <a:ext cx="1185924" cy="3698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F71F4234-17F0-AC90-A0D9-5C8BE9FAE7B6}"/>
              </a:ext>
            </a:extLst>
          </p:cNvPr>
          <p:cNvSpPr/>
          <p:nvPr/>
        </p:nvSpPr>
        <p:spPr>
          <a:xfrm>
            <a:off x="3242785" y="4754560"/>
            <a:ext cx="372115" cy="3698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4617935-61B4-3D64-7AD1-BF159F8E7C99}"/>
              </a:ext>
            </a:extLst>
          </p:cNvPr>
          <p:cNvSpPr/>
          <p:nvPr/>
        </p:nvSpPr>
        <p:spPr>
          <a:xfrm>
            <a:off x="2870672" y="4755207"/>
            <a:ext cx="372115" cy="3698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B481A1-A118-22F5-DBB1-E154D161C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760"/>
            <a:ext cx="10515600" cy="877824"/>
          </a:xfrm>
        </p:spPr>
        <p:txBody>
          <a:bodyPr/>
          <a:lstStyle/>
          <a:p>
            <a:r>
              <a:rPr lang="en-US" dirty="0"/>
              <a:t>Datum Example #1 - From “USNavy14040A”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16B788D-0398-7DB2-C0A4-616FB271F404}"/>
              </a:ext>
            </a:extLst>
          </p:cNvPr>
          <p:cNvGrpSpPr/>
          <p:nvPr/>
        </p:nvGrpSpPr>
        <p:grpSpPr>
          <a:xfrm>
            <a:off x="2512901" y="2061166"/>
            <a:ext cx="1654831" cy="461665"/>
            <a:chOff x="1199069" y="2450721"/>
            <a:chExt cx="1654831" cy="46166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57B3939-72BA-F368-0905-564A4BD0E3A2}"/>
                </a:ext>
              </a:extLst>
            </p:cNvPr>
            <p:cNvSpPr/>
            <p:nvPr/>
          </p:nvSpPr>
          <p:spPr>
            <a:xfrm>
              <a:off x="1199069" y="2496620"/>
              <a:ext cx="1540699" cy="36987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55203976-3C8F-FC55-AAB5-9A47FA4731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13201" y="2557712"/>
              <a:ext cx="257211" cy="247685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EE79846-C22A-A20B-1C43-166F4E0AD6EF}"/>
                </a:ext>
              </a:extLst>
            </p:cNvPr>
            <p:cNvSpPr txBox="1"/>
            <p:nvPr/>
          </p:nvSpPr>
          <p:spPr>
            <a:xfrm>
              <a:off x="1656638" y="2450721"/>
              <a:ext cx="11972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A   .001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B84356C-3392-6E61-B521-92357B8A7D1A}"/>
              </a:ext>
            </a:extLst>
          </p:cNvPr>
          <p:cNvGrpSpPr/>
          <p:nvPr/>
        </p:nvGrpSpPr>
        <p:grpSpPr>
          <a:xfrm>
            <a:off x="1556043" y="2476934"/>
            <a:ext cx="1705510" cy="1245794"/>
            <a:chOff x="184935" y="3096731"/>
            <a:chExt cx="1705510" cy="1245794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65C0982-0540-AFB4-9D06-C9461BCEAF6E}"/>
                </a:ext>
              </a:extLst>
            </p:cNvPr>
            <p:cNvSpPr txBox="1"/>
            <p:nvPr/>
          </p:nvSpPr>
          <p:spPr>
            <a:xfrm>
              <a:off x="360020" y="3600812"/>
              <a:ext cx="1314668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Symbol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CBC17184-A342-CE09-BDAF-0DA499B4DA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88172" y="3096731"/>
              <a:ext cx="423" cy="502772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B356E02-D178-5858-CDBE-1BB4C8646C9E}"/>
                </a:ext>
              </a:extLst>
            </p:cNvPr>
            <p:cNvSpPr txBox="1"/>
            <p:nvPr/>
          </p:nvSpPr>
          <p:spPr>
            <a:xfrm>
              <a:off x="184935" y="3973193"/>
              <a:ext cx="17055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70C0"/>
                  </a:solidFill>
                </a:rPr>
                <a:t>Perpendicular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3F0453A-D2A2-3EE4-909D-68F82876AD97}"/>
              </a:ext>
            </a:extLst>
          </p:cNvPr>
          <p:cNvGrpSpPr/>
          <p:nvPr/>
        </p:nvGrpSpPr>
        <p:grpSpPr>
          <a:xfrm>
            <a:off x="3128495" y="2476934"/>
            <a:ext cx="1777860" cy="1246336"/>
            <a:chOff x="1092343" y="3977876"/>
            <a:chExt cx="1777860" cy="1246336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562B748-BE47-429F-4976-921F7C5FFBD2}"/>
                </a:ext>
              </a:extLst>
            </p:cNvPr>
            <p:cNvSpPr txBox="1"/>
            <p:nvPr/>
          </p:nvSpPr>
          <p:spPr>
            <a:xfrm>
              <a:off x="1252446" y="4482499"/>
              <a:ext cx="1530427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Datum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E5D46D4-CB32-9D01-87B6-AB869B6EB99B}"/>
                </a:ext>
              </a:extLst>
            </p:cNvPr>
            <p:cNvSpPr txBox="1"/>
            <p:nvPr/>
          </p:nvSpPr>
          <p:spPr>
            <a:xfrm>
              <a:off x="1164693" y="4854880"/>
              <a:ext cx="17055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70C0"/>
                  </a:solidFill>
                </a:rPr>
                <a:t>Ref Plane “A”</a:t>
              </a: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91585AAC-BDE3-3094-D643-9F44BCD9187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92343" y="3977876"/>
              <a:ext cx="457370" cy="502772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A7B8B355-F78D-41AC-D303-291820BC5BB5}"/>
              </a:ext>
            </a:extLst>
          </p:cNvPr>
          <p:cNvGrpSpPr/>
          <p:nvPr/>
        </p:nvGrpSpPr>
        <p:grpSpPr>
          <a:xfrm>
            <a:off x="3795219" y="2476934"/>
            <a:ext cx="2843691" cy="1242519"/>
            <a:chOff x="26512" y="3981693"/>
            <a:chExt cx="2843691" cy="1242519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0F7A185-08A2-CD94-FE2F-9B5BF1F217F0}"/>
                </a:ext>
              </a:extLst>
            </p:cNvPr>
            <p:cNvSpPr txBox="1"/>
            <p:nvPr/>
          </p:nvSpPr>
          <p:spPr>
            <a:xfrm>
              <a:off x="1252446" y="4482499"/>
              <a:ext cx="1530427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Tolerance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6CE83C8F-5B1E-3755-0635-CF83BC69158E}"/>
                </a:ext>
              </a:extLst>
            </p:cNvPr>
            <p:cNvSpPr txBox="1"/>
            <p:nvPr/>
          </p:nvSpPr>
          <p:spPr>
            <a:xfrm>
              <a:off x="1164693" y="4854880"/>
              <a:ext cx="17055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70C0"/>
                  </a:solidFill>
                </a:rPr>
                <a:t>Within .001</a:t>
              </a:r>
            </a:p>
          </p:txBody>
        </p: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1514B007-7D37-6E88-912E-CF7D7E53C75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512" y="3981693"/>
              <a:ext cx="1419643" cy="499497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0E072885-0B24-AA33-03A2-40D7F95BB575}"/>
              </a:ext>
            </a:extLst>
          </p:cNvPr>
          <p:cNvSpPr txBox="1"/>
          <p:nvPr/>
        </p:nvSpPr>
        <p:spPr>
          <a:xfrm>
            <a:off x="1606198" y="1675595"/>
            <a:ext cx="5032711" cy="369332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Example #1: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ECE32762-E974-77E5-7C7F-8E456BE84A2A}"/>
              </a:ext>
            </a:extLst>
          </p:cNvPr>
          <p:cNvSpPr/>
          <p:nvPr/>
        </p:nvSpPr>
        <p:spPr>
          <a:xfrm>
            <a:off x="2496040" y="4755207"/>
            <a:ext cx="372115" cy="3698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A4888B7-1129-26BB-150B-6884E5D474D4}"/>
              </a:ext>
            </a:extLst>
          </p:cNvPr>
          <p:cNvSpPr txBox="1"/>
          <p:nvPr/>
        </p:nvSpPr>
        <p:spPr>
          <a:xfrm>
            <a:off x="2868153" y="4712917"/>
            <a:ext cx="19942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   B  .002 TIR</a:t>
            </a: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8D91280D-8A7A-49DB-4123-54D27D0BCC64}"/>
              </a:ext>
            </a:extLst>
          </p:cNvPr>
          <p:cNvGrpSpPr/>
          <p:nvPr/>
        </p:nvGrpSpPr>
        <p:grpSpPr>
          <a:xfrm>
            <a:off x="1646553" y="5124753"/>
            <a:ext cx="1539756" cy="1184394"/>
            <a:chOff x="210274" y="3158131"/>
            <a:chExt cx="1539756" cy="1184394"/>
          </a:xfrm>
        </p:grpSpPr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EDAF355B-A8D8-BE60-74A6-0110643DBF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75741" y="3158131"/>
              <a:ext cx="2" cy="450802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353789CE-D4BF-9C31-E6BE-4FCB74A18651}"/>
                </a:ext>
              </a:extLst>
            </p:cNvPr>
            <p:cNvSpPr txBox="1"/>
            <p:nvPr/>
          </p:nvSpPr>
          <p:spPr>
            <a:xfrm>
              <a:off x="210274" y="3973193"/>
              <a:ext cx="15397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70C0"/>
                  </a:solidFill>
                </a:rPr>
                <a:t>Concentric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FD14BB55-7A5D-D7E1-532F-B844ECA60955}"/>
                </a:ext>
              </a:extLst>
            </p:cNvPr>
            <p:cNvSpPr txBox="1"/>
            <p:nvPr/>
          </p:nvSpPr>
          <p:spPr>
            <a:xfrm>
              <a:off x="360020" y="3600812"/>
              <a:ext cx="1314668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Symbol</a:t>
              </a:r>
            </a:p>
          </p:txBody>
        </p: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D9B8764E-096E-BB1E-3D8F-422B2C810791}"/>
              </a:ext>
            </a:extLst>
          </p:cNvPr>
          <p:cNvSpPr txBox="1"/>
          <p:nvPr/>
        </p:nvSpPr>
        <p:spPr>
          <a:xfrm>
            <a:off x="1560878" y="4325236"/>
            <a:ext cx="5078031" cy="369332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Example #2:</a:t>
            </a:r>
          </a:p>
        </p:txBody>
      </p:sp>
      <p:pic>
        <p:nvPicPr>
          <p:cNvPr id="98" name="Picture 97">
            <a:extLst>
              <a:ext uri="{FF2B5EF4-FFF2-40B4-BE49-F238E27FC236}">
                <a16:creationId xmlns:a16="http://schemas.microsoft.com/office/drawing/2014/main" id="{A40957A4-3D1E-25C2-665E-C680114A98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4912" y="4771228"/>
            <a:ext cx="314369" cy="295316"/>
          </a:xfrm>
          <a:prstGeom prst="rect">
            <a:avLst/>
          </a:prstGeom>
        </p:spPr>
      </p:pic>
      <p:grpSp>
        <p:nvGrpSpPr>
          <p:cNvPr id="118" name="Group 117">
            <a:extLst>
              <a:ext uri="{FF2B5EF4-FFF2-40B4-BE49-F238E27FC236}">
                <a16:creationId xmlns:a16="http://schemas.microsoft.com/office/drawing/2014/main" id="{F4DD26CF-42FE-FD3A-FDFF-70A0F6EDE3AC}"/>
              </a:ext>
            </a:extLst>
          </p:cNvPr>
          <p:cNvGrpSpPr/>
          <p:nvPr/>
        </p:nvGrpSpPr>
        <p:grpSpPr>
          <a:xfrm>
            <a:off x="3056729" y="5121381"/>
            <a:ext cx="1939782" cy="1199260"/>
            <a:chOff x="4247658" y="5415027"/>
            <a:chExt cx="1939782" cy="1199260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7BA5F318-B5F3-41E7-7A66-8B6DD486ECB7}"/>
                </a:ext>
              </a:extLst>
            </p:cNvPr>
            <p:cNvGrpSpPr/>
            <p:nvPr/>
          </p:nvGrpSpPr>
          <p:grpSpPr>
            <a:xfrm>
              <a:off x="4247658" y="5418076"/>
              <a:ext cx="1939782" cy="1196211"/>
              <a:chOff x="917732" y="4030403"/>
              <a:chExt cx="1939782" cy="1196211"/>
            </a:xfrm>
          </p:grpSpPr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C3C0C60C-B418-1E69-5B94-B293E5007440}"/>
                  </a:ext>
                </a:extLst>
              </p:cNvPr>
              <p:cNvSpPr txBox="1"/>
              <p:nvPr/>
            </p:nvSpPr>
            <p:spPr>
              <a:xfrm>
                <a:off x="1176892" y="4484901"/>
                <a:ext cx="1530427" cy="369332"/>
              </a:xfrm>
              <a:prstGeom prst="rect">
                <a:avLst/>
              </a:prstGeom>
              <a:solidFill>
                <a:srgbClr val="0070C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Datum</a:t>
                </a:r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87BEE8DE-FC60-9F6A-BF90-FE11EA6EF87A}"/>
                  </a:ext>
                </a:extLst>
              </p:cNvPr>
              <p:cNvSpPr txBox="1"/>
              <p:nvPr/>
            </p:nvSpPr>
            <p:spPr>
              <a:xfrm>
                <a:off x="1028714" y="4857282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0070C0"/>
                    </a:solidFill>
                  </a:rPr>
                  <a:t>Two Ref Planes</a:t>
                </a:r>
              </a:p>
            </p:txBody>
          </p:sp>
          <p:cxnSp>
            <p:nvCxnSpPr>
              <p:cNvPr id="112" name="Straight Arrow Connector 111">
                <a:extLst>
                  <a:ext uri="{FF2B5EF4-FFF2-40B4-BE49-F238E27FC236}">
                    <a16:creationId xmlns:a16="http://schemas.microsoft.com/office/drawing/2014/main" id="{DE468197-198F-D7AA-9608-6417EAF1A7A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917732" y="4030403"/>
                <a:ext cx="508572" cy="451449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AE7E1D27-5EB2-2340-BB05-6199794A2D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80636" y="5415027"/>
              <a:ext cx="119461" cy="228773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F756824F-6F65-B3E5-9C74-39DE54860051}"/>
              </a:ext>
            </a:extLst>
          </p:cNvPr>
          <p:cNvGrpSpPr/>
          <p:nvPr/>
        </p:nvGrpSpPr>
        <p:grpSpPr>
          <a:xfrm>
            <a:off x="8300832" y="1611851"/>
            <a:ext cx="2585820" cy="5100313"/>
            <a:chOff x="8300832" y="1611851"/>
            <a:chExt cx="2585820" cy="5100313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AC21EB4-1D0F-BF8C-490F-23E0C3F6D89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00833" y="2194586"/>
              <a:ext cx="2585819" cy="4517578"/>
            </a:xfrm>
            <a:prstGeom prst="rect">
              <a:avLst/>
            </a:prstGeom>
          </p:spPr>
        </p:pic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DA3C817E-CDB0-BDC5-99C5-0785A1A30C65}"/>
                </a:ext>
              </a:extLst>
            </p:cNvPr>
            <p:cNvSpPr txBox="1"/>
            <p:nvPr/>
          </p:nvSpPr>
          <p:spPr>
            <a:xfrm>
              <a:off x="8300832" y="1611851"/>
              <a:ext cx="2573808" cy="584775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</a:rPr>
                <a:t>Geometric Characteristic Symbols</a:t>
              </a:r>
            </a:p>
          </p:txBody>
        </p:sp>
      </p:grpSp>
      <p:sp>
        <p:nvSpPr>
          <p:cNvPr id="3" name="TextBox 2">
            <a:hlinkClick r:id="rId6"/>
            <a:extLst>
              <a:ext uri="{FF2B5EF4-FFF2-40B4-BE49-F238E27FC236}">
                <a16:creationId xmlns:a16="http://schemas.microsoft.com/office/drawing/2014/main" id="{28F8DD25-D634-B4F3-E243-73AF2B182C4C}"/>
              </a:ext>
            </a:extLst>
          </p:cNvPr>
          <p:cNvSpPr txBox="1"/>
          <p:nvPr/>
        </p:nvSpPr>
        <p:spPr>
          <a:xfrm rot="16200000">
            <a:off x="9823562" y="5623325"/>
            <a:ext cx="23329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dirty="0"/>
              <a:t>(PD) U.S. Gov – NAVEDTRA14040A, 2015 </a:t>
            </a:r>
          </a:p>
        </p:txBody>
      </p:sp>
    </p:spTree>
    <p:extLst>
      <p:ext uri="{BB962C8B-B14F-4D97-AF65-F5344CB8AC3E}">
        <p14:creationId xmlns:p14="http://schemas.microsoft.com/office/powerpoint/2010/main" val="1138889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 animBg="1"/>
      <p:bldP spid="106" grpId="0" animBg="1"/>
      <p:bldP spid="105" grpId="0" animBg="1"/>
      <p:bldP spid="74" grpId="0" animBg="1"/>
      <p:bldP spid="80" grpId="0" animBg="1"/>
      <p:bldP spid="82" grpId="0"/>
      <p:bldP spid="9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28330A-0059-8C9D-F36A-8BABC81B7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01A90-5A11-7288-BEF0-D8CC868B1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760"/>
            <a:ext cx="10515600" cy="877824"/>
          </a:xfrm>
        </p:spPr>
        <p:txBody>
          <a:bodyPr/>
          <a:lstStyle/>
          <a:p>
            <a:r>
              <a:rPr lang="en-US" dirty="0"/>
              <a:t>Datum Example #2 - From “ChatGPT”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DA97346-683B-511F-4415-DCFACC8936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017" y="1521224"/>
            <a:ext cx="5734850" cy="255305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381AAA0-1B3D-0462-CE28-290063B4E4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8814" y="1528929"/>
            <a:ext cx="5544324" cy="377242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953997D-9C8C-4A30-5CC0-C635FAA4156B}"/>
              </a:ext>
            </a:extLst>
          </p:cNvPr>
          <p:cNvSpPr/>
          <p:nvPr/>
        </p:nvSpPr>
        <p:spPr>
          <a:xfrm>
            <a:off x="421599" y="2645352"/>
            <a:ext cx="1727587" cy="533400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solidFill>
              <a:srgbClr val="00FFFF">
                <a:alpha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EA92651-1FD8-D58C-5030-6A4A4112515C}"/>
              </a:ext>
            </a:extLst>
          </p:cNvPr>
          <p:cNvSpPr/>
          <p:nvPr/>
        </p:nvSpPr>
        <p:spPr>
          <a:xfrm>
            <a:off x="7697936" y="4805792"/>
            <a:ext cx="174625" cy="374650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solidFill>
              <a:srgbClr val="00FFFF">
                <a:alpha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08037C7-1A8C-50FC-CA8A-DA651754E30D}"/>
              </a:ext>
            </a:extLst>
          </p:cNvPr>
          <p:cNvSpPr/>
          <p:nvPr/>
        </p:nvSpPr>
        <p:spPr>
          <a:xfrm>
            <a:off x="7340748" y="1850131"/>
            <a:ext cx="174625" cy="171187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solidFill>
              <a:srgbClr val="00FFFF">
                <a:alpha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21D88C5-1919-9961-AA7F-0C1F66C5DA72}"/>
              </a:ext>
            </a:extLst>
          </p:cNvPr>
          <p:cNvSpPr/>
          <p:nvPr/>
        </p:nvSpPr>
        <p:spPr>
          <a:xfrm>
            <a:off x="9523561" y="3805931"/>
            <a:ext cx="184150" cy="171187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solidFill>
              <a:srgbClr val="00FFFF">
                <a:alpha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19E8E03-F17D-12A6-489B-BD30E59B5A95}"/>
              </a:ext>
            </a:extLst>
          </p:cNvPr>
          <p:cNvSpPr/>
          <p:nvPr/>
        </p:nvSpPr>
        <p:spPr>
          <a:xfrm>
            <a:off x="11187261" y="3243956"/>
            <a:ext cx="175405" cy="171187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solidFill>
              <a:srgbClr val="00FFFF">
                <a:alpha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31C38A-6D4E-8890-5248-5EB1763702C4}"/>
              </a:ext>
            </a:extLst>
          </p:cNvPr>
          <p:cNvSpPr/>
          <p:nvPr/>
        </p:nvSpPr>
        <p:spPr>
          <a:xfrm>
            <a:off x="10949135" y="2021318"/>
            <a:ext cx="174626" cy="171187"/>
          </a:xfrm>
          <a:prstGeom prst="rect">
            <a:avLst/>
          </a:prstGeom>
          <a:solidFill>
            <a:srgbClr val="00FFFF">
              <a:alpha val="20000"/>
            </a:srgbClr>
          </a:solidFill>
          <a:ln>
            <a:solidFill>
              <a:srgbClr val="00FFFF">
                <a:alpha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5F7A1FB-92C3-F600-5A14-769DE09AA8BC}"/>
              </a:ext>
            </a:extLst>
          </p:cNvPr>
          <p:cNvSpPr/>
          <p:nvPr/>
        </p:nvSpPr>
        <p:spPr>
          <a:xfrm>
            <a:off x="421599" y="1626842"/>
            <a:ext cx="1727587" cy="786998"/>
          </a:xfrm>
          <a:prstGeom prst="rect">
            <a:avLst/>
          </a:prstGeom>
          <a:solidFill>
            <a:srgbClr val="7030A0">
              <a:alpha val="20000"/>
            </a:srgbClr>
          </a:solidFill>
          <a:ln>
            <a:solidFill>
              <a:srgbClr val="7030A0">
                <a:alpha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FDDE140-CE47-CA11-3722-4D672D92163E}"/>
              </a:ext>
            </a:extLst>
          </p:cNvPr>
          <p:cNvSpPr/>
          <p:nvPr/>
        </p:nvSpPr>
        <p:spPr>
          <a:xfrm>
            <a:off x="6977781" y="2021318"/>
            <a:ext cx="174625" cy="356528"/>
          </a:xfrm>
          <a:prstGeom prst="rect">
            <a:avLst/>
          </a:prstGeom>
          <a:solidFill>
            <a:srgbClr val="7030A0">
              <a:alpha val="20000"/>
            </a:srgbClr>
          </a:solidFill>
          <a:ln>
            <a:solidFill>
              <a:srgbClr val="7030A0">
                <a:alpha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BCE2AF9-085F-E3EA-586B-D0F7190BD462}"/>
              </a:ext>
            </a:extLst>
          </p:cNvPr>
          <p:cNvSpPr/>
          <p:nvPr/>
        </p:nvSpPr>
        <p:spPr>
          <a:xfrm>
            <a:off x="11123761" y="2021318"/>
            <a:ext cx="174625" cy="171187"/>
          </a:xfrm>
          <a:prstGeom prst="rect">
            <a:avLst/>
          </a:prstGeom>
          <a:solidFill>
            <a:srgbClr val="7030A0">
              <a:alpha val="20000"/>
            </a:srgbClr>
          </a:solidFill>
          <a:ln>
            <a:solidFill>
              <a:srgbClr val="7030A0">
                <a:alpha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03A3C36-7AEF-011B-BAE3-800A20FFEECA}"/>
              </a:ext>
            </a:extLst>
          </p:cNvPr>
          <p:cNvSpPr/>
          <p:nvPr/>
        </p:nvSpPr>
        <p:spPr>
          <a:xfrm>
            <a:off x="11361662" y="3243955"/>
            <a:ext cx="174625" cy="171187"/>
          </a:xfrm>
          <a:prstGeom prst="rect">
            <a:avLst/>
          </a:prstGeom>
          <a:solidFill>
            <a:srgbClr val="7030A0">
              <a:alpha val="20000"/>
            </a:srgbClr>
          </a:solidFill>
          <a:ln>
            <a:solidFill>
              <a:srgbClr val="7030A0">
                <a:alpha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6F37DB0-A706-411A-52D9-788BE1ABB456}"/>
              </a:ext>
            </a:extLst>
          </p:cNvPr>
          <p:cNvSpPr/>
          <p:nvPr/>
        </p:nvSpPr>
        <p:spPr>
          <a:xfrm>
            <a:off x="9701361" y="3812280"/>
            <a:ext cx="174625" cy="171187"/>
          </a:xfrm>
          <a:prstGeom prst="rect">
            <a:avLst/>
          </a:prstGeom>
          <a:solidFill>
            <a:srgbClr val="7030A0">
              <a:alpha val="20000"/>
            </a:srgbClr>
          </a:solidFill>
          <a:ln>
            <a:solidFill>
              <a:srgbClr val="7030A0">
                <a:alpha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22377DA-DDAD-CB69-0642-437D43B6B586}"/>
              </a:ext>
            </a:extLst>
          </p:cNvPr>
          <p:cNvSpPr/>
          <p:nvPr/>
        </p:nvSpPr>
        <p:spPr>
          <a:xfrm>
            <a:off x="421599" y="3245689"/>
            <a:ext cx="1727587" cy="533400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solidFill>
              <a:schemeClr val="accent2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71E9D54-09B7-77C0-EFAF-64A689B2539E}"/>
              </a:ext>
            </a:extLst>
          </p:cNvPr>
          <p:cNvSpPr/>
          <p:nvPr/>
        </p:nvSpPr>
        <p:spPr>
          <a:xfrm>
            <a:off x="9260036" y="3977118"/>
            <a:ext cx="174625" cy="374650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solidFill>
              <a:schemeClr val="accent2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875E84D-1F3C-CADF-06C8-905C26C57DBE}"/>
              </a:ext>
            </a:extLst>
          </p:cNvPr>
          <p:cNvSpPr/>
          <p:nvPr/>
        </p:nvSpPr>
        <p:spPr>
          <a:xfrm>
            <a:off x="11295376" y="2018869"/>
            <a:ext cx="174625" cy="171187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solidFill>
              <a:schemeClr val="accent2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A0E814-1F32-A818-45B2-256A02DCB407}"/>
              </a:ext>
            </a:extLst>
          </p:cNvPr>
          <p:cNvSpPr txBox="1"/>
          <p:nvPr/>
        </p:nvSpPr>
        <p:spPr>
          <a:xfrm>
            <a:off x="4384963" y="4074280"/>
            <a:ext cx="16750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900" dirty="0"/>
              <a:t>ChatGPT </a:t>
            </a:r>
            <a:r>
              <a:rPr lang="en-US" sz="900" dirty="0"/>
              <a:t>/</a:t>
            </a:r>
            <a:r>
              <a:rPr lang="pl-PL" sz="900" dirty="0"/>
              <a:t> Matt Pierce, 2026</a:t>
            </a:r>
            <a:endParaRPr lang="en-US" sz="9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A751FC-C26E-9A09-B232-4E4F92926521}"/>
              </a:ext>
            </a:extLst>
          </p:cNvPr>
          <p:cNvSpPr txBox="1"/>
          <p:nvPr/>
        </p:nvSpPr>
        <p:spPr>
          <a:xfrm>
            <a:off x="8027991" y="4771811"/>
            <a:ext cx="21021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900" dirty="0">
                <a:solidFill>
                  <a:schemeClr val="bg1">
                    <a:lumMod val="65000"/>
                  </a:schemeClr>
                </a:solidFill>
              </a:rPr>
              <a:t>Generated w/ChatGPT (mpierce, 2026)</a:t>
            </a:r>
            <a:endParaRPr 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F8CE4C-6E19-442D-00C0-A23C26E5D263}"/>
              </a:ext>
            </a:extLst>
          </p:cNvPr>
          <p:cNvSpPr txBox="1"/>
          <p:nvPr/>
        </p:nvSpPr>
        <p:spPr>
          <a:xfrm>
            <a:off x="10370126" y="5301354"/>
            <a:ext cx="16022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900" dirty="0"/>
              <a:t>ChatGPT </a:t>
            </a:r>
            <a:r>
              <a:rPr lang="en-US" sz="900" dirty="0"/>
              <a:t>/</a:t>
            </a:r>
            <a:r>
              <a:rPr lang="pl-PL" sz="900" dirty="0"/>
              <a:t> Matt Pierce, 2026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518346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EFD120-9F37-43F4-B0CE-C23E30C7C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B0FB0-6E9A-DAD6-76F1-331662BBA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760"/>
            <a:ext cx="10515600" cy="877824"/>
          </a:xfrm>
        </p:spPr>
        <p:txBody>
          <a:bodyPr/>
          <a:lstStyle/>
          <a:p>
            <a:r>
              <a:rPr lang="en-US" dirty="0"/>
              <a:t>Fastener Symbols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E29F08-F621-327B-65D9-9E45A168A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887" y="1545845"/>
            <a:ext cx="2553056" cy="12670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6961FF4-83D8-26D4-1D0E-199F4C84C7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4893" y="1545845"/>
            <a:ext cx="2362530" cy="12670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A5EB81F-8F1B-98C0-9372-2740E59AAC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0887" y="3546096"/>
            <a:ext cx="1619476" cy="111457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51D23AE-84DA-54E1-520F-FB1F79064B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0364" y="3541334"/>
            <a:ext cx="1657581" cy="111934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0C4F2CA-1C40-090B-5190-BAA8A4097E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7946" y="3546096"/>
            <a:ext cx="1619475" cy="111934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55C8333-BDD1-3E88-2D21-26626E50D240}"/>
              </a:ext>
            </a:extLst>
          </p:cNvPr>
          <p:cNvSpPr txBox="1"/>
          <p:nvPr/>
        </p:nvSpPr>
        <p:spPr>
          <a:xfrm>
            <a:off x="1170885" y="5155972"/>
            <a:ext cx="4896536" cy="369332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Fastener “Header Style”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125FE4E-C461-FBB6-E214-9C603EB11E7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0885" y="5534830"/>
            <a:ext cx="1343212" cy="847843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A51B2C4-08DE-BC7C-0229-461E9094154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04572" y="5525304"/>
            <a:ext cx="1124107" cy="847843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92BBD634-02D1-2CED-F689-270A092BF0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19153" y="5530066"/>
            <a:ext cx="1124107" cy="85737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F9E44E5-59E2-F181-4210-2897DBBE45C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43260" y="5539591"/>
            <a:ext cx="1324161" cy="83831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39A6277-6A6B-0F4B-581C-163C16E7A715}"/>
              </a:ext>
            </a:extLst>
          </p:cNvPr>
          <p:cNvSpPr txBox="1"/>
          <p:nvPr/>
        </p:nvSpPr>
        <p:spPr>
          <a:xfrm>
            <a:off x="1170888" y="1184766"/>
            <a:ext cx="4896536" cy="369332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Fastener “Type”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C690697-C1E5-9632-D317-6D1D536B0C3E}"/>
              </a:ext>
            </a:extLst>
          </p:cNvPr>
          <p:cNvSpPr/>
          <p:nvPr/>
        </p:nvSpPr>
        <p:spPr>
          <a:xfrm>
            <a:off x="1170885" y="2787447"/>
            <a:ext cx="2534007" cy="5735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645A306-10C6-EF69-3E19-CBBE63AB8231}"/>
              </a:ext>
            </a:extLst>
          </p:cNvPr>
          <p:cNvSpPr/>
          <p:nvPr/>
        </p:nvSpPr>
        <p:spPr>
          <a:xfrm>
            <a:off x="3704892" y="2787244"/>
            <a:ext cx="2362529" cy="5735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640E80-D083-7D36-A635-D48B54D93AC4}"/>
              </a:ext>
            </a:extLst>
          </p:cNvPr>
          <p:cNvSpPr txBox="1"/>
          <p:nvPr/>
        </p:nvSpPr>
        <p:spPr>
          <a:xfrm>
            <a:off x="1170885" y="3175482"/>
            <a:ext cx="4896536" cy="369332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Fastener “Location”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87029EA-689F-354F-BFCB-63F47DA8D85E}"/>
              </a:ext>
            </a:extLst>
          </p:cNvPr>
          <p:cNvSpPr/>
          <p:nvPr/>
        </p:nvSpPr>
        <p:spPr>
          <a:xfrm>
            <a:off x="1154549" y="4631998"/>
            <a:ext cx="1635813" cy="5735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6A295C0-4833-A784-3392-4D15552DBE6C}"/>
              </a:ext>
            </a:extLst>
          </p:cNvPr>
          <p:cNvSpPr/>
          <p:nvPr/>
        </p:nvSpPr>
        <p:spPr>
          <a:xfrm>
            <a:off x="2782194" y="4631998"/>
            <a:ext cx="1665751" cy="5735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6C29BDD-1B58-7D24-D9B8-CC51B693CBEE}"/>
              </a:ext>
            </a:extLst>
          </p:cNvPr>
          <p:cNvSpPr/>
          <p:nvPr/>
        </p:nvSpPr>
        <p:spPr>
          <a:xfrm>
            <a:off x="4447946" y="4631998"/>
            <a:ext cx="1619476" cy="5735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589FFD1-AEAB-866E-2066-EBAC859871E1}"/>
              </a:ext>
            </a:extLst>
          </p:cNvPr>
          <p:cNvSpPr/>
          <p:nvPr/>
        </p:nvSpPr>
        <p:spPr>
          <a:xfrm>
            <a:off x="1170886" y="6344470"/>
            <a:ext cx="1343212" cy="5725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B30791A-D0A4-CF4F-C213-A68676DF404F}"/>
              </a:ext>
            </a:extLst>
          </p:cNvPr>
          <p:cNvSpPr/>
          <p:nvPr/>
        </p:nvSpPr>
        <p:spPr>
          <a:xfrm>
            <a:off x="2514097" y="6344470"/>
            <a:ext cx="1105055" cy="5725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1F366AC-024C-33B6-F852-BE64E1CFF069}"/>
              </a:ext>
            </a:extLst>
          </p:cNvPr>
          <p:cNvSpPr/>
          <p:nvPr/>
        </p:nvSpPr>
        <p:spPr>
          <a:xfrm>
            <a:off x="3615069" y="6344469"/>
            <a:ext cx="1137717" cy="5725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E4C76F4-C737-C8BA-1CFB-335F57E986C7}"/>
              </a:ext>
            </a:extLst>
          </p:cNvPr>
          <p:cNvSpPr/>
          <p:nvPr/>
        </p:nvSpPr>
        <p:spPr>
          <a:xfrm>
            <a:off x="4752786" y="6344469"/>
            <a:ext cx="1314635" cy="5725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11E3FD-6B4A-4F9A-E185-44D048A6A081}"/>
              </a:ext>
            </a:extLst>
          </p:cNvPr>
          <p:cNvSpPr txBox="1"/>
          <p:nvPr/>
        </p:nvSpPr>
        <p:spPr>
          <a:xfrm rot="16200000">
            <a:off x="5349402" y="5458746"/>
            <a:ext cx="165511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900" dirty="0"/>
              <a:t>ChatGPT </a:t>
            </a:r>
            <a:r>
              <a:rPr lang="en-US" sz="900" dirty="0"/>
              <a:t>/</a:t>
            </a:r>
            <a:r>
              <a:rPr lang="pl-PL" sz="900" dirty="0"/>
              <a:t> Matt Pierce, 2026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950171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40" grpId="0" animBg="1"/>
      <p:bldP spid="41" grpId="0" animBg="1"/>
      <p:bldP spid="4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15A812-4BA5-6272-EB94-5352FE346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96662-F2B5-DEB4-BECB-F5D6117BC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760"/>
            <a:ext cx="10515600" cy="877824"/>
          </a:xfrm>
        </p:spPr>
        <p:txBody>
          <a:bodyPr/>
          <a:lstStyle/>
          <a:p>
            <a:r>
              <a:rPr lang="en-US" dirty="0"/>
              <a:t>Fastener NAS 523 Identification Quadrants</a:t>
            </a:r>
          </a:p>
        </p:txBody>
      </p:sp>
      <p:sp>
        <p:nvSpPr>
          <p:cNvPr id="34" name="Equals 33">
            <a:extLst>
              <a:ext uri="{FF2B5EF4-FFF2-40B4-BE49-F238E27FC236}">
                <a16:creationId xmlns:a16="http://schemas.microsoft.com/office/drawing/2014/main" id="{D28AC162-334D-0602-77E4-444F599F5F52}"/>
              </a:ext>
            </a:extLst>
          </p:cNvPr>
          <p:cNvSpPr/>
          <p:nvPr/>
        </p:nvSpPr>
        <p:spPr>
          <a:xfrm>
            <a:off x="6745711" y="3429000"/>
            <a:ext cx="638175" cy="534888"/>
          </a:xfrm>
          <a:prstGeom prst="mathEqual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86D4E86D-F94C-A3D6-9362-842B1C231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304" y="1333500"/>
            <a:ext cx="2799494" cy="261034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434EFC00-3AAA-B01C-CB66-D09D246C6D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3797" y="1332991"/>
            <a:ext cx="2799494" cy="2610849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C88035D7-D1D7-24D2-CBFE-8AE919CF5F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304" y="3943841"/>
            <a:ext cx="2799492" cy="2080704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60481671-254E-B483-17CC-851499CEA3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0015" y="3943840"/>
            <a:ext cx="2807060" cy="2080705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CF62B704-5A55-39AA-E289-199074E3C0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92522" y="3105599"/>
            <a:ext cx="4024697" cy="118169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6CB7890-5F15-8EEB-859F-DE75FED7672C}"/>
              </a:ext>
            </a:extLst>
          </p:cNvPr>
          <p:cNvSpPr txBox="1"/>
          <p:nvPr/>
        </p:nvSpPr>
        <p:spPr>
          <a:xfrm rot="16200000">
            <a:off x="5826131" y="5146448"/>
            <a:ext cx="16083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900" dirty="0"/>
              <a:t>ChatGPT </a:t>
            </a:r>
            <a:r>
              <a:rPr lang="en-US" sz="900" dirty="0"/>
              <a:t>/</a:t>
            </a:r>
            <a:r>
              <a:rPr lang="pl-PL" sz="900" dirty="0"/>
              <a:t> Matt Pierce, 2026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046050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B45667-F60C-09F7-1D40-C1DD86832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089CC-6FFF-1BFA-274F-DAC5F31ED7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2512" y="3033049"/>
            <a:ext cx="10086975" cy="791902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2910998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6839C2-7BF2-36AE-DF8B-9AD9A2AED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F63DA-D582-3FF9-0739-41B56CC47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6"/>
            <a:ext cx="5730240" cy="877824"/>
          </a:xfrm>
        </p:spPr>
        <p:txBody>
          <a:bodyPr/>
          <a:lstStyle/>
          <a:p>
            <a:r>
              <a:rPr lang="en-US" dirty="0"/>
              <a:t>Practice Q&amp;A’s  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(Q1-Q8)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5410E-01CE-A881-32E2-EC2E8F0AC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627" y="1143000"/>
            <a:ext cx="5650786" cy="5787736"/>
          </a:xfrm>
        </p:spPr>
        <p:txBody>
          <a:bodyPr>
            <a:normAutofit/>
          </a:bodyPr>
          <a:lstStyle/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Q1: Name of solid lines that depicts the shape of the part or assembly?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 </a:t>
            </a:r>
            <a:r>
              <a:rPr lang="en-US" sz="2000" dirty="0"/>
              <a:t>Object Lines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Q2:</a:t>
            </a:r>
            <a:r>
              <a:rPr lang="en-US" sz="2000" dirty="0"/>
              <a:t> </a:t>
            </a:r>
            <a:r>
              <a:rPr lang="en-US" sz="2000" b="1" dirty="0"/>
              <a:t>Name of dashed lines that depict hidden surfaces, edges, or hole walls?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</a:t>
            </a:r>
            <a:r>
              <a:rPr lang="en-US" sz="2000" dirty="0"/>
              <a:t> Hidden Lines 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Q3: Name of dash-dot-dash lines that indicate the middle, or symmetric on both sides?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</a:t>
            </a:r>
            <a:r>
              <a:rPr lang="en-US" sz="2000" dirty="0"/>
              <a:t>: Center Lines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Q4: Name of lines that have numeric lengths shown (in inches typically)?</a:t>
            </a:r>
          </a:p>
          <a:p>
            <a:pPr marL="0" indent="0">
              <a:buNone/>
            </a:pPr>
            <a:r>
              <a:rPr lang="en-US" sz="2000" b="1" dirty="0"/>
              <a:t>A:</a:t>
            </a:r>
            <a:r>
              <a:rPr lang="en-US" sz="2000" dirty="0"/>
              <a:t> Dimension Lines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1DE07E9-686C-16E6-DE07-31A3DC967A79}"/>
              </a:ext>
            </a:extLst>
          </p:cNvPr>
          <p:cNvSpPr txBox="1">
            <a:spLocks/>
          </p:cNvSpPr>
          <p:nvPr/>
        </p:nvSpPr>
        <p:spPr>
          <a:xfrm>
            <a:off x="6236413" y="365126"/>
            <a:ext cx="5650786" cy="649287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Q5: Thin lines that drop away 90° from the Dimension Line arrow points to the points they are measuring?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 </a:t>
            </a:r>
            <a:r>
              <a:rPr lang="en-US" sz="2000" dirty="0"/>
              <a:t>Extension Lines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b="1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Q6: Cut lines showing on one view what a different view is seeing with a section removed?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</a:t>
            </a:r>
            <a:r>
              <a:rPr lang="en-US" sz="2000" dirty="0"/>
              <a:t> Section Lines</a:t>
            </a:r>
          </a:p>
          <a:p>
            <a:pPr marL="0" indent="0">
              <a:buFont typeface="Arial" panose="020B0604020202020204" pitchFamily="34" charset="0"/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Q7: Name of standardized universal marks used to save space, reduce errors, and provide consistent info on technical drawings?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 </a:t>
            </a:r>
            <a:r>
              <a:rPr lang="en-US" sz="2000" dirty="0"/>
              <a:t>Blueprint Symbols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Q8: Name of blueprint symbols encompassing datums, part features, surface profiles, etc.?</a:t>
            </a:r>
          </a:p>
          <a:p>
            <a:pPr marL="0" indent="0">
              <a:buNone/>
            </a:pPr>
            <a:r>
              <a:rPr lang="en-US" sz="2000" b="1" dirty="0"/>
              <a:t>A:</a:t>
            </a:r>
            <a:r>
              <a:rPr lang="en-US" sz="2000" dirty="0"/>
              <a:t> GD&amp;T Symbols: Geometric Dimensioning &amp; Tolerancing</a:t>
            </a:r>
          </a:p>
        </p:txBody>
      </p:sp>
    </p:spTree>
    <p:extLst>
      <p:ext uri="{BB962C8B-B14F-4D97-AF65-F5344CB8AC3E}">
        <p14:creationId xmlns:p14="http://schemas.microsoft.com/office/powerpoint/2010/main" val="1646794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FE9458-7E41-0A76-1C5A-FD3516E5E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6DE22-21DA-C9B7-45CB-711A44379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6"/>
            <a:ext cx="5730240" cy="877824"/>
          </a:xfrm>
        </p:spPr>
        <p:txBody>
          <a:bodyPr/>
          <a:lstStyle/>
          <a:p>
            <a:r>
              <a:rPr lang="en-US" dirty="0"/>
              <a:t>Practice Q&amp;A’s  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(Q9-Q16)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384D7-D9C1-2F12-BABF-7E7CA75444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627" y="1143000"/>
            <a:ext cx="5650786" cy="5787736"/>
          </a:xfrm>
        </p:spPr>
        <p:txBody>
          <a:bodyPr>
            <a:normAutofit lnSpcReduction="10000"/>
          </a:bodyPr>
          <a:lstStyle/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Q9: Name of blueprint symbols encompassing fastener details?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 </a:t>
            </a:r>
            <a:r>
              <a:rPr lang="en-US" sz="2000" dirty="0"/>
              <a:t>Fastener Symbols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Q10:</a:t>
            </a:r>
            <a:r>
              <a:rPr lang="en-US" sz="2000" dirty="0"/>
              <a:t> </a:t>
            </a:r>
            <a:r>
              <a:rPr lang="en-US" sz="2000" b="1" dirty="0"/>
              <a:t>Name of blueprint symbols encompassing station indicators, tool surface, flag notes, etc.?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</a:t>
            </a:r>
            <a:r>
              <a:rPr lang="en-US" sz="2000" dirty="0"/>
              <a:t> Aircraft Symbols 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Q11: Name of a surface, a line, or a point that is a starting reference position?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</a:t>
            </a:r>
            <a:r>
              <a:rPr lang="en-US" sz="2000" dirty="0"/>
              <a:t>: Datum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Q12: What quadrant of the NAS 523 shows the engineering fastener code (</a:t>
            </a:r>
            <a:r>
              <a:rPr lang="en-US" sz="2000" b="1" dirty="0" err="1"/>
              <a:t>eg</a:t>
            </a:r>
            <a:r>
              <a:rPr lang="en-US" sz="2000" b="1" dirty="0"/>
              <a:t>: fluid tight fastener)?</a:t>
            </a:r>
          </a:p>
          <a:p>
            <a:pPr marL="0" indent="0">
              <a:buNone/>
            </a:pPr>
            <a:r>
              <a:rPr lang="en-US" sz="2000" b="1" dirty="0"/>
              <a:t>A:</a:t>
            </a:r>
            <a:r>
              <a:rPr lang="en-US" sz="2000" dirty="0"/>
              <a:t> NW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7389AB0-91F3-9B83-BA5F-ADFF9A5F4B12}"/>
              </a:ext>
            </a:extLst>
          </p:cNvPr>
          <p:cNvSpPr txBox="1">
            <a:spLocks/>
          </p:cNvSpPr>
          <p:nvPr/>
        </p:nvSpPr>
        <p:spPr>
          <a:xfrm>
            <a:off x="6236413" y="365126"/>
            <a:ext cx="5650786" cy="64928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Q13: What quadrant of the NAS 523 shows the fastener diameter and location (near/far)?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 </a:t>
            </a:r>
            <a:r>
              <a:rPr lang="en-US" sz="2000" dirty="0"/>
              <a:t>NE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b="1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Q14: What size does the NE quadrant fastener diameter "7" represent?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</a:t>
            </a:r>
            <a:r>
              <a:rPr lang="en-US" sz="2000" dirty="0"/>
              <a:t> 7/32".  Number 7 is count of 1/32"s.  Diameter = shorter = smaller 1/32.</a:t>
            </a:r>
          </a:p>
          <a:p>
            <a:pPr marL="0" indent="0">
              <a:buFont typeface="Arial" panose="020B0604020202020204" pitchFamily="34" charset="0"/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Q15: What quadrant of the NAS 523 shows dimple, countersink, and # of sheets?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 </a:t>
            </a:r>
            <a:r>
              <a:rPr lang="en-US" sz="2000" dirty="0"/>
              <a:t>SW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Q16: What quadrant of the NAS 523 shows length and spot weld?</a:t>
            </a:r>
          </a:p>
          <a:p>
            <a:pPr marL="0" indent="0">
              <a:buNone/>
            </a:pPr>
            <a:r>
              <a:rPr lang="en-US" sz="2000" b="1" dirty="0"/>
              <a:t>A:</a:t>
            </a:r>
            <a:r>
              <a:rPr lang="en-US" sz="2000" dirty="0"/>
              <a:t> SE</a:t>
            </a:r>
          </a:p>
        </p:txBody>
      </p:sp>
    </p:spTree>
    <p:extLst>
      <p:ext uri="{BB962C8B-B14F-4D97-AF65-F5344CB8AC3E}">
        <p14:creationId xmlns:p14="http://schemas.microsoft.com/office/powerpoint/2010/main" val="117192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EF2EA2-2207-32F7-587B-D144B0DC1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926D-60A6-80D4-A4DF-089B39E9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6"/>
            <a:ext cx="5730240" cy="877824"/>
          </a:xfrm>
        </p:spPr>
        <p:txBody>
          <a:bodyPr/>
          <a:lstStyle/>
          <a:p>
            <a:r>
              <a:rPr lang="en-US" dirty="0"/>
              <a:t>Practice Q&amp;A’s  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(Q17)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44EFB-F25E-F229-5958-676F226E1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627" y="1143000"/>
            <a:ext cx="5650786" cy="5548745"/>
          </a:xfrm>
        </p:spPr>
        <p:txBody>
          <a:bodyPr>
            <a:normAutofit/>
          </a:bodyPr>
          <a:lstStyle/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Q17: What size does the SE quadrant fastener length "8" represent?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 </a:t>
            </a:r>
            <a:r>
              <a:rPr lang="en-US" sz="2000" dirty="0"/>
              <a:t>8/16".  Number 8 is count of 1/16".  Length = longer = bigger 1/16.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51766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C2D309-79B3-0066-BB56-E79235F32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AC3B1-808A-C5C9-BBB6-F06FDC830E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2696" y="1893712"/>
            <a:ext cx="8966607" cy="1535288"/>
          </a:xfrm>
        </p:spPr>
        <p:txBody>
          <a:bodyPr>
            <a:noAutofit/>
          </a:bodyPr>
          <a:lstStyle/>
          <a:p>
            <a:r>
              <a:rPr lang="en-US" sz="96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C9C698-DE27-F888-6BAA-48C0C4FED2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0133" y="5258927"/>
            <a:ext cx="8966607" cy="1090775"/>
          </a:xfrm>
          <a:noFill/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pPr algn="l"/>
            <a:r>
              <a:rPr lang="pl-PL" sz="2000" dirty="0">
                <a:solidFill>
                  <a:schemeClr val="bg1"/>
                </a:solidFill>
              </a:rPr>
              <a:t>Matt Pierce  </a:t>
            </a:r>
            <a:r>
              <a:rPr lang="en-US" sz="2000" dirty="0">
                <a:solidFill>
                  <a:schemeClr val="bg1"/>
                </a:solidFill>
              </a:rPr>
              <a:t> - </a:t>
            </a:r>
            <a:r>
              <a:rPr lang="pl-PL" sz="2000" dirty="0">
                <a:solidFill>
                  <a:schemeClr val="bg1"/>
                </a:solidFill>
              </a:rPr>
              <a:t>  mpierce710006@gmail.com  </a:t>
            </a:r>
            <a:r>
              <a:rPr lang="en-US" sz="2000" dirty="0">
                <a:solidFill>
                  <a:schemeClr val="bg1"/>
                </a:solidFill>
              </a:rPr>
              <a:t> - </a:t>
            </a:r>
            <a:r>
              <a:rPr lang="pl-PL" sz="2000" dirty="0">
                <a:solidFill>
                  <a:schemeClr val="bg1"/>
                </a:solidFill>
              </a:rPr>
              <a:t>  linkedin.com/in/mpiercead576/</a:t>
            </a:r>
          </a:p>
          <a:p>
            <a:pPr algn="l"/>
            <a:r>
              <a:rPr lang="pl-PL" sz="2000" dirty="0">
                <a:solidFill>
                  <a:schemeClr val="bg1"/>
                </a:solidFill>
                <a:hlinkClick r:id="rId3"/>
              </a:rPr>
              <a:t>https://github.com/DataResearchLabs/study_guide_intro_aerospace_mfg</a:t>
            </a:r>
            <a:endParaRPr lang="en-US" sz="2000" dirty="0">
              <a:solidFill>
                <a:schemeClr val="bg1"/>
              </a:solidFill>
            </a:endParaRPr>
          </a:p>
          <a:p>
            <a:pPr algn="l"/>
            <a:endParaRPr lang="en-US" sz="2000" dirty="0"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439251-0FA5-4222-2534-EC4CD92AB89C}"/>
              </a:ext>
            </a:extLst>
          </p:cNvPr>
          <p:cNvCxnSpPr>
            <a:cxnSpLocks/>
          </p:cNvCxnSpPr>
          <p:nvPr/>
        </p:nvCxnSpPr>
        <p:spPr>
          <a:xfrm>
            <a:off x="0" y="472722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7227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6995</TotalTime>
  <Words>1503</Words>
  <Application>Microsoft Office PowerPoint</Application>
  <PresentationFormat>Widescreen</PresentationFormat>
  <Paragraphs>186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Lines &amp; Symbols</vt:lpstr>
      <vt:lpstr>Line Styles</vt:lpstr>
      <vt:lpstr>Common Line Types</vt:lpstr>
      <vt:lpstr>USNavy14040A - Standard Line Types  (1 of 2)</vt:lpstr>
      <vt:lpstr>USNavy14040A - Standard Line Types  (2 of 2)</vt:lpstr>
      <vt:lpstr>Section Lines</vt:lpstr>
      <vt:lpstr>Blueprint Symbols</vt:lpstr>
      <vt:lpstr>Blueprint Symbols</vt:lpstr>
      <vt:lpstr>Blueprint Symbol Categories</vt:lpstr>
      <vt:lpstr>Datum Definition</vt:lpstr>
      <vt:lpstr>Datum Example #1 - From “USNavy14040A”</vt:lpstr>
      <vt:lpstr>Datum Example #2 - From “ChatGPT”</vt:lpstr>
      <vt:lpstr>Fastener Symbols</vt:lpstr>
      <vt:lpstr>Fastener NAS 523 Identification Quadrants</vt:lpstr>
      <vt:lpstr>Q&amp;A</vt:lpstr>
      <vt:lpstr>Practice Q&amp;A’s  (Q1-Q8)</vt:lpstr>
      <vt:lpstr>Practice Q&amp;A’s  (Q9-Q16)</vt:lpstr>
      <vt:lpstr>Practice Q&amp;A’s  (Q17)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 Pierce</dc:creator>
  <cp:lastModifiedBy>Matt Pierce</cp:lastModifiedBy>
  <cp:revision>257</cp:revision>
  <dcterms:created xsi:type="dcterms:W3CDTF">2026-02-02T22:48:01Z</dcterms:created>
  <dcterms:modified xsi:type="dcterms:W3CDTF">2026-02-27T02:49:38Z</dcterms:modified>
</cp:coreProperties>
</file>