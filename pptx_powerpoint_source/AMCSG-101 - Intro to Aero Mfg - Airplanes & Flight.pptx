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96" r:id="rId2"/>
    <p:sldId id="268" r:id="rId3"/>
    <p:sldId id="257" r:id="rId4"/>
    <p:sldId id="258" r:id="rId5"/>
    <p:sldId id="262" r:id="rId6"/>
    <p:sldId id="263" r:id="rId7"/>
    <p:sldId id="266" r:id="rId8"/>
    <p:sldId id="267" r:id="rId9"/>
    <p:sldId id="265" r:id="rId10"/>
    <p:sldId id="269" r:id="rId11"/>
    <p:sldId id="259" r:id="rId12"/>
    <p:sldId id="260" r:id="rId13"/>
    <p:sldId id="297" r:id="rId14"/>
    <p:sldId id="298" r:id="rId15"/>
    <p:sldId id="299" r:id="rId16"/>
    <p:sldId id="30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7B3"/>
    <a:srgbClr val="E7F68A"/>
    <a:srgbClr val="F4F789"/>
    <a:srgbClr val="F7FCCC"/>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805" autoAdjust="0"/>
  </p:normalViewPr>
  <p:slideViewPr>
    <p:cSldViewPr snapToGrid="0">
      <p:cViewPr varScale="1">
        <p:scale>
          <a:sx n="62" d="100"/>
          <a:sy n="62" d="100"/>
        </p:scale>
        <p:origin x="918"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705C4F-A986-496F-A1F2-75FE2CBC5FBF}"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6C5DC3-924D-4CCC-8AC2-C41F495DFCEC}" type="slidenum">
              <a:rPr lang="en-US" smtClean="0"/>
              <a:t>‹#›</a:t>
            </a:fld>
            <a:endParaRPr lang="en-US"/>
          </a:p>
        </p:txBody>
      </p:sp>
    </p:spTree>
    <p:extLst>
      <p:ext uri="{BB962C8B-B14F-4D97-AF65-F5344CB8AC3E}">
        <p14:creationId xmlns:p14="http://schemas.microsoft.com/office/powerpoint/2010/main" val="174849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6C5DC3-924D-4CCC-8AC2-C41F495DFCEC}" type="slidenum">
              <a:rPr lang="en-US" smtClean="0"/>
              <a:t>1</a:t>
            </a:fld>
            <a:endParaRPr lang="en-US"/>
          </a:p>
        </p:txBody>
      </p:sp>
    </p:spTree>
    <p:extLst>
      <p:ext uri="{BB962C8B-B14F-4D97-AF65-F5344CB8AC3E}">
        <p14:creationId xmlns:p14="http://schemas.microsoft.com/office/powerpoint/2010/main" val="2056627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u="sng" dirty="0"/>
              <a:t>Image Credits</a:t>
            </a:r>
            <a:r>
              <a:rPr lang="en-US" dirty="0"/>
              <a:t>:</a:t>
            </a:r>
          </a:p>
          <a:p>
            <a:pPr marL="171450" indent="-171450">
              <a:buFont typeface="Arial" panose="020B0604020202020204" pitchFamily="34" charset="0"/>
              <a:buChar char="•"/>
            </a:pPr>
            <a:r>
              <a:rPr lang="en-US" dirty="0"/>
              <a:t>Google “First hot air balloon" = (CC4) https://commons.wikimedia.org/wiki/File:Men_and_women_with_telescopes,_gyroscopes,_a_hot-air_balloon_Wellcome_V0040858.jpg</a:t>
            </a:r>
          </a:p>
          <a:p>
            <a:pPr marL="171450" indent="-171450">
              <a:buFont typeface="Arial" panose="020B0604020202020204" pitchFamily="34" charset="0"/>
              <a:buChar char="•"/>
            </a:pPr>
            <a:r>
              <a:rPr lang="en-US" dirty="0"/>
              <a:t>Google “Wright Brothers first flight” = (PD) https://www.rawpixel.com/image/8718008/photo-image-vintage-airplane-public-domain</a:t>
            </a:r>
          </a:p>
          <a:p>
            <a:pPr marL="171450" indent="-171450">
              <a:buFont typeface="Arial" panose="020B0604020202020204" pitchFamily="34" charset="0"/>
              <a:buChar char="•"/>
            </a:pPr>
            <a:r>
              <a:rPr lang="en-US" dirty="0"/>
              <a:t>Google “Boeing Model 1 B&amp;W Seaplane” = (PD) https://en.wikipedia.org/wiki/Boeing_Model_1</a:t>
            </a:r>
          </a:p>
          <a:p>
            <a:pPr marL="171450" indent="-171450">
              <a:buFont typeface="Arial" panose="020B0604020202020204" pitchFamily="34" charset="0"/>
              <a:buChar char="•"/>
            </a:pPr>
            <a:r>
              <a:rPr lang="en-US" dirty="0"/>
              <a:t>Google “Boeing 707” = (PD) https://jenikirbyhistory.getarchive.net/media/boeing-707-131b-trans-world-airlines-twa-jp5946969-6d93d6</a:t>
            </a:r>
          </a:p>
          <a:p>
            <a:pPr marL="171450" indent="-171450">
              <a:buFont typeface="Arial" panose="020B0604020202020204" pitchFamily="34" charset="0"/>
              <a:buChar char="•"/>
            </a:pPr>
            <a:r>
              <a:rPr lang="en-US" dirty="0"/>
              <a:t>Google “Boeing 747” = (CC2) https://commons.wikimedia.org/wiki/File:Boeing_747-400_Dreamliner_livery.jpg</a:t>
            </a:r>
          </a:p>
          <a:p>
            <a:pPr marL="171450" indent="-171450">
              <a:buFont typeface="Arial" panose="020B0604020202020204" pitchFamily="34" charset="0"/>
              <a:buChar char="•"/>
            </a:pPr>
            <a:r>
              <a:rPr lang="en-US" dirty="0"/>
              <a:t>Google “Boeing 777” = (CC2) https://commons.wikimedia.org/wiki/File:Boeing_777_above_clouds,_crop.jpg</a:t>
            </a:r>
          </a:p>
          <a:p>
            <a:pPr marL="171450" indent="-171450">
              <a:buFont typeface="Arial" panose="020B0604020202020204" pitchFamily="34" charset="0"/>
              <a:buChar char="•"/>
            </a:pPr>
            <a:r>
              <a:rPr lang="en-US" dirty="0"/>
              <a:t>Google “Boeing 787” = (CC2) https://commons.wikimedia.org/wiki/File:Boeing_787_first_flight.jpg</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D6C5DC3-924D-4CCC-8AC2-C41F495DFCEC}" type="slidenum">
              <a:rPr lang="en-US" smtClean="0"/>
              <a:t>3</a:t>
            </a:fld>
            <a:endParaRPr lang="en-US"/>
          </a:p>
        </p:txBody>
      </p:sp>
    </p:spTree>
    <p:extLst>
      <p:ext uri="{BB962C8B-B14F-4D97-AF65-F5344CB8AC3E}">
        <p14:creationId xmlns:p14="http://schemas.microsoft.com/office/powerpoint/2010/main" val="2955179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u="sng" dirty="0"/>
              <a:t>Image Credits</a:t>
            </a:r>
            <a:r>
              <a:rPr lang="en-US" dirty="0"/>
              <a:t>:</a:t>
            </a:r>
          </a:p>
          <a:p>
            <a:pPr marL="171450" indent="-171450">
              <a:buFont typeface="Arial" panose="020B0604020202020204" pitchFamily="34" charset="0"/>
              <a:buChar char="•"/>
            </a:pPr>
            <a:r>
              <a:rPr lang="en-US" dirty="0"/>
              <a:t>Google “Hot air balloon” = (CC0) - https://pixnio.com/sport/hot-air-ballooning/hot-air-balloon-greeley</a:t>
            </a:r>
          </a:p>
          <a:p>
            <a:pPr marL="171450" indent="-171450">
              <a:buFont typeface="Arial" panose="020B0604020202020204" pitchFamily="34" charset="0"/>
              <a:buChar char="•"/>
            </a:pPr>
            <a:r>
              <a:rPr lang="en-US" dirty="0"/>
              <a:t>Google “Glider” = (CC0) - https://www.rawpixel.com/image/6061458/free-public-domain-cc0-photo</a:t>
            </a:r>
          </a:p>
          <a:p>
            <a:pPr marL="171450" indent="-171450">
              <a:buFont typeface="Arial" panose="020B0604020202020204" pitchFamily="34" charset="0"/>
              <a:buChar char="•"/>
            </a:pPr>
            <a:r>
              <a:rPr lang="en-US" dirty="0"/>
              <a:t>Google “Drone” = (CC3) - https://commons.wikimedia.org/wiki/File:Drone_Flying_Eye.jpg</a:t>
            </a:r>
          </a:p>
          <a:p>
            <a:pPr marL="171450" indent="-171450">
              <a:buFont typeface="Arial" panose="020B0604020202020204" pitchFamily="34" charset="0"/>
              <a:buChar char="•"/>
            </a:pPr>
            <a:r>
              <a:rPr lang="en-US" dirty="0"/>
              <a:t>Google “Helicopter” = (CC0) - https://pxhere.com/en/photo/956564</a:t>
            </a:r>
          </a:p>
          <a:p>
            <a:pPr marL="171450" indent="-171450">
              <a:buFont typeface="Arial" panose="020B0604020202020204" pitchFamily="34" charset="0"/>
              <a:buChar char="•"/>
            </a:pPr>
            <a:r>
              <a:rPr lang="en-US" dirty="0"/>
              <a:t>Google “P51 Mustang” = (CC2) - https://commons.wikimedia.org/wiki/File:P51_Mustang_-_Flying_Legends_2011_%285929062749%29.jpg</a:t>
            </a:r>
          </a:p>
          <a:p>
            <a:pPr marL="171450" indent="-171450">
              <a:buFont typeface="Arial" panose="020B0604020202020204" pitchFamily="34" charset="0"/>
              <a:buChar char="•"/>
            </a:pPr>
            <a:r>
              <a:rPr lang="en-US" dirty="0"/>
              <a:t>Google “B52” = (CC2) - https://commons.wikimedia.org/wiki/File:Intermezzo._B52_Stratofortress_passing_by._-_Flickr_-_e%C2%B3%C2%B0%C2%B0%C2%B0.jpg</a:t>
            </a:r>
          </a:p>
          <a:p>
            <a:pPr marL="171450" indent="-171450">
              <a:buFont typeface="Arial" panose="020B0604020202020204" pitchFamily="34" charset="0"/>
              <a:buChar char="•"/>
            </a:pPr>
            <a:r>
              <a:rPr lang="en-US" dirty="0"/>
              <a:t>Google “F15 EX” = (CC4) - https://commons.wikimedia.org/wiki/File:F-15C_%D0%BD%D0%B0%D0%B4_%D0%A2%D0%B8%D1%85%D0%B8%D0%BC_%D0%BE%D0%BA%D0%B5%D0%B0%D0%BD%D0%BE%D0%BC.jpg</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D6C5DC3-924D-4CCC-8AC2-C41F495DFCEC}" type="slidenum">
              <a:rPr lang="en-US" smtClean="0"/>
              <a:t>4</a:t>
            </a:fld>
            <a:endParaRPr lang="en-US"/>
          </a:p>
        </p:txBody>
      </p:sp>
    </p:spTree>
    <p:extLst>
      <p:ext uri="{BB962C8B-B14F-4D97-AF65-F5344CB8AC3E}">
        <p14:creationId xmlns:p14="http://schemas.microsoft.com/office/powerpoint/2010/main" val="3931918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73900-D71C-FC1A-DFB8-46506A4FDC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69123-9270-749B-F178-0C15D530F3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8C9438-4A02-4A9D-94CE-E24459474C3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Image Credits</a:t>
            </a:r>
            <a:r>
              <a:rPr lang="en-US" dirty="0"/>
              <a:t>:</a:t>
            </a:r>
          </a:p>
          <a:p>
            <a:pPr marL="171450" indent="-171450">
              <a:buFont typeface="Arial" panose="020B0604020202020204" pitchFamily="34" charset="0"/>
              <a:buChar char="•"/>
            </a:pPr>
            <a:r>
              <a:rPr lang="en-US" dirty="0"/>
              <a:t>Google "boeing.com 737 max” = (CC2) - https://commons.wikimedia.org/wiki/File:EGLF_-_Boeing_737_Max_-_N720IS_%2841646299740%29.jpg</a:t>
            </a:r>
          </a:p>
        </p:txBody>
      </p:sp>
      <p:sp>
        <p:nvSpPr>
          <p:cNvPr id="4" name="Slide Number Placeholder 3">
            <a:extLst>
              <a:ext uri="{FF2B5EF4-FFF2-40B4-BE49-F238E27FC236}">
                <a16:creationId xmlns:a16="http://schemas.microsoft.com/office/drawing/2014/main" id="{1701107F-2CD8-0985-6D6A-97B72DD778D4}"/>
              </a:ext>
            </a:extLst>
          </p:cNvPr>
          <p:cNvSpPr>
            <a:spLocks noGrp="1"/>
          </p:cNvSpPr>
          <p:nvPr>
            <p:ph type="sldNum" sz="quarter" idx="5"/>
          </p:nvPr>
        </p:nvSpPr>
        <p:spPr/>
        <p:txBody>
          <a:bodyPr/>
          <a:lstStyle/>
          <a:p>
            <a:fld id="{8D6C5DC3-924D-4CCC-8AC2-C41F495DFCEC}" type="slidenum">
              <a:rPr lang="en-US" smtClean="0"/>
              <a:t>5</a:t>
            </a:fld>
            <a:endParaRPr lang="en-US"/>
          </a:p>
        </p:txBody>
      </p:sp>
    </p:spTree>
    <p:extLst>
      <p:ext uri="{BB962C8B-B14F-4D97-AF65-F5344CB8AC3E}">
        <p14:creationId xmlns:p14="http://schemas.microsoft.com/office/powerpoint/2010/main" val="1384968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FC23F-BF00-3259-6A70-C3ED7A2BE5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9B118-CD2D-B5E9-9412-24CF7D7BA1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93656-AD9A-343A-1E92-F0B4DC937856}"/>
              </a:ext>
            </a:extLst>
          </p:cNvPr>
          <p:cNvSpPr>
            <a:spLocks noGrp="1"/>
          </p:cNvSpPr>
          <p:nvPr>
            <p:ph type="body" idx="1"/>
          </p:nvPr>
        </p:nvSpPr>
        <p:spPr/>
        <p:txBody>
          <a:bodyPr/>
          <a:lstStyle/>
          <a:p>
            <a:pPr marL="0" indent="0">
              <a:buFont typeface="Arial" panose="020B0604020202020204" pitchFamily="34" charset="0"/>
              <a:buNone/>
            </a:pPr>
            <a:r>
              <a:rPr lang="en-US" b="1" dirty="0"/>
              <a:t>Flight Deck</a:t>
            </a:r>
            <a:r>
              <a:rPr lang="en-US" b="0" dirty="0"/>
              <a:t> (cockpit) </a:t>
            </a:r>
            <a:r>
              <a:rPr lang="en-US" dirty="0"/>
              <a:t>is where flight crew sites.  Contains flight control systems: avionics, communications, and navigational control.</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Cabin</a:t>
            </a:r>
            <a:r>
              <a:rPr lang="en-US" dirty="0"/>
              <a:t> is where the passengers sit, seats exist, etc.</a:t>
            </a:r>
            <a:br>
              <a:rPr lang="en-US" dirty="0"/>
            </a:br>
            <a:endParaRPr lang="en-US" dirty="0"/>
          </a:p>
          <a:p>
            <a:pPr marL="0" indent="0">
              <a:buFont typeface="Arial" panose="020B0604020202020204" pitchFamily="34" charset="0"/>
              <a:buNone/>
            </a:pPr>
            <a:r>
              <a:rPr lang="en-US" b="1" dirty="0"/>
              <a:t>Cargo Area </a:t>
            </a:r>
            <a:r>
              <a:rPr lang="en-US" dirty="0"/>
              <a:t>is where luggage is stowed</a:t>
            </a:r>
          </a:p>
          <a:p>
            <a:pPr marL="0" indent="0">
              <a:buFont typeface="Arial" panose="020B0604020202020204" pitchFamily="34" charse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Image Credits</a:t>
            </a:r>
            <a:r>
              <a:rPr lang="en-US" dirty="0"/>
              <a:t>:</a:t>
            </a:r>
          </a:p>
          <a:p>
            <a:pPr marL="171450" indent="-171450">
              <a:buFont typeface="Arial" panose="020B0604020202020204" pitchFamily="34" charset="0"/>
              <a:buChar char="•"/>
            </a:pPr>
            <a:r>
              <a:rPr lang="en-US" dirty="0"/>
              <a:t>Google "boeing.com 737 max” = (CC2) - https://commons.wikimedia.org/wiki/File:EGLF_-_Boeing_737_Max_-_N720IS_%2841646299740%29.jpg</a:t>
            </a:r>
          </a:p>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B940FDFB-438F-3660-C046-561387BF9074}"/>
              </a:ext>
            </a:extLst>
          </p:cNvPr>
          <p:cNvSpPr>
            <a:spLocks noGrp="1"/>
          </p:cNvSpPr>
          <p:nvPr>
            <p:ph type="sldNum" sz="quarter" idx="5"/>
          </p:nvPr>
        </p:nvSpPr>
        <p:spPr/>
        <p:txBody>
          <a:bodyPr/>
          <a:lstStyle/>
          <a:p>
            <a:fld id="{8D6C5DC3-924D-4CCC-8AC2-C41F495DFCEC}" type="slidenum">
              <a:rPr lang="en-US" smtClean="0"/>
              <a:t>6</a:t>
            </a:fld>
            <a:endParaRPr lang="en-US"/>
          </a:p>
        </p:txBody>
      </p:sp>
    </p:spTree>
    <p:extLst>
      <p:ext uri="{BB962C8B-B14F-4D97-AF65-F5344CB8AC3E}">
        <p14:creationId xmlns:p14="http://schemas.microsoft.com/office/powerpoint/2010/main" val="4149776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9AB90-4DEF-4A39-4E90-25FA768ED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B9EFD8-3696-157D-5EBF-6B1AE3E2D2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10A7F1-D8D3-E60A-3792-D17D2346DAFC}"/>
              </a:ext>
            </a:extLst>
          </p:cNvPr>
          <p:cNvSpPr>
            <a:spLocks noGrp="1"/>
          </p:cNvSpPr>
          <p:nvPr>
            <p:ph type="body" idx="1"/>
          </p:nvPr>
        </p:nvSpPr>
        <p:spPr/>
        <p:txBody>
          <a:bodyPr/>
          <a:lstStyle/>
          <a:p>
            <a:pPr marL="0" indent="0">
              <a:buFont typeface="Arial" panose="020B0604020202020204" pitchFamily="34" charset="0"/>
              <a:buNone/>
            </a:pPr>
            <a:r>
              <a:rPr lang="en-US" b="1" dirty="0"/>
              <a:t>Leading Edge </a:t>
            </a:r>
            <a:r>
              <a:rPr lang="en-US" dirty="0"/>
              <a:t>is front edge of wing that contacts air first during flight, separating it above and below for lift</a:t>
            </a:r>
            <a:br>
              <a:rPr lang="en-US" dirty="0"/>
            </a:br>
            <a:endParaRPr lang="en-US" dirty="0"/>
          </a:p>
          <a:p>
            <a:pPr marL="0" indent="0">
              <a:buFont typeface="Arial" panose="020B0604020202020204" pitchFamily="34" charset="0"/>
              <a:buNone/>
            </a:pPr>
            <a:r>
              <a:rPr lang="en-US" b="1" dirty="0"/>
              <a:t>Trailing Edge</a:t>
            </a:r>
            <a:r>
              <a:rPr lang="en-US" dirty="0"/>
              <a:t> is rear edge of wing where air flow comes back together with the top flow</a:t>
            </a:r>
            <a:br>
              <a:rPr lang="en-US" dirty="0"/>
            </a:br>
            <a:endParaRPr lang="en-US" dirty="0"/>
          </a:p>
          <a:p>
            <a:pPr marL="0" indent="0">
              <a:buFont typeface="Arial" panose="020B0604020202020204" pitchFamily="34" charset="0"/>
              <a:buNone/>
            </a:pPr>
            <a:r>
              <a:rPr lang="en-US" b="1" dirty="0"/>
              <a:t>Ailerons </a:t>
            </a:r>
            <a:r>
              <a:rPr lang="en-US" dirty="0"/>
              <a:t>are small flaps at the trailing edge of the wing, far out near the tip; used to roll a plane by moving the left and right ailerons in opposing directions (up and down).  Control pivoting around the longitudinal axis that runs nose to </a:t>
            </a:r>
            <a:r>
              <a:rPr lang="en-US" dirty="0" err="1"/>
              <a:t>tailtip</a:t>
            </a:r>
            <a:r>
              <a:rPr lang="en-US" dirty="0"/>
              <a:t>.</a:t>
            </a:r>
            <a:br>
              <a:rPr lang="en-US" dirty="0"/>
            </a:br>
            <a:endParaRPr lang="en-US" dirty="0"/>
          </a:p>
          <a:p>
            <a:pPr marL="0" indent="0">
              <a:buFont typeface="Arial" panose="020B0604020202020204" pitchFamily="34" charset="0"/>
              <a:buNone/>
            </a:pPr>
            <a:r>
              <a:rPr lang="en-US" b="1" dirty="0"/>
              <a:t>Flaps</a:t>
            </a:r>
            <a:r>
              <a:rPr lang="en-US" dirty="0"/>
              <a:t> are what you think of as the trailing edge hinged control surfaces that make the wing larger or smaller, deeper or shallower to reduce stall speed for landing, reduce drag for flight, etc.</a:t>
            </a:r>
          </a:p>
          <a:p>
            <a:pPr marL="0" indent="0">
              <a:buFont typeface="Arial" panose="020B0604020202020204" pitchFamily="34" charse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Image Credits</a:t>
            </a:r>
            <a:r>
              <a:rPr lang="en-US" dirty="0"/>
              <a:t>:</a:t>
            </a:r>
          </a:p>
          <a:p>
            <a:pPr marL="171450" indent="-171450">
              <a:buFont typeface="Arial" panose="020B0604020202020204" pitchFamily="34" charset="0"/>
              <a:buChar char="•"/>
            </a:pPr>
            <a:r>
              <a:rPr lang="en-US" dirty="0"/>
              <a:t>Google "boeing.com 737 max” = (CC2) - https://commons.wikimedia.org/wiki/File:EGLF_-_Boeing_737_Max_-_N720IS_%2841646299740%29.jpg</a:t>
            </a:r>
          </a:p>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F60A708E-E0CF-8D24-CAB7-18279AC14D0C}"/>
              </a:ext>
            </a:extLst>
          </p:cNvPr>
          <p:cNvSpPr>
            <a:spLocks noGrp="1"/>
          </p:cNvSpPr>
          <p:nvPr>
            <p:ph type="sldNum" sz="quarter" idx="5"/>
          </p:nvPr>
        </p:nvSpPr>
        <p:spPr/>
        <p:txBody>
          <a:bodyPr/>
          <a:lstStyle/>
          <a:p>
            <a:fld id="{8D6C5DC3-924D-4CCC-8AC2-C41F495DFCEC}" type="slidenum">
              <a:rPr lang="en-US" smtClean="0"/>
              <a:t>7</a:t>
            </a:fld>
            <a:endParaRPr lang="en-US"/>
          </a:p>
        </p:txBody>
      </p:sp>
    </p:spTree>
    <p:extLst>
      <p:ext uri="{BB962C8B-B14F-4D97-AF65-F5344CB8AC3E}">
        <p14:creationId xmlns:p14="http://schemas.microsoft.com/office/powerpoint/2010/main" val="3633448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4516B-9D98-5DAF-F681-AC006441B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25B30-D56D-CA5D-A5C2-C840B9BD07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5B27ED-A07D-8655-7405-EFCB132DE992}"/>
              </a:ext>
            </a:extLst>
          </p:cNvPr>
          <p:cNvSpPr>
            <a:spLocks noGrp="1"/>
          </p:cNvSpPr>
          <p:nvPr>
            <p:ph type="body" idx="1"/>
          </p:nvPr>
        </p:nvSpPr>
        <p:spPr/>
        <p:txBody>
          <a:bodyPr/>
          <a:lstStyle/>
          <a:p>
            <a:pPr marL="0" indent="0">
              <a:buFont typeface="Arial" panose="020B0604020202020204" pitchFamily="34" charset="0"/>
              <a:buNone/>
            </a:pPr>
            <a:r>
              <a:rPr lang="en-US" b="1" dirty="0"/>
              <a:t>Vertical Stabilizer </a:t>
            </a:r>
            <a:r>
              <a:rPr lang="en-US" dirty="0"/>
              <a:t>is the tail (the 90% that is stationary)</a:t>
            </a:r>
            <a:br>
              <a:rPr lang="en-US" dirty="0"/>
            </a:br>
            <a:endParaRPr lang="en-US" dirty="0"/>
          </a:p>
          <a:p>
            <a:pPr marL="0" indent="0">
              <a:buFont typeface="Arial" panose="020B0604020202020204" pitchFamily="34" charset="0"/>
              <a:buNone/>
            </a:pPr>
            <a:r>
              <a:rPr lang="en-US" b="1" dirty="0"/>
              <a:t>Rudder</a:t>
            </a:r>
            <a:r>
              <a:rPr lang="en-US" dirty="0"/>
              <a:t> is the hinged part of the tail that controls left to right turning about the vertical axis</a:t>
            </a:r>
            <a:br>
              <a:rPr lang="en-US" dirty="0"/>
            </a:br>
            <a:endParaRPr lang="en-US" dirty="0"/>
          </a:p>
          <a:p>
            <a:pPr marL="0" indent="0">
              <a:buFont typeface="Arial" panose="020B0604020202020204" pitchFamily="34" charset="0"/>
              <a:buNone/>
            </a:pPr>
            <a:r>
              <a:rPr lang="en-US" b="1" dirty="0"/>
              <a:t>Horizontal Stabilizer</a:t>
            </a:r>
            <a:r>
              <a:rPr lang="en-US" b="0" dirty="0"/>
              <a:t> is the small wing attached below the tail</a:t>
            </a:r>
            <a:br>
              <a:rPr lang="en-US" b="1" dirty="0"/>
            </a:br>
            <a:endParaRPr lang="en-US" dirty="0"/>
          </a:p>
          <a:p>
            <a:pPr marL="0" indent="0">
              <a:buFont typeface="Arial" panose="020B0604020202020204" pitchFamily="34" charset="0"/>
              <a:buNone/>
            </a:pPr>
            <a:r>
              <a:rPr lang="en-US" b="1" dirty="0"/>
              <a:t>Elevators</a:t>
            </a:r>
            <a:r>
              <a:rPr lang="en-US" dirty="0"/>
              <a:t> are the small hinged flaps on the horizontal stabilizer that </a:t>
            </a:r>
            <a:r>
              <a:rPr lang="en-US" b="0" dirty="0"/>
              <a:t>allow up or down pitch of the airplane along the lateral axis (wingtip to wingtip)</a:t>
            </a:r>
          </a:p>
          <a:p>
            <a:pPr marL="0" indent="0">
              <a:buFont typeface="Arial" panose="020B0604020202020204" pitchFamily="34" charset="0"/>
              <a:buNone/>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Image Credits</a:t>
            </a:r>
            <a:r>
              <a:rPr lang="en-US" dirty="0"/>
              <a:t>:</a:t>
            </a:r>
          </a:p>
          <a:p>
            <a:pPr marL="171450" indent="-171450">
              <a:buFont typeface="Arial" panose="020B0604020202020204" pitchFamily="34" charset="0"/>
              <a:buChar char="•"/>
            </a:pPr>
            <a:r>
              <a:rPr lang="en-US" dirty="0"/>
              <a:t>Google "boeing.com 737 max” = (CC2) - https://commons.wikimedia.org/wiki/File:EGLF_-_Boeing_737_Max_-_N720IS_%2841646299740%29.jpg</a:t>
            </a:r>
          </a:p>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E6370978-ED8E-0EAC-E80B-81A1CD0E379F}"/>
              </a:ext>
            </a:extLst>
          </p:cNvPr>
          <p:cNvSpPr>
            <a:spLocks noGrp="1"/>
          </p:cNvSpPr>
          <p:nvPr>
            <p:ph type="sldNum" sz="quarter" idx="5"/>
          </p:nvPr>
        </p:nvSpPr>
        <p:spPr/>
        <p:txBody>
          <a:bodyPr/>
          <a:lstStyle/>
          <a:p>
            <a:fld id="{8D6C5DC3-924D-4CCC-8AC2-C41F495DFCEC}" type="slidenum">
              <a:rPr lang="en-US" smtClean="0"/>
              <a:t>8</a:t>
            </a:fld>
            <a:endParaRPr lang="en-US"/>
          </a:p>
        </p:txBody>
      </p:sp>
    </p:spTree>
    <p:extLst>
      <p:ext uri="{BB962C8B-B14F-4D97-AF65-F5344CB8AC3E}">
        <p14:creationId xmlns:p14="http://schemas.microsoft.com/office/powerpoint/2010/main" val="1315673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883CD-1714-8C24-2224-8DBDED813E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6E5FF-13B9-0E9B-B750-75FB05CDF5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DDA35F-A4FE-B0C0-9CFF-8AF7F04E4BEA}"/>
              </a:ext>
            </a:extLst>
          </p:cNvPr>
          <p:cNvSpPr>
            <a:spLocks noGrp="1"/>
          </p:cNvSpPr>
          <p:nvPr>
            <p:ph type="body" idx="1"/>
          </p:nvPr>
        </p:nvSpPr>
        <p:spPr/>
        <p:txBody>
          <a:bodyPr/>
          <a:lstStyle/>
          <a:p>
            <a:pPr marL="171450" indent="-171450">
              <a:buFont typeface="Arial" panose="020B0604020202020204" pitchFamily="34" charset="0"/>
              <a:buChar char="•"/>
            </a:pPr>
            <a:r>
              <a:rPr lang="en-US" b="1" dirty="0"/>
              <a:t>Engine</a:t>
            </a:r>
            <a:r>
              <a:rPr lang="en-US" dirty="0"/>
              <a:t> for Thrust</a:t>
            </a:r>
            <a:br>
              <a:rPr lang="en-US" dirty="0"/>
            </a:br>
            <a:endParaRPr lang="en-US" dirty="0"/>
          </a:p>
          <a:p>
            <a:pPr marL="171450" indent="-171450">
              <a:buFont typeface="Arial" panose="020B0604020202020204" pitchFamily="34" charset="0"/>
              <a:buChar char="•"/>
            </a:pPr>
            <a:r>
              <a:rPr lang="en-US" b="1" dirty="0"/>
              <a:t>Nacelle</a:t>
            </a:r>
            <a:r>
              <a:rPr lang="en-US" dirty="0"/>
              <a:t> to cover it for aerodynamic flow (less drag)</a:t>
            </a:r>
            <a:br>
              <a:rPr lang="en-US" dirty="0"/>
            </a:br>
            <a:endParaRPr lang="en-US" dirty="0"/>
          </a:p>
          <a:p>
            <a:pPr marL="171450" indent="-171450">
              <a:buFont typeface="Arial" panose="020B0604020202020204" pitchFamily="34" charset="0"/>
              <a:buChar char="•"/>
            </a:pPr>
            <a:r>
              <a:rPr lang="en-US" b="1" dirty="0"/>
              <a:t>Pylon</a:t>
            </a:r>
            <a:r>
              <a:rPr lang="en-US" dirty="0"/>
              <a:t> to fasten it all to the wing</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Image Credits:</a:t>
            </a:r>
          </a:p>
          <a:p>
            <a:pPr marL="171450" indent="-171450">
              <a:buFont typeface="Arial" panose="020B0604020202020204" pitchFamily="34" charset="0"/>
              <a:buChar char="•"/>
            </a:pPr>
            <a:r>
              <a:rPr lang="en-US" dirty="0"/>
              <a:t>Google “</a:t>
            </a:r>
            <a:r>
              <a:rPr lang="fr-FR" dirty="0" err="1"/>
              <a:t>boeing</a:t>
            </a:r>
            <a:r>
              <a:rPr lang="fr-FR" dirty="0"/>
              <a:t> jet engine </a:t>
            </a:r>
            <a:r>
              <a:rPr lang="fr-FR" dirty="0" err="1"/>
              <a:t>pylon</a:t>
            </a:r>
            <a:r>
              <a:rPr lang="fr-FR" dirty="0"/>
              <a:t> nacelle </a:t>
            </a:r>
            <a:r>
              <a:rPr lang="fr-FR" dirty="0" err="1"/>
              <a:t>picture</a:t>
            </a:r>
            <a:r>
              <a:rPr lang="en-US" dirty="0"/>
              <a:t>“</a:t>
            </a:r>
            <a:r>
              <a:rPr lang="fr-FR" dirty="0"/>
              <a:t> = (CC2) - </a:t>
            </a:r>
            <a:r>
              <a:rPr lang="en-US" dirty="0"/>
              <a:t>https://commons.wikimedia.org/wiki/File:Rolls-Royce_Trent_1000_%287976551649%29.jpg</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34EF989-A77C-C3B4-B263-BEECE92C1651}"/>
              </a:ext>
            </a:extLst>
          </p:cNvPr>
          <p:cNvSpPr>
            <a:spLocks noGrp="1"/>
          </p:cNvSpPr>
          <p:nvPr>
            <p:ph type="sldNum" sz="quarter" idx="5"/>
          </p:nvPr>
        </p:nvSpPr>
        <p:spPr/>
        <p:txBody>
          <a:bodyPr/>
          <a:lstStyle/>
          <a:p>
            <a:fld id="{8D6C5DC3-924D-4CCC-8AC2-C41F495DFCEC}" type="slidenum">
              <a:rPr lang="en-US" smtClean="0"/>
              <a:t>9</a:t>
            </a:fld>
            <a:endParaRPr lang="en-US"/>
          </a:p>
        </p:txBody>
      </p:sp>
    </p:spTree>
    <p:extLst>
      <p:ext uri="{BB962C8B-B14F-4D97-AF65-F5344CB8AC3E}">
        <p14:creationId xmlns:p14="http://schemas.microsoft.com/office/powerpoint/2010/main" val="3940744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02DAC-32CD-E4FC-E331-25F82FA49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49381-6310-982A-6D07-8A5003E273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B6721D-AEBC-1468-02E5-ADF3485E32A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Image Credits</a:t>
            </a:r>
            <a:r>
              <a:rPr lang="en-US" dirty="0"/>
              <a:t>:</a:t>
            </a:r>
          </a:p>
          <a:p>
            <a:pPr marL="171450" indent="-171450">
              <a:buFont typeface="Arial" panose="020B0604020202020204" pitchFamily="34" charset="0"/>
              <a:buChar char="•"/>
            </a:pPr>
            <a:r>
              <a:rPr lang="en-US" dirty="0"/>
              <a:t>4 Forces = ChatGPT = me - “make a picture with </a:t>
            </a:r>
            <a:r>
              <a:rPr lang="en-US" dirty="0" err="1"/>
              <a:t>boeing</a:t>
            </a:r>
            <a:r>
              <a:rPr lang="en-US" dirty="0"/>
              <a:t> jet having red arrows depicting thrust, drag, lift, and gravity” &gt;&gt; “show the image from a side view”</a:t>
            </a:r>
          </a:p>
          <a:p>
            <a:pPr marL="171450" indent="-171450">
              <a:buFont typeface="Arial" panose="020B0604020202020204" pitchFamily="34" charset="0"/>
              <a:buChar char="•"/>
            </a:pPr>
            <a:r>
              <a:rPr lang="en-US" dirty="0"/>
              <a:t>Airfoil diagram = ChatGPT = me - “create diagram showing airfoil, lift, low pressure high velocity above, high pressure low velocity below”</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2967CA0-8E31-6311-40A4-F8460C056277}"/>
              </a:ext>
            </a:extLst>
          </p:cNvPr>
          <p:cNvSpPr>
            <a:spLocks noGrp="1"/>
          </p:cNvSpPr>
          <p:nvPr>
            <p:ph type="sldNum" sz="quarter" idx="5"/>
          </p:nvPr>
        </p:nvSpPr>
        <p:spPr/>
        <p:txBody>
          <a:bodyPr/>
          <a:lstStyle/>
          <a:p>
            <a:fld id="{8D6C5DC3-924D-4CCC-8AC2-C41F495DFCEC}" type="slidenum">
              <a:rPr lang="en-US" smtClean="0"/>
              <a:t>11</a:t>
            </a:fld>
            <a:endParaRPr lang="en-US"/>
          </a:p>
        </p:txBody>
      </p:sp>
    </p:spTree>
    <p:extLst>
      <p:ext uri="{BB962C8B-B14F-4D97-AF65-F5344CB8AC3E}">
        <p14:creationId xmlns:p14="http://schemas.microsoft.com/office/powerpoint/2010/main" val="2665725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C7C0D-BBC4-159D-34C7-2D50E18A7B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647FF-23D3-74F5-7EC2-3A91803ADA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BF7E89-E7C4-CEDD-3416-B64EAB82D702}"/>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DC53BE4-B154-8E8F-3EB5-9703DCA4F29F}"/>
              </a:ext>
            </a:extLst>
          </p:cNvPr>
          <p:cNvSpPr>
            <a:spLocks noGrp="1"/>
          </p:cNvSpPr>
          <p:nvPr>
            <p:ph type="sldNum" sz="quarter" idx="5"/>
          </p:nvPr>
        </p:nvSpPr>
        <p:spPr/>
        <p:txBody>
          <a:bodyPr/>
          <a:lstStyle/>
          <a:p>
            <a:fld id="{8D6C5DC3-924D-4CCC-8AC2-C41F495DFCEC}" type="slidenum">
              <a:rPr lang="en-US" smtClean="0"/>
              <a:t>12</a:t>
            </a:fld>
            <a:endParaRPr lang="en-US"/>
          </a:p>
        </p:txBody>
      </p:sp>
    </p:spTree>
    <p:extLst>
      <p:ext uri="{BB962C8B-B14F-4D97-AF65-F5344CB8AC3E}">
        <p14:creationId xmlns:p14="http://schemas.microsoft.com/office/powerpoint/2010/main" val="1705868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EFE57-7CA1-1F08-40B4-7752B89CF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3B1B3-B826-C16C-582D-0AF1300AB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EF43A-92BE-B2AD-DE41-70701A517904}"/>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08BB0F8-DF6E-284F-F4D7-5190108C3E1E}"/>
              </a:ext>
            </a:extLst>
          </p:cNvPr>
          <p:cNvSpPr>
            <a:spLocks noGrp="1"/>
          </p:cNvSpPr>
          <p:nvPr>
            <p:ph type="sldNum" sz="quarter" idx="5"/>
          </p:nvPr>
        </p:nvSpPr>
        <p:spPr/>
        <p:txBody>
          <a:bodyPr/>
          <a:lstStyle/>
          <a:p>
            <a:fld id="{8D6C5DC3-924D-4CCC-8AC2-C41F495DFCEC}" type="slidenum">
              <a:rPr lang="en-US" smtClean="0"/>
              <a:t>14</a:t>
            </a:fld>
            <a:endParaRPr lang="en-US"/>
          </a:p>
        </p:txBody>
      </p:sp>
    </p:spTree>
    <p:extLst>
      <p:ext uri="{BB962C8B-B14F-4D97-AF65-F5344CB8AC3E}">
        <p14:creationId xmlns:p14="http://schemas.microsoft.com/office/powerpoint/2010/main" val="3036167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0AC29-C8D1-9E46-6815-6B5A22B9FF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6B541-2757-CEE8-E75E-FAFE3599CA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CC520D-05B5-ED46-EB26-667706D9E26A}"/>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047072B-F1B6-FCFA-143F-0A4B57014726}"/>
              </a:ext>
            </a:extLst>
          </p:cNvPr>
          <p:cNvSpPr>
            <a:spLocks noGrp="1"/>
          </p:cNvSpPr>
          <p:nvPr>
            <p:ph type="sldNum" sz="quarter" idx="5"/>
          </p:nvPr>
        </p:nvSpPr>
        <p:spPr/>
        <p:txBody>
          <a:bodyPr/>
          <a:lstStyle/>
          <a:p>
            <a:fld id="{8D6C5DC3-924D-4CCC-8AC2-C41F495DFCEC}" type="slidenum">
              <a:rPr lang="en-US" smtClean="0"/>
              <a:t>15</a:t>
            </a:fld>
            <a:endParaRPr lang="en-US"/>
          </a:p>
        </p:txBody>
      </p:sp>
    </p:spTree>
    <p:extLst>
      <p:ext uri="{BB962C8B-B14F-4D97-AF65-F5344CB8AC3E}">
        <p14:creationId xmlns:p14="http://schemas.microsoft.com/office/powerpoint/2010/main" val="66609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96A15-4627-A2B7-B23E-2AC252B87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1D323-39FD-6977-01F7-412F0DE61A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A71F59-B048-3D2A-8AFA-5907E8E6EC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F92962-9A43-C2C2-7107-AD8564EA2217}"/>
              </a:ext>
            </a:extLst>
          </p:cNvPr>
          <p:cNvSpPr>
            <a:spLocks noGrp="1"/>
          </p:cNvSpPr>
          <p:nvPr>
            <p:ph type="sldNum" sz="quarter" idx="5"/>
          </p:nvPr>
        </p:nvSpPr>
        <p:spPr/>
        <p:txBody>
          <a:bodyPr/>
          <a:lstStyle/>
          <a:p>
            <a:fld id="{8D6C5DC3-924D-4CCC-8AC2-C41F495DFCEC}" type="slidenum">
              <a:rPr lang="en-US" smtClean="0"/>
              <a:t>16</a:t>
            </a:fld>
            <a:endParaRPr lang="en-US"/>
          </a:p>
        </p:txBody>
      </p:sp>
    </p:spTree>
    <p:extLst>
      <p:ext uri="{BB962C8B-B14F-4D97-AF65-F5344CB8AC3E}">
        <p14:creationId xmlns:p14="http://schemas.microsoft.com/office/powerpoint/2010/main" val="1906668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D15C1-84CC-EEE0-CBCB-C245AB2679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664659B-F5CE-2C12-1D92-6E223AC109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12623B-81BF-990E-3ACB-5CA309299A95}"/>
              </a:ext>
            </a:extLst>
          </p:cNvPr>
          <p:cNvSpPr>
            <a:spLocks noGrp="1"/>
          </p:cNvSpPr>
          <p:nvPr>
            <p:ph type="dt" sz="half" idx="10"/>
          </p:nvPr>
        </p:nvSpPr>
        <p:spPr/>
        <p:txBody>
          <a:bodyPr/>
          <a:lstStyle/>
          <a:p>
            <a:fld id="{1713CB3A-421F-449A-812E-48DCB561FD82}" type="datetimeFigureOut">
              <a:rPr lang="en-US" smtClean="0"/>
              <a:t>2/26/2026</a:t>
            </a:fld>
            <a:endParaRPr lang="en-US"/>
          </a:p>
        </p:txBody>
      </p:sp>
      <p:sp>
        <p:nvSpPr>
          <p:cNvPr id="5" name="Footer Placeholder 4">
            <a:extLst>
              <a:ext uri="{FF2B5EF4-FFF2-40B4-BE49-F238E27FC236}">
                <a16:creationId xmlns:a16="http://schemas.microsoft.com/office/drawing/2014/main" id="{D48964EA-4612-FB8A-444F-5DC9FB1160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02088-3C09-7104-29AD-731E043194A3}"/>
              </a:ext>
            </a:extLst>
          </p:cNvPr>
          <p:cNvSpPr>
            <a:spLocks noGrp="1"/>
          </p:cNvSpPr>
          <p:nvPr>
            <p:ph type="sldNum" sz="quarter" idx="12"/>
          </p:nvPr>
        </p:nvSpPr>
        <p:spPr/>
        <p:txBody>
          <a:bodyPr/>
          <a:lstStyle/>
          <a:p>
            <a:fld id="{00D24C4F-C79C-448A-ACAF-47782E3A9280}" type="slidenum">
              <a:rPr lang="en-US" smtClean="0"/>
              <a:t>‹#›</a:t>
            </a:fld>
            <a:endParaRPr lang="en-US"/>
          </a:p>
        </p:txBody>
      </p:sp>
    </p:spTree>
    <p:extLst>
      <p:ext uri="{BB962C8B-B14F-4D97-AF65-F5344CB8AC3E}">
        <p14:creationId xmlns:p14="http://schemas.microsoft.com/office/powerpoint/2010/main" val="683830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EE48F-7ED2-80D8-BD90-C5526A198B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92A3BB-ECB0-8233-8797-5CC5C49CB4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BD7609-6178-0D90-C28E-84CC3A2E4020}"/>
              </a:ext>
            </a:extLst>
          </p:cNvPr>
          <p:cNvSpPr>
            <a:spLocks noGrp="1"/>
          </p:cNvSpPr>
          <p:nvPr>
            <p:ph type="dt" sz="half" idx="10"/>
          </p:nvPr>
        </p:nvSpPr>
        <p:spPr/>
        <p:txBody>
          <a:bodyPr/>
          <a:lstStyle/>
          <a:p>
            <a:fld id="{1713CB3A-421F-449A-812E-48DCB561FD82}" type="datetimeFigureOut">
              <a:rPr lang="en-US" smtClean="0"/>
              <a:t>2/26/2026</a:t>
            </a:fld>
            <a:endParaRPr lang="en-US"/>
          </a:p>
        </p:txBody>
      </p:sp>
      <p:sp>
        <p:nvSpPr>
          <p:cNvPr id="5" name="Footer Placeholder 4">
            <a:extLst>
              <a:ext uri="{FF2B5EF4-FFF2-40B4-BE49-F238E27FC236}">
                <a16:creationId xmlns:a16="http://schemas.microsoft.com/office/drawing/2014/main" id="{1545B026-6539-D730-B2D8-84844CCB3C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49CC90-E494-F299-B9B0-FC8AFCF89990}"/>
              </a:ext>
            </a:extLst>
          </p:cNvPr>
          <p:cNvSpPr>
            <a:spLocks noGrp="1"/>
          </p:cNvSpPr>
          <p:nvPr>
            <p:ph type="sldNum" sz="quarter" idx="12"/>
          </p:nvPr>
        </p:nvSpPr>
        <p:spPr/>
        <p:txBody>
          <a:bodyPr/>
          <a:lstStyle/>
          <a:p>
            <a:fld id="{00D24C4F-C79C-448A-ACAF-47782E3A9280}" type="slidenum">
              <a:rPr lang="en-US" smtClean="0"/>
              <a:t>‹#›</a:t>
            </a:fld>
            <a:endParaRPr lang="en-US"/>
          </a:p>
        </p:txBody>
      </p:sp>
    </p:spTree>
    <p:extLst>
      <p:ext uri="{BB962C8B-B14F-4D97-AF65-F5344CB8AC3E}">
        <p14:creationId xmlns:p14="http://schemas.microsoft.com/office/powerpoint/2010/main" val="1959079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CF30B-7150-0ED7-E6E6-C9553BBBAF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DA37B4-D193-0C8A-B351-AA7E58A94D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E401C-5DB6-97AD-D28B-5332BC79B585}"/>
              </a:ext>
            </a:extLst>
          </p:cNvPr>
          <p:cNvSpPr>
            <a:spLocks noGrp="1"/>
          </p:cNvSpPr>
          <p:nvPr>
            <p:ph type="dt" sz="half" idx="10"/>
          </p:nvPr>
        </p:nvSpPr>
        <p:spPr/>
        <p:txBody>
          <a:bodyPr/>
          <a:lstStyle/>
          <a:p>
            <a:fld id="{1713CB3A-421F-449A-812E-48DCB561FD82}" type="datetimeFigureOut">
              <a:rPr lang="en-US" smtClean="0"/>
              <a:t>2/26/2026</a:t>
            </a:fld>
            <a:endParaRPr lang="en-US"/>
          </a:p>
        </p:txBody>
      </p:sp>
      <p:sp>
        <p:nvSpPr>
          <p:cNvPr id="5" name="Footer Placeholder 4">
            <a:extLst>
              <a:ext uri="{FF2B5EF4-FFF2-40B4-BE49-F238E27FC236}">
                <a16:creationId xmlns:a16="http://schemas.microsoft.com/office/drawing/2014/main" id="{AF9E348D-563A-6A5F-8005-DE30889D7E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3C182C-2464-768F-8AA8-36F0598F37E7}"/>
              </a:ext>
            </a:extLst>
          </p:cNvPr>
          <p:cNvSpPr>
            <a:spLocks noGrp="1"/>
          </p:cNvSpPr>
          <p:nvPr>
            <p:ph type="sldNum" sz="quarter" idx="12"/>
          </p:nvPr>
        </p:nvSpPr>
        <p:spPr/>
        <p:txBody>
          <a:bodyPr/>
          <a:lstStyle/>
          <a:p>
            <a:fld id="{00D24C4F-C79C-448A-ACAF-47782E3A9280}" type="slidenum">
              <a:rPr lang="en-US" smtClean="0"/>
              <a:t>‹#›</a:t>
            </a:fld>
            <a:endParaRPr lang="en-US"/>
          </a:p>
        </p:txBody>
      </p:sp>
    </p:spTree>
    <p:extLst>
      <p:ext uri="{BB962C8B-B14F-4D97-AF65-F5344CB8AC3E}">
        <p14:creationId xmlns:p14="http://schemas.microsoft.com/office/powerpoint/2010/main" val="109176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8B2CC-E001-6FEB-6064-D627425DBD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F17DF0-5737-9151-AC49-76A062E1FD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ABE207-8B94-E197-C0F9-42DC6228A6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545BC8-3614-BE70-7726-BD22C419760C}"/>
              </a:ext>
            </a:extLst>
          </p:cNvPr>
          <p:cNvSpPr>
            <a:spLocks noGrp="1"/>
          </p:cNvSpPr>
          <p:nvPr>
            <p:ph type="dt" sz="half" idx="10"/>
          </p:nvPr>
        </p:nvSpPr>
        <p:spPr/>
        <p:txBody>
          <a:bodyPr/>
          <a:lstStyle/>
          <a:p>
            <a:fld id="{1713CB3A-421F-449A-812E-48DCB561FD82}" type="datetimeFigureOut">
              <a:rPr lang="en-US" smtClean="0"/>
              <a:t>2/26/2026</a:t>
            </a:fld>
            <a:endParaRPr lang="en-US"/>
          </a:p>
        </p:txBody>
      </p:sp>
      <p:sp>
        <p:nvSpPr>
          <p:cNvPr id="6" name="Footer Placeholder 5">
            <a:extLst>
              <a:ext uri="{FF2B5EF4-FFF2-40B4-BE49-F238E27FC236}">
                <a16:creationId xmlns:a16="http://schemas.microsoft.com/office/drawing/2014/main" id="{D6DDDDBC-C94C-036C-B428-163471C106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08B396-78AC-7D5F-E37D-29559C9E24BF}"/>
              </a:ext>
            </a:extLst>
          </p:cNvPr>
          <p:cNvSpPr>
            <a:spLocks noGrp="1"/>
          </p:cNvSpPr>
          <p:nvPr>
            <p:ph type="sldNum" sz="quarter" idx="12"/>
          </p:nvPr>
        </p:nvSpPr>
        <p:spPr/>
        <p:txBody>
          <a:bodyPr/>
          <a:lstStyle/>
          <a:p>
            <a:fld id="{00D24C4F-C79C-448A-ACAF-47782E3A9280}" type="slidenum">
              <a:rPr lang="en-US" smtClean="0"/>
              <a:t>‹#›</a:t>
            </a:fld>
            <a:endParaRPr lang="en-US"/>
          </a:p>
        </p:txBody>
      </p:sp>
    </p:spTree>
    <p:extLst>
      <p:ext uri="{BB962C8B-B14F-4D97-AF65-F5344CB8AC3E}">
        <p14:creationId xmlns:p14="http://schemas.microsoft.com/office/powerpoint/2010/main" val="3168121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460E4-E6D7-914C-05FE-D3A4A0CC8BC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42A3F5-FB61-072B-4456-654D9BFA84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1B57AB-FBBA-07CE-376E-F2F05C8007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0F9EDC-966D-C183-C4A3-ECEB970AE1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71FA8A-1F68-F92D-AE01-AF4521497C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04EACD-A78D-DE92-67FD-EC32B61B09D1}"/>
              </a:ext>
            </a:extLst>
          </p:cNvPr>
          <p:cNvSpPr>
            <a:spLocks noGrp="1"/>
          </p:cNvSpPr>
          <p:nvPr>
            <p:ph type="dt" sz="half" idx="10"/>
          </p:nvPr>
        </p:nvSpPr>
        <p:spPr/>
        <p:txBody>
          <a:bodyPr/>
          <a:lstStyle/>
          <a:p>
            <a:fld id="{1713CB3A-421F-449A-812E-48DCB561FD82}" type="datetimeFigureOut">
              <a:rPr lang="en-US" smtClean="0"/>
              <a:t>2/26/2026</a:t>
            </a:fld>
            <a:endParaRPr lang="en-US"/>
          </a:p>
        </p:txBody>
      </p:sp>
      <p:sp>
        <p:nvSpPr>
          <p:cNvPr id="8" name="Footer Placeholder 7">
            <a:extLst>
              <a:ext uri="{FF2B5EF4-FFF2-40B4-BE49-F238E27FC236}">
                <a16:creationId xmlns:a16="http://schemas.microsoft.com/office/drawing/2014/main" id="{5B4B9899-FED4-AD39-799A-EC10C7B38A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547495-266A-D1B8-FE4C-CFA413268A4C}"/>
              </a:ext>
            </a:extLst>
          </p:cNvPr>
          <p:cNvSpPr>
            <a:spLocks noGrp="1"/>
          </p:cNvSpPr>
          <p:nvPr>
            <p:ph type="sldNum" sz="quarter" idx="12"/>
          </p:nvPr>
        </p:nvSpPr>
        <p:spPr/>
        <p:txBody>
          <a:bodyPr/>
          <a:lstStyle/>
          <a:p>
            <a:fld id="{00D24C4F-C79C-448A-ACAF-47782E3A9280}" type="slidenum">
              <a:rPr lang="en-US" smtClean="0"/>
              <a:t>‹#›</a:t>
            </a:fld>
            <a:endParaRPr lang="en-US"/>
          </a:p>
        </p:txBody>
      </p:sp>
    </p:spTree>
    <p:extLst>
      <p:ext uri="{BB962C8B-B14F-4D97-AF65-F5344CB8AC3E}">
        <p14:creationId xmlns:p14="http://schemas.microsoft.com/office/powerpoint/2010/main" val="2837532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4215D-CB87-3476-6855-21C4340E4AC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4404DB-D24F-72FC-6A8A-7656000A4439}"/>
              </a:ext>
            </a:extLst>
          </p:cNvPr>
          <p:cNvSpPr>
            <a:spLocks noGrp="1"/>
          </p:cNvSpPr>
          <p:nvPr>
            <p:ph type="dt" sz="half" idx="10"/>
          </p:nvPr>
        </p:nvSpPr>
        <p:spPr/>
        <p:txBody>
          <a:bodyPr/>
          <a:lstStyle/>
          <a:p>
            <a:fld id="{1713CB3A-421F-449A-812E-48DCB561FD82}" type="datetimeFigureOut">
              <a:rPr lang="en-US" smtClean="0"/>
              <a:t>2/26/2026</a:t>
            </a:fld>
            <a:endParaRPr lang="en-US"/>
          </a:p>
        </p:txBody>
      </p:sp>
      <p:sp>
        <p:nvSpPr>
          <p:cNvPr id="4" name="Footer Placeholder 3">
            <a:extLst>
              <a:ext uri="{FF2B5EF4-FFF2-40B4-BE49-F238E27FC236}">
                <a16:creationId xmlns:a16="http://schemas.microsoft.com/office/drawing/2014/main" id="{47F536A4-759F-382F-443B-DE2367556D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50FAAD-D97A-B088-D2DC-C6240ADB8DF6}"/>
              </a:ext>
            </a:extLst>
          </p:cNvPr>
          <p:cNvSpPr>
            <a:spLocks noGrp="1"/>
          </p:cNvSpPr>
          <p:nvPr>
            <p:ph type="sldNum" sz="quarter" idx="12"/>
          </p:nvPr>
        </p:nvSpPr>
        <p:spPr/>
        <p:txBody>
          <a:bodyPr/>
          <a:lstStyle/>
          <a:p>
            <a:fld id="{00D24C4F-C79C-448A-ACAF-47782E3A9280}" type="slidenum">
              <a:rPr lang="en-US" smtClean="0"/>
              <a:t>‹#›</a:t>
            </a:fld>
            <a:endParaRPr lang="en-US"/>
          </a:p>
        </p:txBody>
      </p:sp>
    </p:spTree>
    <p:extLst>
      <p:ext uri="{BB962C8B-B14F-4D97-AF65-F5344CB8AC3E}">
        <p14:creationId xmlns:p14="http://schemas.microsoft.com/office/powerpoint/2010/main" val="965134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9B4158-A2F1-417D-F8CE-8FBC9884B074}"/>
              </a:ext>
            </a:extLst>
          </p:cNvPr>
          <p:cNvSpPr>
            <a:spLocks noGrp="1"/>
          </p:cNvSpPr>
          <p:nvPr>
            <p:ph type="dt" sz="half" idx="10"/>
          </p:nvPr>
        </p:nvSpPr>
        <p:spPr/>
        <p:txBody>
          <a:bodyPr/>
          <a:lstStyle/>
          <a:p>
            <a:fld id="{1713CB3A-421F-449A-812E-48DCB561FD82}" type="datetimeFigureOut">
              <a:rPr lang="en-US" smtClean="0"/>
              <a:t>2/26/2026</a:t>
            </a:fld>
            <a:endParaRPr lang="en-US"/>
          </a:p>
        </p:txBody>
      </p:sp>
      <p:sp>
        <p:nvSpPr>
          <p:cNvPr id="3" name="Footer Placeholder 2">
            <a:extLst>
              <a:ext uri="{FF2B5EF4-FFF2-40B4-BE49-F238E27FC236}">
                <a16:creationId xmlns:a16="http://schemas.microsoft.com/office/drawing/2014/main" id="{090BB6CE-D0CA-B674-EB75-B42D58437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39C3D9-3489-A16A-FAB7-2ADF67B45014}"/>
              </a:ext>
            </a:extLst>
          </p:cNvPr>
          <p:cNvSpPr>
            <a:spLocks noGrp="1"/>
          </p:cNvSpPr>
          <p:nvPr>
            <p:ph type="sldNum" sz="quarter" idx="12"/>
          </p:nvPr>
        </p:nvSpPr>
        <p:spPr/>
        <p:txBody>
          <a:bodyPr/>
          <a:lstStyle/>
          <a:p>
            <a:fld id="{00D24C4F-C79C-448A-ACAF-47782E3A9280}" type="slidenum">
              <a:rPr lang="en-US" smtClean="0"/>
              <a:t>‹#›</a:t>
            </a:fld>
            <a:endParaRPr lang="en-US"/>
          </a:p>
        </p:txBody>
      </p:sp>
    </p:spTree>
    <p:extLst>
      <p:ext uri="{BB962C8B-B14F-4D97-AF65-F5344CB8AC3E}">
        <p14:creationId xmlns:p14="http://schemas.microsoft.com/office/powerpoint/2010/main" val="4220222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AE513-380B-CFE8-B7CC-855015F383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C78C4D-FC25-52C8-D73D-6BB49D3547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9716CED-64DB-CD88-625E-AFFD9E149C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281E7A-FBF3-F421-1FC5-A36B24B3F299}"/>
              </a:ext>
            </a:extLst>
          </p:cNvPr>
          <p:cNvSpPr>
            <a:spLocks noGrp="1"/>
          </p:cNvSpPr>
          <p:nvPr>
            <p:ph type="dt" sz="half" idx="10"/>
          </p:nvPr>
        </p:nvSpPr>
        <p:spPr/>
        <p:txBody>
          <a:bodyPr/>
          <a:lstStyle/>
          <a:p>
            <a:fld id="{1713CB3A-421F-449A-812E-48DCB561FD82}" type="datetimeFigureOut">
              <a:rPr lang="en-US" smtClean="0"/>
              <a:t>2/26/2026</a:t>
            </a:fld>
            <a:endParaRPr lang="en-US"/>
          </a:p>
        </p:txBody>
      </p:sp>
      <p:sp>
        <p:nvSpPr>
          <p:cNvPr id="6" name="Footer Placeholder 5">
            <a:extLst>
              <a:ext uri="{FF2B5EF4-FFF2-40B4-BE49-F238E27FC236}">
                <a16:creationId xmlns:a16="http://schemas.microsoft.com/office/drawing/2014/main" id="{971ACAA6-181F-DC9B-00C0-FCEA6D2C16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C5CFE6-631C-8BAF-DF37-44251EEE870D}"/>
              </a:ext>
            </a:extLst>
          </p:cNvPr>
          <p:cNvSpPr>
            <a:spLocks noGrp="1"/>
          </p:cNvSpPr>
          <p:nvPr>
            <p:ph type="sldNum" sz="quarter" idx="12"/>
          </p:nvPr>
        </p:nvSpPr>
        <p:spPr/>
        <p:txBody>
          <a:bodyPr/>
          <a:lstStyle/>
          <a:p>
            <a:fld id="{00D24C4F-C79C-448A-ACAF-47782E3A9280}" type="slidenum">
              <a:rPr lang="en-US" smtClean="0"/>
              <a:t>‹#›</a:t>
            </a:fld>
            <a:endParaRPr lang="en-US"/>
          </a:p>
        </p:txBody>
      </p:sp>
    </p:spTree>
    <p:extLst>
      <p:ext uri="{BB962C8B-B14F-4D97-AF65-F5344CB8AC3E}">
        <p14:creationId xmlns:p14="http://schemas.microsoft.com/office/powerpoint/2010/main" val="1448496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D8A70-E034-DAFD-1DE9-87DF8280D5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2A60F12-8CD5-8461-E2F2-20FF52CE8E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0D7241-8F22-12F0-FD06-5CCC0DECC2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9E5BDB-08A2-6A93-9FD3-1E0C0D4589AC}"/>
              </a:ext>
            </a:extLst>
          </p:cNvPr>
          <p:cNvSpPr>
            <a:spLocks noGrp="1"/>
          </p:cNvSpPr>
          <p:nvPr>
            <p:ph type="dt" sz="half" idx="10"/>
          </p:nvPr>
        </p:nvSpPr>
        <p:spPr/>
        <p:txBody>
          <a:bodyPr/>
          <a:lstStyle/>
          <a:p>
            <a:fld id="{1713CB3A-421F-449A-812E-48DCB561FD82}" type="datetimeFigureOut">
              <a:rPr lang="en-US" smtClean="0"/>
              <a:t>2/26/2026</a:t>
            </a:fld>
            <a:endParaRPr lang="en-US"/>
          </a:p>
        </p:txBody>
      </p:sp>
      <p:sp>
        <p:nvSpPr>
          <p:cNvPr id="6" name="Footer Placeholder 5">
            <a:extLst>
              <a:ext uri="{FF2B5EF4-FFF2-40B4-BE49-F238E27FC236}">
                <a16:creationId xmlns:a16="http://schemas.microsoft.com/office/drawing/2014/main" id="{F8F1B011-2E92-944F-AF0A-E68C37B13C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15B038-2849-1F89-3164-3D92FE522BB2}"/>
              </a:ext>
            </a:extLst>
          </p:cNvPr>
          <p:cNvSpPr>
            <a:spLocks noGrp="1"/>
          </p:cNvSpPr>
          <p:nvPr>
            <p:ph type="sldNum" sz="quarter" idx="12"/>
          </p:nvPr>
        </p:nvSpPr>
        <p:spPr/>
        <p:txBody>
          <a:bodyPr/>
          <a:lstStyle/>
          <a:p>
            <a:fld id="{00D24C4F-C79C-448A-ACAF-47782E3A9280}" type="slidenum">
              <a:rPr lang="en-US" smtClean="0"/>
              <a:t>‹#›</a:t>
            </a:fld>
            <a:endParaRPr lang="en-US"/>
          </a:p>
        </p:txBody>
      </p:sp>
    </p:spTree>
    <p:extLst>
      <p:ext uri="{BB962C8B-B14F-4D97-AF65-F5344CB8AC3E}">
        <p14:creationId xmlns:p14="http://schemas.microsoft.com/office/powerpoint/2010/main" val="1231757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3D89E-2CFF-BD9E-C535-723430D53A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C0AF9D-365E-4617-6D43-0874F8742D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30B06A-04D7-EA5F-7C46-B7EEE09DDB5D}"/>
              </a:ext>
            </a:extLst>
          </p:cNvPr>
          <p:cNvSpPr>
            <a:spLocks noGrp="1"/>
          </p:cNvSpPr>
          <p:nvPr>
            <p:ph type="dt" sz="half" idx="10"/>
          </p:nvPr>
        </p:nvSpPr>
        <p:spPr/>
        <p:txBody>
          <a:bodyPr/>
          <a:lstStyle/>
          <a:p>
            <a:fld id="{1713CB3A-421F-449A-812E-48DCB561FD82}" type="datetimeFigureOut">
              <a:rPr lang="en-US" smtClean="0"/>
              <a:t>2/26/2026</a:t>
            </a:fld>
            <a:endParaRPr lang="en-US"/>
          </a:p>
        </p:txBody>
      </p:sp>
      <p:sp>
        <p:nvSpPr>
          <p:cNvPr id="5" name="Footer Placeholder 4">
            <a:extLst>
              <a:ext uri="{FF2B5EF4-FFF2-40B4-BE49-F238E27FC236}">
                <a16:creationId xmlns:a16="http://schemas.microsoft.com/office/drawing/2014/main" id="{A7F5EB62-EDA9-9D63-F483-0230DB7369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1979AE-F45C-18C3-27EB-B505AB2520FB}"/>
              </a:ext>
            </a:extLst>
          </p:cNvPr>
          <p:cNvSpPr>
            <a:spLocks noGrp="1"/>
          </p:cNvSpPr>
          <p:nvPr>
            <p:ph type="sldNum" sz="quarter" idx="12"/>
          </p:nvPr>
        </p:nvSpPr>
        <p:spPr/>
        <p:txBody>
          <a:bodyPr/>
          <a:lstStyle/>
          <a:p>
            <a:fld id="{00D24C4F-C79C-448A-ACAF-47782E3A9280}" type="slidenum">
              <a:rPr lang="en-US" smtClean="0"/>
              <a:t>‹#›</a:t>
            </a:fld>
            <a:endParaRPr lang="en-US"/>
          </a:p>
        </p:txBody>
      </p:sp>
    </p:spTree>
    <p:extLst>
      <p:ext uri="{BB962C8B-B14F-4D97-AF65-F5344CB8AC3E}">
        <p14:creationId xmlns:p14="http://schemas.microsoft.com/office/powerpoint/2010/main" val="260230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51504-323D-A82A-B71D-6AE1C21B88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D35884-52DC-2C85-910E-C80C580666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3032BF-7EA6-1641-97FC-D736EAE5272E}"/>
              </a:ext>
            </a:extLst>
          </p:cNvPr>
          <p:cNvSpPr>
            <a:spLocks noGrp="1"/>
          </p:cNvSpPr>
          <p:nvPr>
            <p:ph type="dt" sz="half" idx="10"/>
          </p:nvPr>
        </p:nvSpPr>
        <p:spPr/>
        <p:txBody>
          <a:bodyPr/>
          <a:lstStyle/>
          <a:p>
            <a:fld id="{1713CB3A-421F-449A-812E-48DCB561FD82}" type="datetimeFigureOut">
              <a:rPr lang="en-US" smtClean="0"/>
              <a:t>2/26/2026</a:t>
            </a:fld>
            <a:endParaRPr lang="en-US"/>
          </a:p>
        </p:txBody>
      </p:sp>
      <p:sp>
        <p:nvSpPr>
          <p:cNvPr id="5" name="Footer Placeholder 4">
            <a:extLst>
              <a:ext uri="{FF2B5EF4-FFF2-40B4-BE49-F238E27FC236}">
                <a16:creationId xmlns:a16="http://schemas.microsoft.com/office/drawing/2014/main" id="{13290B22-51BF-FC5C-ABCE-9043DC7609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6E811A-D2F8-56F9-6D7B-5E23FDA14559}"/>
              </a:ext>
            </a:extLst>
          </p:cNvPr>
          <p:cNvSpPr>
            <a:spLocks noGrp="1"/>
          </p:cNvSpPr>
          <p:nvPr>
            <p:ph type="sldNum" sz="quarter" idx="12"/>
          </p:nvPr>
        </p:nvSpPr>
        <p:spPr/>
        <p:txBody>
          <a:bodyPr/>
          <a:lstStyle/>
          <a:p>
            <a:fld id="{00D24C4F-C79C-448A-ACAF-47782E3A9280}" type="slidenum">
              <a:rPr lang="en-US" smtClean="0"/>
              <a:t>‹#›</a:t>
            </a:fld>
            <a:endParaRPr lang="en-US"/>
          </a:p>
        </p:txBody>
      </p:sp>
    </p:spTree>
    <p:extLst>
      <p:ext uri="{BB962C8B-B14F-4D97-AF65-F5344CB8AC3E}">
        <p14:creationId xmlns:p14="http://schemas.microsoft.com/office/powerpoint/2010/main" val="519300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EC0D68-9060-9B0C-AB26-A675713C9D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AD701D-74CC-8F92-3467-3B0617CB47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DEB3B4-CB27-7404-F86B-07BD203E9C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713CB3A-421F-449A-812E-48DCB561FD82}" type="datetimeFigureOut">
              <a:rPr lang="en-US" smtClean="0"/>
              <a:t>2/26/2026</a:t>
            </a:fld>
            <a:endParaRPr lang="en-US"/>
          </a:p>
        </p:txBody>
      </p:sp>
      <p:sp>
        <p:nvSpPr>
          <p:cNvPr id="5" name="Footer Placeholder 4">
            <a:extLst>
              <a:ext uri="{FF2B5EF4-FFF2-40B4-BE49-F238E27FC236}">
                <a16:creationId xmlns:a16="http://schemas.microsoft.com/office/drawing/2014/main" id="{0CB8AB55-A2AC-B783-4BA6-179DFECD66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1D30915-9A50-EF7F-BF0A-6DEA0AE483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D24C4F-C79C-448A-ACAF-47782E3A9280}" type="slidenum">
              <a:rPr lang="en-US" smtClean="0"/>
              <a:t>‹#›</a:t>
            </a:fld>
            <a:endParaRPr lang="en-US"/>
          </a:p>
        </p:txBody>
      </p:sp>
    </p:spTree>
    <p:extLst>
      <p:ext uri="{BB962C8B-B14F-4D97-AF65-F5344CB8AC3E}">
        <p14:creationId xmlns:p14="http://schemas.microsoft.com/office/powerpoint/2010/main" val="13237274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jenikirbyhistory.getarchive.net/media/boeing-707-131b-trans-world-airlines-twa-jp5946969-6d93d6" TargetMode="External"/><Relationship Id="rId13" Type="http://schemas.openxmlformats.org/officeDocument/2006/relationships/hyperlink" Target="https://commons.wikimedia.org/wiki/File:Boeing_777_above_clouds,_crop.jpg" TargetMode="External"/><Relationship Id="rId3" Type="http://schemas.openxmlformats.org/officeDocument/2006/relationships/image" Target="../media/image1.jpeg"/><Relationship Id="rId7" Type="http://schemas.openxmlformats.org/officeDocument/2006/relationships/image" Target="../media/image3.jpeg"/><Relationship Id="rId12" Type="http://schemas.openxmlformats.org/officeDocument/2006/relationships/image" Target="../media/image5.png"/><Relationship Id="rId2" Type="http://schemas.openxmlformats.org/officeDocument/2006/relationships/notesSlide" Target="../notesSlides/notesSlide2.xml"/><Relationship Id="rId16" Type="http://schemas.openxmlformats.org/officeDocument/2006/relationships/hyperlink" Target="https://commons.wikimedia.org/wiki/File:Boeing_787_first_flight.jpg" TargetMode="External"/><Relationship Id="rId1" Type="http://schemas.openxmlformats.org/officeDocument/2006/relationships/slideLayout" Target="../slideLayouts/slideLayout2.xml"/><Relationship Id="rId6" Type="http://schemas.openxmlformats.org/officeDocument/2006/relationships/hyperlink" Target="https://en.wikipedia.org/wiki/Boeing_Model_1" TargetMode="External"/><Relationship Id="rId11" Type="http://schemas.openxmlformats.org/officeDocument/2006/relationships/hyperlink" Target="https://commons.wikimedia.org/wiki/File:Boeing_747-400_Dreamliner_livery.jpg" TargetMode="External"/><Relationship Id="rId5" Type="http://schemas.openxmlformats.org/officeDocument/2006/relationships/image" Target="../media/image2.png"/><Relationship Id="rId15" Type="http://schemas.openxmlformats.org/officeDocument/2006/relationships/image" Target="../media/image7.png"/><Relationship Id="rId10" Type="http://schemas.openxmlformats.org/officeDocument/2006/relationships/image" Target="../media/image4.png"/><Relationship Id="rId4" Type="http://schemas.openxmlformats.org/officeDocument/2006/relationships/hyperlink" Target="https://www.rawpixel.com/image/8718008/photo-image-vintage-airplane-public-domain" TargetMode="External"/><Relationship Id="rId9" Type="http://schemas.openxmlformats.org/officeDocument/2006/relationships/hyperlink" Target="https://commons.wikimedia.org/wiki/File:Men_and_women_with_telescopes,_gyroscopes,_a_hot-air_balloon_Wellcome_V0040858.jpg" TargetMode="External"/><Relationship Id="rId1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hyperlink" Target="https://commons.wikimedia.org/wiki/File:Drone_Flying_Eye.jpg" TargetMode="External"/><Relationship Id="rId13" Type="http://schemas.openxmlformats.org/officeDocument/2006/relationships/hyperlink" Target="https://commons.wikimedia.org/wiki/File:Intermezzo._B52_Stratofortress_passing_by._-_Flickr_-_e%C2%B3%C2%B0%C2%B0%C2%B0.jpg" TargetMode="External"/><Relationship Id="rId3" Type="http://schemas.openxmlformats.org/officeDocument/2006/relationships/image" Target="../media/image8.jpeg"/><Relationship Id="rId7" Type="http://schemas.openxmlformats.org/officeDocument/2006/relationships/image" Target="../media/image10.png"/><Relationship Id="rId12" Type="http://schemas.openxmlformats.org/officeDocument/2006/relationships/image" Target="../media/image12.png"/><Relationship Id="rId2" Type="http://schemas.openxmlformats.org/officeDocument/2006/relationships/notesSlide" Target="../notesSlides/notesSlide3.xm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hyperlink" Target="https://www.rawpixel.com/image/6061458/free-public-domain-cc0-photo" TargetMode="External"/><Relationship Id="rId11" Type="http://schemas.openxmlformats.org/officeDocument/2006/relationships/hyperlink" Target="https://commons.wikimedia.org/wiki/File:P51_Mustang_-_Flying_Legends_2011_%285929062749%29.jpg" TargetMode="External"/><Relationship Id="rId5" Type="http://schemas.openxmlformats.org/officeDocument/2006/relationships/image" Target="../media/image9.jpeg"/><Relationship Id="rId15" Type="http://schemas.openxmlformats.org/officeDocument/2006/relationships/hyperlink" Target="https://commons.wikimedia.org/wiki/File:F-15C_%D0%BD%D0%B0%D0%B4_%D0%A2%D0%B8%D1%85%D0%B8%D0%BC_%D0%BE%D0%BA%D0%B5%D0%B0%D0%BD%D0%BE%D0%BC.jpg" TargetMode="External"/><Relationship Id="rId10" Type="http://schemas.openxmlformats.org/officeDocument/2006/relationships/hyperlink" Target="https://pxhere.com/en/photo/956564" TargetMode="External"/><Relationship Id="rId4" Type="http://schemas.openxmlformats.org/officeDocument/2006/relationships/hyperlink" Target="https://pixnio.com/sport/hot-air-ballooning/hot-air-balloon-greeley" TargetMode="External"/><Relationship Id="rId9" Type="http://schemas.openxmlformats.org/officeDocument/2006/relationships/image" Target="../media/image11.jpeg"/><Relationship Id="rId1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commons.wikimedia.org/wiki/File:EGLF_-_Boeing_737_Max_-_N720IS_%2841646299740%29.jp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commons.wikimedia.org/wiki/File:EGLF_-_Boeing_737_Max_-_N720IS_%2841646299740%29.jpg"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commons.wikimedia.org/wiki/File:EGLF_-_Boeing_737_Max_-_N720IS_%2841646299740%29.jp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commons.wikimedia.org/wiki/File:EGLF_-_Boeing_737_Max_-_N720IS_%2841646299740%29.jp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commons.wikimedia.org/wiki/File:Rolls-Royce_Trent_1000_%287976551649%29.jp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DataResearchLabs/study_guide_intro_aerospace_mfg"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969CFF-BAE7-BF73-632D-A9101B28F0D2}"/>
              </a:ext>
            </a:extLst>
          </p:cNvPr>
          <p:cNvSpPr/>
          <p:nvPr/>
        </p:nvSpPr>
        <p:spPr>
          <a:xfrm>
            <a:off x="1488038" y="2242335"/>
            <a:ext cx="9215919" cy="237333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E0237A-1769-2D18-56A2-B36906319656}"/>
              </a:ext>
            </a:extLst>
          </p:cNvPr>
          <p:cNvSpPr>
            <a:spLocks noGrp="1"/>
          </p:cNvSpPr>
          <p:nvPr>
            <p:ph type="ctrTitle"/>
          </p:nvPr>
        </p:nvSpPr>
        <p:spPr>
          <a:xfrm>
            <a:off x="0" y="3340599"/>
            <a:ext cx="12192000" cy="1145996"/>
          </a:xfrm>
        </p:spPr>
        <p:txBody>
          <a:bodyPr>
            <a:normAutofit/>
          </a:bodyPr>
          <a:lstStyle/>
          <a:p>
            <a:r>
              <a:rPr lang="en-US" sz="6600" b="1" dirty="0">
                <a:solidFill>
                  <a:schemeClr val="bg1"/>
                </a:solidFill>
              </a:rPr>
              <a:t>Airplanes &amp; Flight</a:t>
            </a:r>
            <a:endParaRPr lang="en-US" b="1" dirty="0">
              <a:solidFill>
                <a:schemeClr val="bg1"/>
              </a:solidFill>
            </a:endParaRPr>
          </a:p>
        </p:txBody>
      </p:sp>
      <p:sp>
        <p:nvSpPr>
          <p:cNvPr id="3" name="Subtitle 2">
            <a:extLst>
              <a:ext uri="{FF2B5EF4-FFF2-40B4-BE49-F238E27FC236}">
                <a16:creationId xmlns:a16="http://schemas.microsoft.com/office/drawing/2014/main" id="{88E83414-9557-9971-74AE-0E0F206E6AD9}"/>
              </a:ext>
            </a:extLst>
          </p:cNvPr>
          <p:cNvSpPr>
            <a:spLocks noGrp="1"/>
          </p:cNvSpPr>
          <p:nvPr>
            <p:ph type="subTitle" idx="1"/>
          </p:nvPr>
        </p:nvSpPr>
        <p:spPr>
          <a:xfrm>
            <a:off x="4164882" y="768846"/>
            <a:ext cx="3862232" cy="1090775"/>
          </a:xfrm>
          <a:noFill/>
          <a:effectLst>
            <a:glow rad="228600">
              <a:schemeClr val="accent1">
                <a:satMod val="175000"/>
                <a:alpha val="40000"/>
              </a:schemeClr>
            </a:glow>
          </a:effectLst>
        </p:spPr>
        <p:txBody>
          <a:bodyPr>
            <a:normAutofit/>
          </a:bodyPr>
          <a:lstStyle/>
          <a:p>
            <a:r>
              <a:rPr lang="en-US" sz="2000" dirty="0">
                <a:solidFill>
                  <a:schemeClr val="bg1"/>
                </a:solidFill>
              </a:rPr>
              <a:t>Aerospace Manufacturing Core </a:t>
            </a:r>
            <a:br>
              <a:rPr lang="en-US" sz="2000" dirty="0">
                <a:solidFill>
                  <a:schemeClr val="bg1"/>
                </a:solidFill>
              </a:rPr>
            </a:br>
            <a:r>
              <a:rPr lang="en-US" sz="2000" dirty="0">
                <a:solidFill>
                  <a:schemeClr val="bg1"/>
                </a:solidFill>
              </a:rPr>
              <a:t>Study Guide </a:t>
            </a:r>
          </a:p>
          <a:p>
            <a:r>
              <a:rPr lang="en-US" sz="2000" dirty="0">
                <a:solidFill>
                  <a:schemeClr val="bg1"/>
                </a:solidFill>
              </a:rPr>
              <a:t>“AMCSG-101”</a:t>
            </a:r>
          </a:p>
        </p:txBody>
      </p:sp>
      <p:sp>
        <p:nvSpPr>
          <p:cNvPr id="4" name="Subtitle 2">
            <a:extLst>
              <a:ext uri="{FF2B5EF4-FFF2-40B4-BE49-F238E27FC236}">
                <a16:creationId xmlns:a16="http://schemas.microsoft.com/office/drawing/2014/main" id="{72A361BB-91A4-6234-4565-06CC792AA8FE}"/>
              </a:ext>
            </a:extLst>
          </p:cNvPr>
          <p:cNvSpPr txBox="1">
            <a:spLocks/>
          </p:cNvSpPr>
          <p:nvPr/>
        </p:nvSpPr>
        <p:spPr>
          <a:xfrm>
            <a:off x="-1" y="2592083"/>
            <a:ext cx="12191999" cy="74851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600" dirty="0">
                <a:solidFill>
                  <a:schemeClr val="bg1"/>
                </a:solidFill>
              </a:rPr>
              <a:t>Introduction to Aerospace Manufacturing</a:t>
            </a:r>
          </a:p>
        </p:txBody>
      </p:sp>
    </p:spTree>
    <p:extLst>
      <p:ext uri="{BB962C8B-B14F-4D97-AF65-F5344CB8AC3E}">
        <p14:creationId xmlns:p14="http://schemas.microsoft.com/office/powerpoint/2010/main" val="1241290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a:extLst>
            <a:ext uri="{FF2B5EF4-FFF2-40B4-BE49-F238E27FC236}">
              <a16:creationId xmlns:a16="http://schemas.microsoft.com/office/drawing/2014/main" id="{F7C642FE-6ECF-E3D8-7D9D-39E0DB0F1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CD3C8-4444-8DF5-BBB4-962EEF7F1F7C}"/>
              </a:ext>
            </a:extLst>
          </p:cNvPr>
          <p:cNvSpPr>
            <a:spLocks noGrp="1"/>
          </p:cNvSpPr>
          <p:nvPr>
            <p:ph type="ctrTitle"/>
          </p:nvPr>
        </p:nvSpPr>
        <p:spPr>
          <a:xfrm>
            <a:off x="1052512" y="3027912"/>
            <a:ext cx="10086975" cy="802176"/>
          </a:xfrm>
        </p:spPr>
        <p:txBody>
          <a:bodyPr>
            <a:normAutofit/>
          </a:bodyPr>
          <a:lstStyle/>
          <a:p>
            <a:r>
              <a:rPr lang="en-US" sz="4800" b="1" dirty="0">
                <a:solidFill>
                  <a:schemeClr val="bg1"/>
                </a:solidFill>
              </a:rPr>
              <a:t>Aircraft, Airplanes, and Assemblies</a:t>
            </a:r>
          </a:p>
        </p:txBody>
      </p:sp>
    </p:spTree>
    <p:extLst>
      <p:ext uri="{BB962C8B-B14F-4D97-AF65-F5344CB8AC3E}">
        <p14:creationId xmlns:p14="http://schemas.microsoft.com/office/powerpoint/2010/main" val="1254583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CDF33-068F-CE4C-8F42-3F734AD89AFD}"/>
              </a:ext>
            </a:extLst>
          </p:cNvPr>
          <p:cNvSpPr>
            <a:spLocks noGrp="1"/>
          </p:cNvSpPr>
          <p:nvPr>
            <p:ph type="title"/>
          </p:nvPr>
        </p:nvSpPr>
        <p:spPr>
          <a:xfrm>
            <a:off x="365760" y="365126"/>
            <a:ext cx="7183708" cy="786384"/>
          </a:xfrm>
        </p:spPr>
        <p:txBody>
          <a:bodyPr/>
          <a:lstStyle/>
          <a:p>
            <a:r>
              <a:rPr lang="en-US" dirty="0"/>
              <a:t>A Brief History of Aviation</a:t>
            </a:r>
          </a:p>
        </p:txBody>
      </p:sp>
      <p:sp>
        <p:nvSpPr>
          <p:cNvPr id="3" name="Content Placeholder 2">
            <a:extLst>
              <a:ext uri="{FF2B5EF4-FFF2-40B4-BE49-F238E27FC236}">
                <a16:creationId xmlns:a16="http://schemas.microsoft.com/office/drawing/2014/main" id="{2D988B93-DE49-678F-11A2-863E3DC96711}"/>
              </a:ext>
            </a:extLst>
          </p:cNvPr>
          <p:cNvSpPr>
            <a:spLocks noGrp="1"/>
          </p:cNvSpPr>
          <p:nvPr>
            <p:ph idx="1"/>
          </p:nvPr>
        </p:nvSpPr>
        <p:spPr>
          <a:xfrm>
            <a:off x="833863" y="1281206"/>
            <a:ext cx="6715605" cy="3276492"/>
          </a:xfrm>
        </p:spPr>
        <p:txBody>
          <a:bodyPr>
            <a:normAutofit/>
          </a:bodyPr>
          <a:lstStyle/>
          <a:p>
            <a:r>
              <a:rPr lang="en-US" sz="2400" b="1" dirty="0"/>
              <a:t>1783</a:t>
            </a:r>
            <a:r>
              <a:rPr lang="en-US" sz="2400" dirty="0"/>
              <a:t>: First passenger flight (hot air balloon) </a:t>
            </a:r>
          </a:p>
          <a:p>
            <a:r>
              <a:rPr lang="en-US" sz="2400" b="1" dirty="0"/>
              <a:t>1903</a:t>
            </a:r>
            <a:r>
              <a:rPr lang="en-US" sz="2400" dirty="0"/>
              <a:t>: First airplane flight (Wright brothers)</a:t>
            </a:r>
          </a:p>
          <a:p>
            <a:r>
              <a:rPr lang="en-US" sz="2400" b="1" dirty="0"/>
              <a:t>1916</a:t>
            </a:r>
            <a:r>
              <a:rPr lang="en-US" sz="2400" dirty="0"/>
              <a:t>: Boeing Model 1 (B&amp;W Seaplane)</a:t>
            </a:r>
          </a:p>
          <a:p>
            <a:r>
              <a:rPr lang="en-US" sz="2400" b="1" dirty="0"/>
              <a:t>1957</a:t>
            </a:r>
            <a:r>
              <a:rPr lang="en-US" sz="2400" dirty="0"/>
              <a:t>: First Commercial Jet (707)</a:t>
            </a:r>
          </a:p>
          <a:p>
            <a:r>
              <a:rPr lang="en-US" sz="2400" b="1" dirty="0"/>
              <a:t>1969</a:t>
            </a:r>
            <a:r>
              <a:rPr lang="en-US" sz="2400" dirty="0"/>
              <a:t>: First Commercial Jumbo Jet (747)</a:t>
            </a:r>
          </a:p>
          <a:p>
            <a:r>
              <a:rPr lang="en-US" sz="2400" b="1" dirty="0"/>
              <a:t>1994</a:t>
            </a:r>
            <a:r>
              <a:rPr lang="en-US" sz="2400" dirty="0"/>
              <a:t>: First Commercial CAD Jet (777)</a:t>
            </a:r>
          </a:p>
          <a:p>
            <a:r>
              <a:rPr lang="en-US" sz="2400" b="1" dirty="0"/>
              <a:t>2007</a:t>
            </a:r>
            <a:r>
              <a:rPr lang="en-US" sz="2400" dirty="0"/>
              <a:t>: First Commercial Composite Jet (787)</a:t>
            </a:r>
          </a:p>
        </p:txBody>
      </p:sp>
      <p:grpSp>
        <p:nvGrpSpPr>
          <p:cNvPr id="10" name="Group 9">
            <a:extLst>
              <a:ext uri="{FF2B5EF4-FFF2-40B4-BE49-F238E27FC236}">
                <a16:creationId xmlns:a16="http://schemas.microsoft.com/office/drawing/2014/main" id="{BFED8553-0D84-2BA8-9F3F-B6B58E66FB97}"/>
              </a:ext>
            </a:extLst>
          </p:cNvPr>
          <p:cNvGrpSpPr/>
          <p:nvPr/>
        </p:nvGrpSpPr>
        <p:grpSpPr>
          <a:xfrm>
            <a:off x="9510780" y="1069487"/>
            <a:ext cx="2256252" cy="1778778"/>
            <a:chOff x="9510783" y="755798"/>
            <a:chExt cx="2256252" cy="1778778"/>
          </a:xfrm>
        </p:grpSpPr>
        <p:pic>
          <p:nvPicPr>
            <p:cNvPr id="1030" name="Picture 6" descr="File:The Wright Brothers; first powered ...">
              <a:extLst>
                <a:ext uri="{FF2B5EF4-FFF2-40B4-BE49-F238E27FC236}">
                  <a16:creationId xmlns:a16="http://schemas.microsoft.com/office/drawing/2014/main" id="{4E550715-D132-9D7C-FB6B-6E3BD1DCD4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4482" y="755798"/>
              <a:ext cx="2192553" cy="1552032"/>
            </a:xfrm>
            <a:prstGeom prst="rect">
              <a:avLst/>
            </a:prstGeom>
            <a:noFill/>
            <a:effectLst>
              <a:outerShdw blurRad="50800" dist="889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TextBox 6">
              <a:hlinkClick r:id="rId4"/>
              <a:extLst>
                <a:ext uri="{FF2B5EF4-FFF2-40B4-BE49-F238E27FC236}">
                  <a16:creationId xmlns:a16="http://schemas.microsoft.com/office/drawing/2014/main" id="{6122D20E-5FED-1913-FA50-0A77FA4390EE}"/>
                </a:ext>
              </a:extLst>
            </p:cNvPr>
            <p:cNvSpPr txBox="1"/>
            <p:nvPr/>
          </p:nvSpPr>
          <p:spPr>
            <a:xfrm>
              <a:off x="9510783" y="2303744"/>
              <a:ext cx="2256250" cy="230832"/>
            </a:xfrm>
            <a:prstGeom prst="rect">
              <a:avLst/>
            </a:prstGeom>
            <a:noFill/>
          </p:spPr>
          <p:txBody>
            <a:bodyPr wrap="square" rtlCol="0">
              <a:spAutoFit/>
            </a:bodyPr>
            <a:lstStyle/>
            <a:p>
              <a:pPr algn="r"/>
              <a:r>
                <a:rPr lang="en-US" sz="900" dirty="0"/>
                <a:t>(PD) </a:t>
              </a:r>
              <a:r>
                <a:rPr lang="en-US" sz="900" dirty="0" err="1"/>
                <a:t>RawPixel</a:t>
              </a:r>
              <a:r>
                <a:rPr lang="en-US" sz="900" dirty="0"/>
                <a:t>, 1903</a:t>
              </a:r>
            </a:p>
          </p:txBody>
        </p:sp>
      </p:grpSp>
      <p:grpSp>
        <p:nvGrpSpPr>
          <p:cNvPr id="11" name="Group 10">
            <a:extLst>
              <a:ext uri="{FF2B5EF4-FFF2-40B4-BE49-F238E27FC236}">
                <a16:creationId xmlns:a16="http://schemas.microsoft.com/office/drawing/2014/main" id="{0C93B8B9-4602-D741-68AD-D14927AFE976}"/>
              </a:ext>
            </a:extLst>
          </p:cNvPr>
          <p:cNvGrpSpPr/>
          <p:nvPr/>
        </p:nvGrpSpPr>
        <p:grpSpPr>
          <a:xfrm>
            <a:off x="9574481" y="2919452"/>
            <a:ext cx="2192554" cy="1872647"/>
            <a:chOff x="9574481" y="2783379"/>
            <a:chExt cx="2192554" cy="1872647"/>
          </a:xfrm>
        </p:grpSpPr>
        <p:pic>
          <p:nvPicPr>
            <p:cNvPr id="8" name="Picture 7">
              <a:extLst>
                <a:ext uri="{FF2B5EF4-FFF2-40B4-BE49-F238E27FC236}">
                  <a16:creationId xmlns:a16="http://schemas.microsoft.com/office/drawing/2014/main" id="{64069688-F2BE-60E2-1EB5-C7B92BBD203F}"/>
                </a:ext>
              </a:extLst>
            </p:cNvPr>
            <p:cNvPicPr>
              <a:picLocks noChangeAspect="1"/>
            </p:cNvPicPr>
            <p:nvPr/>
          </p:nvPicPr>
          <p:blipFill>
            <a:blip r:embed="rId5"/>
            <a:stretch>
              <a:fillRect/>
            </a:stretch>
          </p:blipFill>
          <p:spPr>
            <a:xfrm>
              <a:off x="9574484" y="2783379"/>
              <a:ext cx="2192551" cy="1641815"/>
            </a:xfrm>
            <a:prstGeom prst="rect">
              <a:avLst/>
            </a:prstGeom>
            <a:effectLst>
              <a:outerShdw blurRad="50800" dist="88900" dir="2700000" algn="tl" rotWithShape="0">
                <a:prstClr val="black">
                  <a:alpha val="40000"/>
                </a:prstClr>
              </a:outerShdw>
            </a:effectLst>
          </p:spPr>
        </p:pic>
        <p:sp>
          <p:nvSpPr>
            <p:cNvPr id="9" name="TextBox 8">
              <a:hlinkClick r:id="rId6"/>
              <a:extLst>
                <a:ext uri="{FF2B5EF4-FFF2-40B4-BE49-F238E27FC236}">
                  <a16:creationId xmlns:a16="http://schemas.microsoft.com/office/drawing/2014/main" id="{8FBADDC4-4FB0-C594-A255-EAA92C142780}"/>
                </a:ext>
              </a:extLst>
            </p:cNvPr>
            <p:cNvSpPr txBox="1"/>
            <p:nvPr/>
          </p:nvSpPr>
          <p:spPr>
            <a:xfrm>
              <a:off x="9574481" y="4425194"/>
              <a:ext cx="2192551" cy="230832"/>
            </a:xfrm>
            <a:prstGeom prst="rect">
              <a:avLst/>
            </a:prstGeom>
            <a:noFill/>
          </p:spPr>
          <p:txBody>
            <a:bodyPr wrap="square" rtlCol="0">
              <a:spAutoFit/>
            </a:bodyPr>
            <a:lstStyle/>
            <a:p>
              <a:pPr algn="r"/>
              <a:r>
                <a:rPr lang="en-US" sz="900" dirty="0"/>
                <a:t>(PD)  Wikipedia, 2008</a:t>
              </a:r>
            </a:p>
          </p:txBody>
        </p:sp>
      </p:grpSp>
      <p:grpSp>
        <p:nvGrpSpPr>
          <p:cNvPr id="14" name="Group 13">
            <a:extLst>
              <a:ext uri="{FF2B5EF4-FFF2-40B4-BE49-F238E27FC236}">
                <a16:creationId xmlns:a16="http://schemas.microsoft.com/office/drawing/2014/main" id="{609E35A7-6FFA-01CA-3253-53A8DE2622CD}"/>
              </a:ext>
            </a:extLst>
          </p:cNvPr>
          <p:cNvGrpSpPr/>
          <p:nvPr/>
        </p:nvGrpSpPr>
        <p:grpSpPr>
          <a:xfrm>
            <a:off x="9574481" y="4861796"/>
            <a:ext cx="2192552" cy="1703202"/>
            <a:chOff x="9574481" y="4861796"/>
            <a:chExt cx="2192552" cy="1703202"/>
          </a:xfrm>
        </p:grpSpPr>
        <p:pic>
          <p:nvPicPr>
            <p:cNvPr id="1038" name="Picture 14" descr="Boeing 707-131B, Trans World Airlines ...">
              <a:extLst>
                <a:ext uri="{FF2B5EF4-FFF2-40B4-BE49-F238E27FC236}">
                  <a16:creationId xmlns:a16="http://schemas.microsoft.com/office/drawing/2014/main" id="{745EAB20-0D4B-FBDE-8F3D-06002ACF7F2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74481" y="4861796"/>
              <a:ext cx="2192552" cy="1472371"/>
            </a:xfrm>
            <a:prstGeom prst="rect">
              <a:avLst/>
            </a:prstGeom>
            <a:noFill/>
            <a:effectLst>
              <a:outerShdw blurRad="50800" dist="889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2" name="TextBox 11">
              <a:hlinkClick r:id="rId8"/>
              <a:extLst>
                <a:ext uri="{FF2B5EF4-FFF2-40B4-BE49-F238E27FC236}">
                  <a16:creationId xmlns:a16="http://schemas.microsoft.com/office/drawing/2014/main" id="{81F3621B-8B15-57B4-438A-D490017E3CD9}"/>
                </a:ext>
              </a:extLst>
            </p:cNvPr>
            <p:cNvSpPr txBox="1"/>
            <p:nvPr/>
          </p:nvSpPr>
          <p:spPr>
            <a:xfrm>
              <a:off x="9574482" y="6334166"/>
              <a:ext cx="2192551" cy="230832"/>
            </a:xfrm>
            <a:prstGeom prst="rect">
              <a:avLst/>
            </a:prstGeom>
            <a:noFill/>
          </p:spPr>
          <p:txBody>
            <a:bodyPr wrap="square" rtlCol="0">
              <a:spAutoFit/>
            </a:bodyPr>
            <a:lstStyle/>
            <a:p>
              <a:pPr algn="r"/>
              <a:r>
                <a:rPr lang="en-US" sz="900" dirty="0"/>
                <a:t>(PD)  Wikimedia, 1980</a:t>
              </a:r>
            </a:p>
          </p:txBody>
        </p:sp>
      </p:grpSp>
      <p:grpSp>
        <p:nvGrpSpPr>
          <p:cNvPr id="30" name="Group 29">
            <a:extLst>
              <a:ext uri="{FF2B5EF4-FFF2-40B4-BE49-F238E27FC236}">
                <a16:creationId xmlns:a16="http://schemas.microsoft.com/office/drawing/2014/main" id="{7B37C10E-EBD3-55C2-EF3D-2F26BF47DCE0}"/>
              </a:ext>
            </a:extLst>
          </p:cNvPr>
          <p:cNvGrpSpPr/>
          <p:nvPr/>
        </p:nvGrpSpPr>
        <p:grpSpPr>
          <a:xfrm>
            <a:off x="7713295" y="1069487"/>
            <a:ext cx="1633658" cy="2643099"/>
            <a:chOff x="7662957" y="530627"/>
            <a:chExt cx="1633658" cy="2643099"/>
          </a:xfrm>
        </p:grpSpPr>
        <p:sp>
          <p:nvSpPr>
            <p:cNvPr id="4" name="TextBox 3">
              <a:hlinkClick r:id="rId9"/>
              <a:extLst>
                <a:ext uri="{FF2B5EF4-FFF2-40B4-BE49-F238E27FC236}">
                  <a16:creationId xmlns:a16="http://schemas.microsoft.com/office/drawing/2014/main" id="{78C2CECF-03DC-C0BA-19D9-E5E50D71C290}"/>
                </a:ext>
              </a:extLst>
            </p:cNvPr>
            <p:cNvSpPr txBox="1"/>
            <p:nvPr/>
          </p:nvSpPr>
          <p:spPr>
            <a:xfrm>
              <a:off x="7662957" y="2942894"/>
              <a:ext cx="1633658" cy="230832"/>
            </a:xfrm>
            <a:prstGeom prst="rect">
              <a:avLst/>
            </a:prstGeom>
            <a:noFill/>
          </p:spPr>
          <p:txBody>
            <a:bodyPr wrap="square" rtlCol="0">
              <a:spAutoFit/>
            </a:bodyPr>
            <a:lstStyle/>
            <a:p>
              <a:pPr algn="r"/>
              <a:r>
                <a:rPr lang="en-US" sz="900" dirty="0"/>
                <a:t>(CC4)  Wikimedia Commons</a:t>
              </a:r>
            </a:p>
          </p:txBody>
        </p:sp>
        <p:pic>
          <p:nvPicPr>
            <p:cNvPr id="18" name="Picture 17">
              <a:extLst>
                <a:ext uri="{FF2B5EF4-FFF2-40B4-BE49-F238E27FC236}">
                  <a16:creationId xmlns:a16="http://schemas.microsoft.com/office/drawing/2014/main" id="{FEBDDDD6-36A8-7A83-200C-02CF2A541A54}"/>
                </a:ext>
              </a:extLst>
            </p:cNvPr>
            <p:cNvPicPr>
              <a:picLocks noChangeAspect="1"/>
            </p:cNvPicPr>
            <p:nvPr/>
          </p:nvPicPr>
          <p:blipFill>
            <a:blip r:embed="rId10"/>
            <a:stretch>
              <a:fillRect/>
            </a:stretch>
          </p:blipFill>
          <p:spPr>
            <a:xfrm>
              <a:off x="7669171" y="530627"/>
              <a:ext cx="1627444" cy="2407261"/>
            </a:xfrm>
            <a:prstGeom prst="rect">
              <a:avLst/>
            </a:prstGeom>
            <a:noFill/>
            <a:effectLst>
              <a:outerShdw blurRad="50800" dist="88900" dir="2700000" algn="tl" rotWithShape="0">
                <a:prstClr val="black">
                  <a:alpha val="40000"/>
                </a:prstClr>
              </a:outerShdw>
            </a:effectLst>
          </p:spPr>
        </p:pic>
      </p:grpSp>
      <p:grpSp>
        <p:nvGrpSpPr>
          <p:cNvPr id="21" name="Group 20">
            <a:extLst>
              <a:ext uri="{FF2B5EF4-FFF2-40B4-BE49-F238E27FC236}">
                <a16:creationId xmlns:a16="http://schemas.microsoft.com/office/drawing/2014/main" id="{DFFE25BD-0580-26B3-A6AC-0A58CF0E8459}"/>
              </a:ext>
            </a:extLst>
          </p:cNvPr>
          <p:cNvGrpSpPr/>
          <p:nvPr/>
        </p:nvGrpSpPr>
        <p:grpSpPr>
          <a:xfrm>
            <a:off x="7009857" y="4857326"/>
            <a:ext cx="2337096" cy="1729947"/>
            <a:chOff x="7004454" y="4835050"/>
            <a:chExt cx="2337096" cy="1729947"/>
          </a:xfrm>
        </p:grpSpPr>
        <p:sp>
          <p:nvSpPr>
            <p:cNvPr id="13" name="TextBox 12">
              <a:hlinkClick r:id="rId11"/>
              <a:extLst>
                <a:ext uri="{FF2B5EF4-FFF2-40B4-BE49-F238E27FC236}">
                  <a16:creationId xmlns:a16="http://schemas.microsoft.com/office/drawing/2014/main" id="{53663BE1-DE71-4761-3C6F-30DAD94CEFB1}"/>
                </a:ext>
              </a:extLst>
            </p:cNvPr>
            <p:cNvSpPr txBox="1"/>
            <p:nvPr/>
          </p:nvSpPr>
          <p:spPr>
            <a:xfrm>
              <a:off x="7242639" y="6334165"/>
              <a:ext cx="2098911" cy="230832"/>
            </a:xfrm>
            <a:prstGeom prst="rect">
              <a:avLst/>
            </a:prstGeom>
            <a:noFill/>
          </p:spPr>
          <p:txBody>
            <a:bodyPr wrap="square" rtlCol="0">
              <a:spAutoFit/>
            </a:bodyPr>
            <a:lstStyle/>
            <a:p>
              <a:pPr algn="r"/>
              <a:r>
                <a:rPr lang="en-US" sz="900" dirty="0"/>
                <a:t>(CC2)  Wikimedia Commons, 2010</a:t>
              </a:r>
            </a:p>
          </p:txBody>
        </p:sp>
        <p:pic>
          <p:nvPicPr>
            <p:cNvPr id="20" name="Picture 19">
              <a:extLst>
                <a:ext uri="{FF2B5EF4-FFF2-40B4-BE49-F238E27FC236}">
                  <a16:creationId xmlns:a16="http://schemas.microsoft.com/office/drawing/2014/main" id="{05D34FA9-7066-9790-0089-8FEBEEEC9755}"/>
                </a:ext>
              </a:extLst>
            </p:cNvPr>
            <p:cNvPicPr>
              <a:picLocks noChangeAspect="1"/>
            </p:cNvPicPr>
            <p:nvPr/>
          </p:nvPicPr>
          <p:blipFill>
            <a:blip r:embed="rId12"/>
            <a:stretch>
              <a:fillRect/>
            </a:stretch>
          </p:blipFill>
          <p:spPr>
            <a:xfrm>
              <a:off x="7004454" y="4835050"/>
              <a:ext cx="2337096" cy="1472370"/>
            </a:xfrm>
            <a:prstGeom prst="rect">
              <a:avLst/>
            </a:prstGeom>
            <a:noFill/>
            <a:effectLst>
              <a:outerShdw blurRad="50800" dist="88900" dir="2700000" algn="tl" rotWithShape="0">
                <a:prstClr val="black">
                  <a:alpha val="40000"/>
                </a:prstClr>
              </a:outerShdw>
            </a:effectLst>
          </p:spPr>
        </p:pic>
      </p:grpSp>
      <p:grpSp>
        <p:nvGrpSpPr>
          <p:cNvPr id="25" name="Group 24">
            <a:extLst>
              <a:ext uri="{FF2B5EF4-FFF2-40B4-BE49-F238E27FC236}">
                <a16:creationId xmlns:a16="http://schemas.microsoft.com/office/drawing/2014/main" id="{615A0C9B-03CB-CB7E-B1AC-D7191A9284A1}"/>
              </a:ext>
            </a:extLst>
          </p:cNvPr>
          <p:cNvGrpSpPr/>
          <p:nvPr/>
        </p:nvGrpSpPr>
        <p:grpSpPr>
          <a:xfrm>
            <a:off x="3961019" y="4857326"/>
            <a:ext cx="2821309" cy="1703202"/>
            <a:chOff x="3961019" y="4857326"/>
            <a:chExt cx="2821309" cy="1703202"/>
          </a:xfrm>
        </p:grpSpPr>
        <p:sp>
          <p:nvSpPr>
            <p:cNvPr id="22" name="TextBox 21">
              <a:hlinkClick r:id="rId13"/>
              <a:extLst>
                <a:ext uri="{FF2B5EF4-FFF2-40B4-BE49-F238E27FC236}">
                  <a16:creationId xmlns:a16="http://schemas.microsoft.com/office/drawing/2014/main" id="{AFF9A7AE-AE48-336F-F539-5BBFD79F49A2}"/>
                </a:ext>
              </a:extLst>
            </p:cNvPr>
            <p:cNvSpPr txBox="1"/>
            <p:nvPr/>
          </p:nvSpPr>
          <p:spPr>
            <a:xfrm>
              <a:off x="4683417" y="6329696"/>
              <a:ext cx="2098911" cy="230832"/>
            </a:xfrm>
            <a:prstGeom prst="rect">
              <a:avLst/>
            </a:prstGeom>
            <a:noFill/>
          </p:spPr>
          <p:txBody>
            <a:bodyPr wrap="square" rtlCol="0">
              <a:spAutoFit/>
            </a:bodyPr>
            <a:lstStyle/>
            <a:p>
              <a:pPr algn="r"/>
              <a:r>
                <a:rPr lang="en-US" sz="900" dirty="0"/>
                <a:t>(CC2)  Wikimedia Commons, 2011</a:t>
              </a:r>
            </a:p>
          </p:txBody>
        </p:sp>
        <p:pic>
          <p:nvPicPr>
            <p:cNvPr id="24" name="Picture 23">
              <a:extLst>
                <a:ext uri="{FF2B5EF4-FFF2-40B4-BE49-F238E27FC236}">
                  <a16:creationId xmlns:a16="http://schemas.microsoft.com/office/drawing/2014/main" id="{0FC88A33-3A71-F6B1-7D4A-C1B2267E9BB1}"/>
                </a:ext>
              </a:extLst>
            </p:cNvPr>
            <p:cNvPicPr>
              <a:picLocks noChangeAspect="1"/>
            </p:cNvPicPr>
            <p:nvPr/>
          </p:nvPicPr>
          <p:blipFill>
            <a:blip r:embed="rId14"/>
            <a:stretch>
              <a:fillRect/>
            </a:stretch>
          </p:blipFill>
          <p:spPr>
            <a:xfrm>
              <a:off x="3961019" y="4857326"/>
              <a:ext cx="2821309" cy="1472371"/>
            </a:xfrm>
            <a:prstGeom prst="rect">
              <a:avLst/>
            </a:prstGeom>
            <a:noFill/>
            <a:effectLst>
              <a:outerShdw blurRad="50800" dist="88900" dir="2700000" algn="tl" rotWithShape="0">
                <a:prstClr val="black">
                  <a:alpha val="40000"/>
                </a:prstClr>
              </a:outerShdw>
            </a:effectLst>
          </p:spPr>
        </p:pic>
      </p:grpSp>
      <p:grpSp>
        <p:nvGrpSpPr>
          <p:cNvPr id="29" name="Group 28">
            <a:extLst>
              <a:ext uri="{FF2B5EF4-FFF2-40B4-BE49-F238E27FC236}">
                <a16:creationId xmlns:a16="http://schemas.microsoft.com/office/drawing/2014/main" id="{5077E32D-4CA9-A0C3-CBA4-A4638C152625}"/>
              </a:ext>
            </a:extLst>
          </p:cNvPr>
          <p:cNvGrpSpPr/>
          <p:nvPr/>
        </p:nvGrpSpPr>
        <p:grpSpPr>
          <a:xfrm>
            <a:off x="956642" y="4852381"/>
            <a:ext cx="2771520" cy="1703202"/>
            <a:chOff x="956642" y="4852381"/>
            <a:chExt cx="2771520" cy="1703202"/>
          </a:xfrm>
        </p:grpSpPr>
        <p:pic>
          <p:nvPicPr>
            <p:cNvPr id="27" name="Picture 26">
              <a:extLst>
                <a:ext uri="{FF2B5EF4-FFF2-40B4-BE49-F238E27FC236}">
                  <a16:creationId xmlns:a16="http://schemas.microsoft.com/office/drawing/2014/main" id="{B62E0E78-276E-95C2-DBDC-3DEFE8AD0EEC}"/>
                </a:ext>
              </a:extLst>
            </p:cNvPr>
            <p:cNvPicPr>
              <a:picLocks noChangeAspect="1"/>
            </p:cNvPicPr>
            <p:nvPr/>
          </p:nvPicPr>
          <p:blipFill>
            <a:blip r:embed="rId15"/>
            <a:stretch>
              <a:fillRect/>
            </a:stretch>
          </p:blipFill>
          <p:spPr>
            <a:xfrm>
              <a:off x="956642" y="4852381"/>
              <a:ext cx="2771520" cy="1472370"/>
            </a:xfrm>
            <a:prstGeom prst="rect">
              <a:avLst/>
            </a:prstGeom>
            <a:noFill/>
            <a:effectLst>
              <a:outerShdw blurRad="50800" dist="88900" dir="2700000" algn="tl" rotWithShape="0">
                <a:prstClr val="black">
                  <a:alpha val="40000"/>
                </a:prstClr>
              </a:outerShdw>
            </a:effectLst>
          </p:spPr>
        </p:pic>
        <p:sp>
          <p:nvSpPr>
            <p:cNvPr id="28" name="TextBox 27">
              <a:hlinkClick r:id="rId16"/>
              <a:extLst>
                <a:ext uri="{FF2B5EF4-FFF2-40B4-BE49-F238E27FC236}">
                  <a16:creationId xmlns:a16="http://schemas.microsoft.com/office/drawing/2014/main" id="{489EAC3A-480D-A2C5-179B-F02C190B5A4B}"/>
                </a:ext>
              </a:extLst>
            </p:cNvPr>
            <p:cNvSpPr txBox="1"/>
            <p:nvPr/>
          </p:nvSpPr>
          <p:spPr>
            <a:xfrm>
              <a:off x="1629251" y="6324751"/>
              <a:ext cx="2098911" cy="230832"/>
            </a:xfrm>
            <a:prstGeom prst="rect">
              <a:avLst/>
            </a:prstGeom>
            <a:noFill/>
          </p:spPr>
          <p:txBody>
            <a:bodyPr wrap="square" rtlCol="0">
              <a:spAutoFit/>
            </a:bodyPr>
            <a:lstStyle/>
            <a:p>
              <a:pPr algn="r"/>
              <a:r>
                <a:rPr lang="en-US" sz="900" dirty="0"/>
                <a:t>(CC2)  Wikimedia Commons, 2009</a:t>
              </a:r>
            </a:p>
          </p:txBody>
        </p:sp>
      </p:grpSp>
      <p:sp>
        <p:nvSpPr>
          <p:cNvPr id="5" name="TextBox 7">
            <a:extLst>
              <a:ext uri="{FF2B5EF4-FFF2-40B4-BE49-F238E27FC236}">
                <a16:creationId xmlns:a16="http://schemas.microsoft.com/office/drawing/2014/main" id="{14656CF1-135B-3D12-84FB-7FF18EDCA462}"/>
              </a:ext>
            </a:extLst>
          </p:cNvPr>
          <p:cNvSpPr txBox="1"/>
          <p:nvPr/>
        </p:nvSpPr>
        <p:spPr>
          <a:xfrm>
            <a:off x="10210801" y="94691"/>
            <a:ext cx="181852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accent5">
                    <a:lumMod val="60000"/>
                    <a:lumOff val="40000"/>
                  </a:schemeClr>
                </a:solidFill>
              </a:rPr>
              <a:t>Text from Google AI</a:t>
            </a:r>
          </a:p>
        </p:txBody>
      </p:sp>
    </p:spTree>
    <p:extLst>
      <p:ext uri="{BB962C8B-B14F-4D97-AF65-F5344CB8AC3E}">
        <p14:creationId xmlns:p14="http://schemas.microsoft.com/office/powerpoint/2010/main" val="187647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83705847-5526-9CC3-9E31-4E51B8964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4C0C5-F8E2-8E66-7C77-1CB8241FDBC3}"/>
              </a:ext>
            </a:extLst>
          </p:cNvPr>
          <p:cNvSpPr>
            <a:spLocks noGrp="1"/>
          </p:cNvSpPr>
          <p:nvPr>
            <p:ph type="title"/>
          </p:nvPr>
        </p:nvSpPr>
        <p:spPr>
          <a:xfrm>
            <a:off x="365760" y="365126"/>
            <a:ext cx="10515600" cy="781598"/>
          </a:xfrm>
        </p:spPr>
        <p:txBody>
          <a:bodyPr/>
          <a:lstStyle/>
          <a:p>
            <a:r>
              <a:rPr lang="en-US" dirty="0"/>
              <a:t>Aircraft vs. Airplane?</a:t>
            </a:r>
          </a:p>
        </p:txBody>
      </p:sp>
      <p:sp>
        <p:nvSpPr>
          <p:cNvPr id="3" name="Content Placeholder 2">
            <a:extLst>
              <a:ext uri="{FF2B5EF4-FFF2-40B4-BE49-F238E27FC236}">
                <a16:creationId xmlns:a16="http://schemas.microsoft.com/office/drawing/2014/main" id="{FE6B6680-04FC-3A89-E87C-0FD0FA0AE5E1}"/>
              </a:ext>
            </a:extLst>
          </p:cNvPr>
          <p:cNvSpPr>
            <a:spLocks noGrp="1"/>
          </p:cNvSpPr>
          <p:nvPr>
            <p:ph idx="1"/>
          </p:nvPr>
        </p:nvSpPr>
        <p:spPr>
          <a:xfrm>
            <a:off x="838200" y="1500026"/>
            <a:ext cx="10515600" cy="5157627"/>
          </a:xfrm>
        </p:spPr>
        <p:txBody>
          <a:bodyPr/>
          <a:lstStyle/>
          <a:p>
            <a:r>
              <a:rPr lang="en-US" b="1" dirty="0"/>
              <a:t>Aircraft</a:t>
            </a:r>
            <a:r>
              <a:rPr lang="en-US" dirty="0"/>
              <a:t> = any vehicle that is capable of flight</a:t>
            </a:r>
            <a:br>
              <a:rPr lang="en-US" dirty="0"/>
            </a:br>
            <a:endParaRPr lang="en-US" dirty="0"/>
          </a:p>
          <a:p>
            <a:pPr marL="0" indent="0">
              <a:buNone/>
            </a:pPr>
            <a:br>
              <a:rPr lang="en-US" dirty="0"/>
            </a:br>
            <a:br>
              <a:rPr lang="en-US" dirty="0"/>
            </a:br>
            <a:br>
              <a:rPr lang="en-US" dirty="0"/>
            </a:br>
            <a:endParaRPr lang="en-US" sz="1200" dirty="0"/>
          </a:p>
          <a:p>
            <a:endParaRPr lang="en-US" sz="600" b="1" dirty="0"/>
          </a:p>
          <a:p>
            <a:r>
              <a:rPr lang="en-US" b="1" dirty="0"/>
              <a:t>Airplane</a:t>
            </a:r>
            <a:r>
              <a:rPr lang="en-US" dirty="0"/>
              <a:t> = any winged vehicle, heavier than air, driven by engine</a:t>
            </a:r>
          </a:p>
        </p:txBody>
      </p:sp>
      <p:grpSp>
        <p:nvGrpSpPr>
          <p:cNvPr id="5" name="Group 4">
            <a:extLst>
              <a:ext uri="{FF2B5EF4-FFF2-40B4-BE49-F238E27FC236}">
                <a16:creationId xmlns:a16="http://schemas.microsoft.com/office/drawing/2014/main" id="{25C7BD6C-F1F0-3DC3-089A-96DA4B08DA04}"/>
              </a:ext>
            </a:extLst>
          </p:cNvPr>
          <p:cNvGrpSpPr/>
          <p:nvPr/>
        </p:nvGrpSpPr>
        <p:grpSpPr>
          <a:xfrm>
            <a:off x="1155989" y="1944437"/>
            <a:ext cx="1639166" cy="1791603"/>
            <a:chOff x="1155989" y="1944437"/>
            <a:chExt cx="1639166" cy="1791603"/>
          </a:xfrm>
        </p:grpSpPr>
        <p:pic>
          <p:nvPicPr>
            <p:cNvPr id="2050" name="Picture 2">
              <a:extLst>
                <a:ext uri="{FF2B5EF4-FFF2-40B4-BE49-F238E27FC236}">
                  <a16:creationId xmlns:a16="http://schemas.microsoft.com/office/drawing/2014/main" id="{49B880CF-B383-BE37-59B6-D03B5D5ECF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5989" y="1944437"/>
              <a:ext cx="1639166" cy="1560771"/>
            </a:xfrm>
            <a:prstGeom prst="rect">
              <a:avLst/>
            </a:prstGeom>
            <a:noFill/>
            <a:effectLst>
              <a:outerShdw blurRad="50800" dist="889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3">
              <a:hlinkClick r:id="rId4"/>
              <a:extLst>
                <a:ext uri="{FF2B5EF4-FFF2-40B4-BE49-F238E27FC236}">
                  <a16:creationId xmlns:a16="http://schemas.microsoft.com/office/drawing/2014/main" id="{4E872F5F-EF37-1E08-E7C7-B853166E731C}"/>
                </a:ext>
              </a:extLst>
            </p:cNvPr>
            <p:cNvSpPr txBox="1"/>
            <p:nvPr/>
          </p:nvSpPr>
          <p:spPr>
            <a:xfrm>
              <a:off x="1155989" y="3505208"/>
              <a:ext cx="1633658" cy="230832"/>
            </a:xfrm>
            <a:prstGeom prst="rect">
              <a:avLst/>
            </a:prstGeom>
            <a:noFill/>
          </p:spPr>
          <p:txBody>
            <a:bodyPr wrap="square" rtlCol="0">
              <a:spAutoFit/>
            </a:bodyPr>
            <a:lstStyle/>
            <a:p>
              <a:pPr algn="r"/>
              <a:r>
                <a:rPr lang="en-US" sz="900" dirty="0"/>
                <a:t>(CC0)  Greg Goebel</a:t>
              </a:r>
            </a:p>
          </p:txBody>
        </p:sp>
      </p:grpSp>
      <p:grpSp>
        <p:nvGrpSpPr>
          <p:cNvPr id="13" name="Group 12">
            <a:extLst>
              <a:ext uri="{FF2B5EF4-FFF2-40B4-BE49-F238E27FC236}">
                <a16:creationId xmlns:a16="http://schemas.microsoft.com/office/drawing/2014/main" id="{F2861414-5669-01B5-01B6-67EB13312A8A}"/>
              </a:ext>
            </a:extLst>
          </p:cNvPr>
          <p:cNvGrpSpPr/>
          <p:nvPr/>
        </p:nvGrpSpPr>
        <p:grpSpPr>
          <a:xfrm>
            <a:off x="3112944" y="1959591"/>
            <a:ext cx="2083710" cy="1791603"/>
            <a:chOff x="3112944" y="1959591"/>
            <a:chExt cx="2083710" cy="1791603"/>
          </a:xfrm>
        </p:grpSpPr>
        <p:pic>
          <p:nvPicPr>
            <p:cNvPr id="2056" name="Picture 8" descr="Glider Images | Free Photos, PNG ...">
              <a:extLst>
                <a:ext uri="{FF2B5EF4-FFF2-40B4-BE49-F238E27FC236}">
                  <a16:creationId xmlns:a16="http://schemas.microsoft.com/office/drawing/2014/main" id="{ADE087A5-C438-E62B-A1F4-8A611B1579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2944" y="1959591"/>
              <a:ext cx="2083710" cy="1560771"/>
            </a:xfrm>
            <a:prstGeom prst="rect">
              <a:avLst/>
            </a:prstGeom>
            <a:noFill/>
            <a:effectLst>
              <a:outerShdw blurRad="50800" dist="889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hlinkClick r:id="rId6"/>
              <a:extLst>
                <a:ext uri="{FF2B5EF4-FFF2-40B4-BE49-F238E27FC236}">
                  <a16:creationId xmlns:a16="http://schemas.microsoft.com/office/drawing/2014/main" id="{DEE0F923-F57E-7DD3-66FC-4FA47DEEEB17}"/>
                </a:ext>
              </a:extLst>
            </p:cNvPr>
            <p:cNvSpPr txBox="1"/>
            <p:nvPr/>
          </p:nvSpPr>
          <p:spPr>
            <a:xfrm>
              <a:off x="3119679" y="3520362"/>
              <a:ext cx="2076975" cy="230832"/>
            </a:xfrm>
            <a:prstGeom prst="rect">
              <a:avLst/>
            </a:prstGeom>
            <a:noFill/>
          </p:spPr>
          <p:txBody>
            <a:bodyPr wrap="square" rtlCol="0">
              <a:spAutoFit/>
            </a:bodyPr>
            <a:lstStyle/>
            <a:p>
              <a:pPr algn="r"/>
              <a:r>
                <a:rPr lang="en-US" sz="900" dirty="0"/>
                <a:t>(CC0)  </a:t>
              </a:r>
              <a:r>
                <a:rPr lang="en-US" sz="900" dirty="0" err="1"/>
                <a:t>RawPixel</a:t>
              </a:r>
              <a:endParaRPr lang="en-US" sz="900" dirty="0"/>
            </a:p>
          </p:txBody>
        </p:sp>
      </p:grpSp>
      <p:grpSp>
        <p:nvGrpSpPr>
          <p:cNvPr id="14" name="Group 13">
            <a:extLst>
              <a:ext uri="{FF2B5EF4-FFF2-40B4-BE49-F238E27FC236}">
                <a16:creationId xmlns:a16="http://schemas.microsoft.com/office/drawing/2014/main" id="{0E8E7879-F34A-49E7-4818-054C9BB99923}"/>
              </a:ext>
            </a:extLst>
          </p:cNvPr>
          <p:cNvGrpSpPr/>
          <p:nvPr/>
        </p:nvGrpSpPr>
        <p:grpSpPr>
          <a:xfrm>
            <a:off x="5514443" y="1947828"/>
            <a:ext cx="1937228" cy="1788212"/>
            <a:chOff x="5514443" y="1947828"/>
            <a:chExt cx="1937228" cy="1788212"/>
          </a:xfrm>
        </p:grpSpPr>
        <p:pic>
          <p:nvPicPr>
            <p:cNvPr id="9" name="Picture 8">
              <a:extLst>
                <a:ext uri="{FF2B5EF4-FFF2-40B4-BE49-F238E27FC236}">
                  <a16:creationId xmlns:a16="http://schemas.microsoft.com/office/drawing/2014/main" id="{3CE19878-23C6-C702-F417-3E34F756755F}"/>
                </a:ext>
              </a:extLst>
            </p:cNvPr>
            <p:cNvPicPr>
              <a:picLocks noChangeAspect="1"/>
            </p:cNvPicPr>
            <p:nvPr/>
          </p:nvPicPr>
          <p:blipFill>
            <a:blip r:embed="rId7"/>
            <a:stretch>
              <a:fillRect/>
            </a:stretch>
          </p:blipFill>
          <p:spPr>
            <a:xfrm>
              <a:off x="5514443" y="1947828"/>
              <a:ext cx="1937228" cy="1557380"/>
            </a:xfrm>
            <a:prstGeom prst="rect">
              <a:avLst/>
            </a:prstGeom>
            <a:noFill/>
            <a:effectLst>
              <a:outerShdw blurRad="50800" dist="88900" dir="2700000" algn="tl" rotWithShape="0">
                <a:prstClr val="black">
                  <a:alpha val="40000"/>
                </a:prstClr>
              </a:outerShdw>
            </a:effectLst>
          </p:spPr>
        </p:pic>
        <p:sp>
          <p:nvSpPr>
            <p:cNvPr id="12" name="TextBox 11">
              <a:hlinkClick r:id="rId8"/>
              <a:extLst>
                <a:ext uri="{FF2B5EF4-FFF2-40B4-BE49-F238E27FC236}">
                  <a16:creationId xmlns:a16="http://schemas.microsoft.com/office/drawing/2014/main" id="{928F039D-5A85-65D0-47B0-65BB84B375B6}"/>
                </a:ext>
              </a:extLst>
            </p:cNvPr>
            <p:cNvSpPr txBox="1"/>
            <p:nvPr/>
          </p:nvSpPr>
          <p:spPr>
            <a:xfrm>
              <a:off x="5514443" y="3505208"/>
              <a:ext cx="1919477" cy="230832"/>
            </a:xfrm>
            <a:prstGeom prst="rect">
              <a:avLst/>
            </a:prstGeom>
            <a:noFill/>
          </p:spPr>
          <p:txBody>
            <a:bodyPr wrap="square" rtlCol="0">
              <a:spAutoFit/>
            </a:bodyPr>
            <a:lstStyle/>
            <a:p>
              <a:pPr algn="r"/>
              <a:r>
                <a:rPr lang="en-US" sz="900" dirty="0"/>
                <a:t>(CC3)  Wikimedia Commons, 2011</a:t>
              </a:r>
            </a:p>
          </p:txBody>
        </p:sp>
      </p:grpSp>
      <p:grpSp>
        <p:nvGrpSpPr>
          <p:cNvPr id="16" name="Group 15">
            <a:extLst>
              <a:ext uri="{FF2B5EF4-FFF2-40B4-BE49-F238E27FC236}">
                <a16:creationId xmlns:a16="http://schemas.microsoft.com/office/drawing/2014/main" id="{8D41CDEF-67B0-D53B-6B7C-011C409E4DE2}"/>
              </a:ext>
            </a:extLst>
          </p:cNvPr>
          <p:cNvGrpSpPr/>
          <p:nvPr/>
        </p:nvGrpSpPr>
        <p:grpSpPr>
          <a:xfrm>
            <a:off x="7764607" y="1962982"/>
            <a:ext cx="2323996" cy="1788212"/>
            <a:chOff x="7764607" y="1962982"/>
            <a:chExt cx="2323996" cy="1788212"/>
          </a:xfrm>
        </p:grpSpPr>
        <p:pic>
          <p:nvPicPr>
            <p:cNvPr id="2064" name="Picture 16" descr="fire. Helicopter fire explosion ...">
              <a:extLst>
                <a:ext uri="{FF2B5EF4-FFF2-40B4-BE49-F238E27FC236}">
                  <a16:creationId xmlns:a16="http://schemas.microsoft.com/office/drawing/2014/main" id="{8FF02A63-C081-6A1A-AA8F-4B8C44716FF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69460" y="1962982"/>
              <a:ext cx="2319142" cy="1557380"/>
            </a:xfrm>
            <a:prstGeom prst="rect">
              <a:avLst/>
            </a:prstGeom>
            <a:noFill/>
            <a:effectLst>
              <a:outerShdw blurRad="50800" dist="889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5" name="TextBox 14">
              <a:hlinkClick r:id="rId10"/>
              <a:extLst>
                <a:ext uri="{FF2B5EF4-FFF2-40B4-BE49-F238E27FC236}">
                  <a16:creationId xmlns:a16="http://schemas.microsoft.com/office/drawing/2014/main" id="{0BD2772E-5EAB-1A71-1621-34D1E75939C2}"/>
                </a:ext>
              </a:extLst>
            </p:cNvPr>
            <p:cNvSpPr txBox="1"/>
            <p:nvPr/>
          </p:nvSpPr>
          <p:spPr>
            <a:xfrm>
              <a:off x="7764607" y="3520362"/>
              <a:ext cx="2323996" cy="230832"/>
            </a:xfrm>
            <a:prstGeom prst="rect">
              <a:avLst/>
            </a:prstGeom>
            <a:noFill/>
          </p:spPr>
          <p:txBody>
            <a:bodyPr wrap="square" rtlCol="0">
              <a:spAutoFit/>
            </a:bodyPr>
            <a:lstStyle/>
            <a:p>
              <a:pPr algn="r"/>
              <a:r>
                <a:rPr lang="en-US" sz="900" dirty="0"/>
                <a:t>(CC0)  </a:t>
              </a:r>
              <a:r>
                <a:rPr lang="en-US" sz="900" dirty="0" err="1"/>
                <a:t>PxHere</a:t>
              </a:r>
              <a:r>
                <a:rPr lang="en-US" sz="900" dirty="0"/>
                <a:t>, 2011</a:t>
              </a:r>
            </a:p>
          </p:txBody>
        </p:sp>
      </p:grpSp>
      <p:grpSp>
        <p:nvGrpSpPr>
          <p:cNvPr id="23" name="Group 22">
            <a:extLst>
              <a:ext uri="{FF2B5EF4-FFF2-40B4-BE49-F238E27FC236}">
                <a16:creationId xmlns:a16="http://schemas.microsoft.com/office/drawing/2014/main" id="{B9D2EBAF-40AA-EE60-1D4E-4628A28A5674}"/>
              </a:ext>
            </a:extLst>
          </p:cNvPr>
          <p:cNvGrpSpPr/>
          <p:nvPr/>
        </p:nvGrpSpPr>
        <p:grpSpPr>
          <a:xfrm>
            <a:off x="1155987" y="4484976"/>
            <a:ext cx="2367587" cy="1807403"/>
            <a:chOff x="1155987" y="4484976"/>
            <a:chExt cx="2367587" cy="1807403"/>
          </a:xfrm>
        </p:grpSpPr>
        <p:sp>
          <p:nvSpPr>
            <p:cNvPr id="17" name="TextBox 16">
              <a:hlinkClick r:id="rId11"/>
              <a:extLst>
                <a:ext uri="{FF2B5EF4-FFF2-40B4-BE49-F238E27FC236}">
                  <a16:creationId xmlns:a16="http://schemas.microsoft.com/office/drawing/2014/main" id="{A24E4D48-46C0-DB91-FA81-954DD01684A2}"/>
                </a:ext>
              </a:extLst>
            </p:cNvPr>
            <p:cNvSpPr txBox="1"/>
            <p:nvPr/>
          </p:nvSpPr>
          <p:spPr>
            <a:xfrm>
              <a:off x="1155987" y="6061547"/>
              <a:ext cx="2367587" cy="230832"/>
            </a:xfrm>
            <a:prstGeom prst="rect">
              <a:avLst/>
            </a:prstGeom>
            <a:noFill/>
          </p:spPr>
          <p:txBody>
            <a:bodyPr wrap="square" rtlCol="0">
              <a:spAutoFit/>
            </a:bodyPr>
            <a:lstStyle/>
            <a:p>
              <a:pPr algn="r"/>
              <a:r>
                <a:rPr lang="en-US" sz="900" dirty="0"/>
                <a:t>(CC2)  Wikimedia Commons, 2011</a:t>
              </a:r>
            </a:p>
          </p:txBody>
        </p:sp>
        <p:pic>
          <p:nvPicPr>
            <p:cNvPr id="19" name="Picture 18">
              <a:extLst>
                <a:ext uri="{FF2B5EF4-FFF2-40B4-BE49-F238E27FC236}">
                  <a16:creationId xmlns:a16="http://schemas.microsoft.com/office/drawing/2014/main" id="{8CB73419-69E5-83B3-A0D6-0BFD77A0414D}"/>
                </a:ext>
              </a:extLst>
            </p:cNvPr>
            <p:cNvPicPr>
              <a:picLocks noChangeAspect="1"/>
            </p:cNvPicPr>
            <p:nvPr/>
          </p:nvPicPr>
          <p:blipFill>
            <a:blip r:embed="rId12"/>
            <a:stretch>
              <a:fillRect/>
            </a:stretch>
          </p:blipFill>
          <p:spPr>
            <a:xfrm>
              <a:off x="1155987" y="4484976"/>
              <a:ext cx="2367587" cy="1575925"/>
            </a:xfrm>
            <a:prstGeom prst="rect">
              <a:avLst/>
            </a:prstGeom>
            <a:noFill/>
            <a:effectLst>
              <a:outerShdw blurRad="50800" dist="88900" dir="2700000" algn="tl" rotWithShape="0">
                <a:prstClr val="black">
                  <a:alpha val="40000"/>
                </a:prstClr>
              </a:outerShdw>
            </a:effectLst>
          </p:spPr>
        </p:pic>
      </p:grpSp>
      <p:grpSp>
        <p:nvGrpSpPr>
          <p:cNvPr id="24" name="Group 23">
            <a:extLst>
              <a:ext uri="{FF2B5EF4-FFF2-40B4-BE49-F238E27FC236}">
                <a16:creationId xmlns:a16="http://schemas.microsoft.com/office/drawing/2014/main" id="{68978FD4-C006-5905-113B-C63744C9C504}"/>
              </a:ext>
            </a:extLst>
          </p:cNvPr>
          <p:cNvGrpSpPr/>
          <p:nvPr/>
        </p:nvGrpSpPr>
        <p:grpSpPr>
          <a:xfrm>
            <a:off x="3837346" y="4499681"/>
            <a:ext cx="2640850" cy="1792698"/>
            <a:chOff x="3837346" y="4499681"/>
            <a:chExt cx="2640850" cy="1792698"/>
          </a:xfrm>
        </p:grpSpPr>
        <p:sp>
          <p:nvSpPr>
            <p:cNvPr id="20" name="TextBox 19">
              <a:hlinkClick r:id="rId13"/>
              <a:extLst>
                <a:ext uri="{FF2B5EF4-FFF2-40B4-BE49-F238E27FC236}">
                  <a16:creationId xmlns:a16="http://schemas.microsoft.com/office/drawing/2014/main" id="{4D386BB1-C327-F2C0-1BFE-192F690C8177}"/>
                </a:ext>
              </a:extLst>
            </p:cNvPr>
            <p:cNvSpPr txBox="1"/>
            <p:nvPr/>
          </p:nvSpPr>
          <p:spPr>
            <a:xfrm>
              <a:off x="3837346" y="6061547"/>
              <a:ext cx="2636835" cy="230832"/>
            </a:xfrm>
            <a:prstGeom prst="rect">
              <a:avLst/>
            </a:prstGeom>
            <a:noFill/>
          </p:spPr>
          <p:txBody>
            <a:bodyPr wrap="square" rtlCol="0">
              <a:spAutoFit/>
            </a:bodyPr>
            <a:lstStyle/>
            <a:p>
              <a:pPr algn="r"/>
              <a:r>
                <a:rPr lang="en-US" sz="900" dirty="0"/>
                <a:t>(CC2)  Wikimedia Commons, 2012</a:t>
              </a:r>
            </a:p>
          </p:txBody>
        </p:sp>
        <p:pic>
          <p:nvPicPr>
            <p:cNvPr id="22" name="Picture 21">
              <a:extLst>
                <a:ext uri="{FF2B5EF4-FFF2-40B4-BE49-F238E27FC236}">
                  <a16:creationId xmlns:a16="http://schemas.microsoft.com/office/drawing/2014/main" id="{C099F696-8ED8-C90A-F70F-80DBECF645F4}"/>
                </a:ext>
              </a:extLst>
            </p:cNvPr>
            <p:cNvPicPr>
              <a:picLocks noChangeAspect="1"/>
            </p:cNvPicPr>
            <p:nvPr/>
          </p:nvPicPr>
          <p:blipFill>
            <a:blip r:embed="rId14"/>
            <a:stretch>
              <a:fillRect/>
            </a:stretch>
          </p:blipFill>
          <p:spPr>
            <a:xfrm>
              <a:off x="3841362" y="4499681"/>
              <a:ext cx="2636834" cy="1557380"/>
            </a:xfrm>
            <a:prstGeom prst="rect">
              <a:avLst/>
            </a:prstGeom>
            <a:noFill/>
            <a:effectLst>
              <a:outerShdw blurRad="50800" dist="88900" dir="2700000" algn="tl" rotWithShape="0">
                <a:prstClr val="black">
                  <a:alpha val="40000"/>
                </a:prstClr>
              </a:outerShdw>
            </a:effectLst>
          </p:spPr>
        </p:pic>
      </p:grpSp>
      <p:grpSp>
        <p:nvGrpSpPr>
          <p:cNvPr id="28" name="Group 27">
            <a:extLst>
              <a:ext uri="{FF2B5EF4-FFF2-40B4-BE49-F238E27FC236}">
                <a16:creationId xmlns:a16="http://schemas.microsoft.com/office/drawing/2014/main" id="{2DC8C8C8-E3E6-FCAB-E4E1-4A7D965F7BF7}"/>
              </a:ext>
            </a:extLst>
          </p:cNvPr>
          <p:cNvGrpSpPr/>
          <p:nvPr/>
        </p:nvGrpSpPr>
        <p:grpSpPr>
          <a:xfrm>
            <a:off x="6791969" y="4484976"/>
            <a:ext cx="2509653" cy="1802917"/>
            <a:chOff x="6791969" y="4484976"/>
            <a:chExt cx="2509653" cy="1802917"/>
          </a:xfrm>
        </p:grpSpPr>
        <p:sp>
          <p:nvSpPr>
            <p:cNvPr id="25" name="TextBox 24">
              <a:hlinkClick r:id="rId15"/>
              <a:extLst>
                <a:ext uri="{FF2B5EF4-FFF2-40B4-BE49-F238E27FC236}">
                  <a16:creationId xmlns:a16="http://schemas.microsoft.com/office/drawing/2014/main" id="{0B12B60C-36EC-13D2-0594-129AA03FF69C}"/>
                </a:ext>
              </a:extLst>
            </p:cNvPr>
            <p:cNvSpPr txBox="1"/>
            <p:nvPr/>
          </p:nvSpPr>
          <p:spPr>
            <a:xfrm>
              <a:off x="6795984" y="6057061"/>
              <a:ext cx="2505638" cy="230832"/>
            </a:xfrm>
            <a:prstGeom prst="rect">
              <a:avLst/>
            </a:prstGeom>
            <a:noFill/>
          </p:spPr>
          <p:txBody>
            <a:bodyPr wrap="square" rtlCol="0">
              <a:spAutoFit/>
            </a:bodyPr>
            <a:lstStyle/>
            <a:p>
              <a:pPr algn="r"/>
              <a:r>
                <a:rPr lang="en-US" sz="900" dirty="0"/>
                <a:t>(CC4)  Wikimedia Commons, 2022</a:t>
              </a:r>
            </a:p>
          </p:txBody>
        </p:sp>
        <p:pic>
          <p:nvPicPr>
            <p:cNvPr id="27" name="Picture 26">
              <a:extLst>
                <a:ext uri="{FF2B5EF4-FFF2-40B4-BE49-F238E27FC236}">
                  <a16:creationId xmlns:a16="http://schemas.microsoft.com/office/drawing/2014/main" id="{28F4E494-88CE-298F-39A7-8ED5F4FD4D69}"/>
                </a:ext>
              </a:extLst>
            </p:cNvPr>
            <p:cNvPicPr>
              <a:picLocks noChangeAspect="1"/>
            </p:cNvPicPr>
            <p:nvPr/>
          </p:nvPicPr>
          <p:blipFill>
            <a:blip r:embed="rId16"/>
            <a:stretch>
              <a:fillRect/>
            </a:stretch>
          </p:blipFill>
          <p:spPr>
            <a:xfrm>
              <a:off x="6791969" y="4484976"/>
              <a:ext cx="2509653" cy="1572085"/>
            </a:xfrm>
            <a:prstGeom prst="rect">
              <a:avLst/>
            </a:prstGeom>
            <a:noFill/>
            <a:effectLst>
              <a:outerShdw blurRad="50800" dist="88900" dir="2700000" algn="tl" rotWithShape="0">
                <a:prstClr val="black">
                  <a:alpha val="40000"/>
                </a:prstClr>
              </a:outerShdw>
            </a:effectLst>
          </p:spPr>
        </p:pic>
      </p:grpSp>
    </p:spTree>
    <p:extLst>
      <p:ext uri="{BB962C8B-B14F-4D97-AF65-F5344CB8AC3E}">
        <p14:creationId xmlns:p14="http://schemas.microsoft.com/office/powerpoint/2010/main" val="90906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131C0E5D-D03E-3EE7-CD63-B46756337C6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CC91DBB-0076-0D07-FAE5-F296C5571CC2}"/>
              </a:ext>
            </a:extLst>
          </p:cNvPr>
          <p:cNvPicPr>
            <a:picLocks noChangeAspect="1"/>
          </p:cNvPicPr>
          <p:nvPr/>
        </p:nvPicPr>
        <p:blipFill>
          <a:blip r:embed="rId3"/>
          <a:stretch>
            <a:fillRect/>
          </a:stretch>
        </p:blipFill>
        <p:spPr>
          <a:xfrm>
            <a:off x="2212054" y="2787920"/>
            <a:ext cx="7868748" cy="2505425"/>
          </a:xfrm>
          <a:prstGeom prst="rect">
            <a:avLst/>
          </a:prstGeom>
        </p:spPr>
      </p:pic>
      <p:sp>
        <p:nvSpPr>
          <p:cNvPr id="2" name="Title 1">
            <a:extLst>
              <a:ext uri="{FF2B5EF4-FFF2-40B4-BE49-F238E27FC236}">
                <a16:creationId xmlns:a16="http://schemas.microsoft.com/office/drawing/2014/main" id="{27CA40FF-F14C-0B00-6E17-EC287C69B127}"/>
              </a:ext>
            </a:extLst>
          </p:cNvPr>
          <p:cNvSpPr>
            <a:spLocks noGrp="1"/>
          </p:cNvSpPr>
          <p:nvPr>
            <p:ph type="title"/>
          </p:nvPr>
        </p:nvSpPr>
        <p:spPr>
          <a:xfrm>
            <a:off x="365760" y="365125"/>
            <a:ext cx="10515600" cy="786384"/>
          </a:xfrm>
        </p:spPr>
        <p:txBody>
          <a:bodyPr/>
          <a:lstStyle/>
          <a:p>
            <a:r>
              <a:rPr lang="en-US" dirty="0"/>
              <a:t>The Four Primary Assemblies</a:t>
            </a:r>
          </a:p>
        </p:txBody>
      </p:sp>
      <p:grpSp>
        <p:nvGrpSpPr>
          <p:cNvPr id="24" name="Group 23">
            <a:extLst>
              <a:ext uri="{FF2B5EF4-FFF2-40B4-BE49-F238E27FC236}">
                <a16:creationId xmlns:a16="http://schemas.microsoft.com/office/drawing/2014/main" id="{2FD9AE43-C7A5-B806-215E-49802AD90DD6}"/>
              </a:ext>
            </a:extLst>
          </p:cNvPr>
          <p:cNvGrpSpPr/>
          <p:nvPr/>
        </p:nvGrpSpPr>
        <p:grpSpPr>
          <a:xfrm>
            <a:off x="2538846" y="2010663"/>
            <a:ext cx="1437407" cy="1160318"/>
            <a:chOff x="2538846" y="2164773"/>
            <a:chExt cx="1437407" cy="1160318"/>
          </a:xfrm>
        </p:grpSpPr>
        <p:sp>
          <p:nvSpPr>
            <p:cNvPr id="7" name="TextBox 6">
              <a:extLst>
                <a:ext uri="{FF2B5EF4-FFF2-40B4-BE49-F238E27FC236}">
                  <a16:creationId xmlns:a16="http://schemas.microsoft.com/office/drawing/2014/main" id="{EC3981EB-FB91-A486-EEBB-4A7C9EEEC7B5}"/>
                </a:ext>
              </a:extLst>
            </p:cNvPr>
            <p:cNvSpPr txBox="1"/>
            <p:nvPr/>
          </p:nvSpPr>
          <p:spPr>
            <a:xfrm>
              <a:off x="2538846" y="2164773"/>
              <a:ext cx="1437407" cy="369332"/>
            </a:xfrm>
            <a:prstGeom prst="rect">
              <a:avLst/>
            </a:prstGeom>
            <a:solidFill>
              <a:srgbClr val="0070C0"/>
            </a:solidFill>
          </p:spPr>
          <p:txBody>
            <a:bodyPr wrap="square" rtlCol="0">
              <a:spAutoFit/>
            </a:bodyPr>
            <a:lstStyle/>
            <a:p>
              <a:r>
                <a:rPr lang="en-US" b="1" dirty="0">
                  <a:solidFill>
                    <a:schemeClr val="bg1"/>
                  </a:solidFill>
                </a:rPr>
                <a:t>Empennage</a:t>
              </a:r>
            </a:p>
          </p:txBody>
        </p:sp>
        <p:cxnSp>
          <p:nvCxnSpPr>
            <p:cNvPr id="12" name="Straight Arrow Connector 11">
              <a:extLst>
                <a:ext uri="{FF2B5EF4-FFF2-40B4-BE49-F238E27FC236}">
                  <a16:creationId xmlns:a16="http://schemas.microsoft.com/office/drawing/2014/main" id="{6D972D9E-3F3C-598D-BB34-38A6BCE430AA}"/>
                </a:ext>
              </a:extLst>
            </p:cNvPr>
            <p:cNvCxnSpPr>
              <a:cxnSpLocks/>
              <a:stCxn id="7" idx="2"/>
            </p:cNvCxnSpPr>
            <p:nvPr/>
          </p:nvCxnSpPr>
          <p:spPr>
            <a:xfrm>
              <a:off x="3257550" y="2534105"/>
              <a:ext cx="0" cy="790986"/>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27" name="Group 26">
            <a:extLst>
              <a:ext uri="{FF2B5EF4-FFF2-40B4-BE49-F238E27FC236}">
                <a16:creationId xmlns:a16="http://schemas.microsoft.com/office/drawing/2014/main" id="{AE5AD5E3-7E31-960F-587C-BD927362900D}"/>
              </a:ext>
            </a:extLst>
          </p:cNvPr>
          <p:cNvGrpSpPr/>
          <p:nvPr/>
        </p:nvGrpSpPr>
        <p:grpSpPr>
          <a:xfrm>
            <a:off x="4640732" y="4029270"/>
            <a:ext cx="900545" cy="2045304"/>
            <a:chOff x="4618038" y="3848528"/>
            <a:chExt cx="900545" cy="2045304"/>
          </a:xfrm>
        </p:grpSpPr>
        <p:sp>
          <p:nvSpPr>
            <p:cNvPr id="6" name="TextBox 5">
              <a:extLst>
                <a:ext uri="{FF2B5EF4-FFF2-40B4-BE49-F238E27FC236}">
                  <a16:creationId xmlns:a16="http://schemas.microsoft.com/office/drawing/2014/main" id="{C6698ED6-8979-3DC3-88F0-94632921FF7A}"/>
                </a:ext>
              </a:extLst>
            </p:cNvPr>
            <p:cNvSpPr txBox="1"/>
            <p:nvPr/>
          </p:nvSpPr>
          <p:spPr>
            <a:xfrm>
              <a:off x="4618038" y="5524500"/>
              <a:ext cx="900545" cy="369332"/>
            </a:xfrm>
            <a:prstGeom prst="rect">
              <a:avLst/>
            </a:prstGeom>
            <a:solidFill>
              <a:srgbClr val="0070C0"/>
            </a:solidFill>
          </p:spPr>
          <p:txBody>
            <a:bodyPr wrap="square" rtlCol="0">
              <a:spAutoFit/>
            </a:bodyPr>
            <a:lstStyle/>
            <a:p>
              <a:r>
                <a:rPr lang="en-US" b="1" dirty="0">
                  <a:solidFill>
                    <a:schemeClr val="bg1"/>
                  </a:solidFill>
                </a:rPr>
                <a:t>Wings</a:t>
              </a:r>
            </a:p>
          </p:txBody>
        </p:sp>
        <p:cxnSp>
          <p:nvCxnSpPr>
            <p:cNvPr id="13" name="Straight Arrow Connector 12">
              <a:extLst>
                <a:ext uri="{FF2B5EF4-FFF2-40B4-BE49-F238E27FC236}">
                  <a16:creationId xmlns:a16="http://schemas.microsoft.com/office/drawing/2014/main" id="{5CA31796-0CAB-5144-A9DE-4043F44A5FD4}"/>
                </a:ext>
              </a:extLst>
            </p:cNvPr>
            <p:cNvCxnSpPr>
              <a:cxnSpLocks/>
              <a:stCxn id="6" idx="0"/>
            </p:cNvCxnSpPr>
            <p:nvPr/>
          </p:nvCxnSpPr>
          <p:spPr>
            <a:xfrm flipV="1">
              <a:off x="5068311" y="3848528"/>
              <a:ext cx="0" cy="1675972"/>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28" name="Group 27">
            <a:extLst>
              <a:ext uri="{FF2B5EF4-FFF2-40B4-BE49-F238E27FC236}">
                <a16:creationId xmlns:a16="http://schemas.microsoft.com/office/drawing/2014/main" id="{5AFD77AA-FE57-0C96-2C8B-27CD926081C4}"/>
              </a:ext>
            </a:extLst>
          </p:cNvPr>
          <p:cNvGrpSpPr/>
          <p:nvPr/>
        </p:nvGrpSpPr>
        <p:grpSpPr>
          <a:xfrm>
            <a:off x="7873539" y="4608390"/>
            <a:ext cx="1437407" cy="1466184"/>
            <a:chOff x="7873539" y="4762500"/>
            <a:chExt cx="1437407" cy="1466184"/>
          </a:xfrm>
        </p:grpSpPr>
        <p:sp>
          <p:nvSpPr>
            <p:cNvPr id="5" name="TextBox 4">
              <a:extLst>
                <a:ext uri="{FF2B5EF4-FFF2-40B4-BE49-F238E27FC236}">
                  <a16:creationId xmlns:a16="http://schemas.microsoft.com/office/drawing/2014/main" id="{A5AFAE06-E318-9101-05B7-3FF6E3B52242}"/>
                </a:ext>
              </a:extLst>
            </p:cNvPr>
            <p:cNvSpPr txBox="1"/>
            <p:nvPr/>
          </p:nvSpPr>
          <p:spPr>
            <a:xfrm>
              <a:off x="7873539" y="5859352"/>
              <a:ext cx="1437407" cy="369332"/>
            </a:xfrm>
            <a:prstGeom prst="rect">
              <a:avLst/>
            </a:prstGeom>
            <a:solidFill>
              <a:srgbClr val="0070C0"/>
            </a:solidFill>
          </p:spPr>
          <p:txBody>
            <a:bodyPr wrap="square" rtlCol="0">
              <a:spAutoFit/>
            </a:bodyPr>
            <a:lstStyle/>
            <a:p>
              <a:r>
                <a:rPr lang="en-US" b="1" dirty="0">
                  <a:solidFill>
                    <a:schemeClr val="bg1"/>
                  </a:solidFill>
                </a:rPr>
                <a:t>Powerplant</a:t>
              </a:r>
            </a:p>
          </p:txBody>
        </p:sp>
        <p:cxnSp>
          <p:nvCxnSpPr>
            <p:cNvPr id="18" name="Straight Arrow Connector 17">
              <a:extLst>
                <a:ext uri="{FF2B5EF4-FFF2-40B4-BE49-F238E27FC236}">
                  <a16:creationId xmlns:a16="http://schemas.microsoft.com/office/drawing/2014/main" id="{6058A23B-710E-59A6-7583-05EF73E76ECE}"/>
                </a:ext>
              </a:extLst>
            </p:cNvPr>
            <p:cNvCxnSpPr>
              <a:cxnSpLocks/>
              <a:stCxn id="5" idx="0"/>
            </p:cNvCxnSpPr>
            <p:nvPr/>
          </p:nvCxnSpPr>
          <p:spPr>
            <a:xfrm flipH="1" flipV="1">
              <a:off x="7949409" y="4762500"/>
              <a:ext cx="642834" cy="1096852"/>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BD5DCFE5-1DC0-5D7B-86B6-B5BC06122AC8}"/>
              </a:ext>
            </a:extLst>
          </p:cNvPr>
          <p:cNvGrpSpPr/>
          <p:nvPr/>
        </p:nvGrpSpPr>
        <p:grpSpPr>
          <a:xfrm>
            <a:off x="7720447" y="1913681"/>
            <a:ext cx="1163782" cy="1257300"/>
            <a:chOff x="7720447" y="2067791"/>
            <a:chExt cx="1163782" cy="1257300"/>
          </a:xfrm>
        </p:grpSpPr>
        <p:sp>
          <p:nvSpPr>
            <p:cNvPr id="4" name="TextBox 3">
              <a:extLst>
                <a:ext uri="{FF2B5EF4-FFF2-40B4-BE49-F238E27FC236}">
                  <a16:creationId xmlns:a16="http://schemas.microsoft.com/office/drawing/2014/main" id="{84A14E9B-4D2E-8C45-563A-5B8EFA27159F}"/>
                </a:ext>
              </a:extLst>
            </p:cNvPr>
            <p:cNvSpPr txBox="1"/>
            <p:nvPr/>
          </p:nvSpPr>
          <p:spPr>
            <a:xfrm>
              <a:off x="7720447" y="2067791"/>
              <a:ext cx="1163782" cy="369332"/>
            </a:xfrm>
            <a:prstGeom prst="rect">
              <a:avLst/>
            </a:prstGeom>
            <a:solidFill>
              <a:srgbClr val="0070C0"/>
            </a:solidFill>
          </p:spPr>
          <p:txBody>
            <a:bodyPr wrap="square" rtlCol="0">
              <a:spAutoFit/>
            </a:bodyPr>
            <a:lstStyle/>
            <a:p>
              <a:r>
                <a:rPr lang="en-US" b="1" dirty="0">
                  <a:solidFill>
                    <a:schemeClr val="bg1"/>
                  </a:solidFill>
                </a:rPr>
                <a:t>Fuselage</a:t>
              </a:r>
            </a:p>
          </p:txBody>
        </p:sp>
        <p:cxnSp>
          <p:nvCxnSpPr>
            <p:cNvPr id="21" name="Straight Arrow Connector 20">
              <a:extLst>
                <a:ext uri="{FF2B5EF4-FFF2-40B4-BE49-F238E27FC236}">
                  <a16:creationId xmlns:a16="http://schemas.microsoft.com/office/drawing/2014/main" id="{CA9F19F6-963C-3F7B-893F-EDE67F38DDC7}"/>
                </a:ext>
              </a:extLst>
            </p:cNvPr>
            <p:cNvCxnSpPr>
              <a:cxnSpLocks/>
              <a:stCxn id="4" idx="2"/>
            </p:cNvCxnSpPr>
            <p:nvPr/>
          </p:nvCxnSpPr>
          <p:spPr>
            <a:xfrm>
              <a:off x="8302338" y="2437123"/>
              <a:ext cx="0" cy="887968"/>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sp>
        <p:nvSpPr>
          <p:cNvPr id="3" name="TextBox 2">
            <a:hlinkClick r:id="rId4"/>
            <a:extLst>
              <a:ext uri="{FF2B5EF4-FFF2-40B4-BE49-F238E27FC236}">
                <a16:creationId xmlns:a16="http://schemas.microsoft.com/office/drawing/2014/main" id="{F29114EA-1D02-A1AD-E0AF-3D3463828B06}"/>
              </a:ext>
            </a:extLst>
          </p:cNvPr>
          <p:cNvSpPr txBox="1"/>
          <p:nvPr/>
        </p:nvSpPr>
        <p:spPr>
          <a:xfrm rot="701782">
            <a:off x="4179614" y="3409023"/>
            <a:ext cx="1912847" cy="230832"/>
          </a:xfrm>
          <a:prstGeom prst="rect">
            <a:avLst/>
          </a:prstGeom>
          <a:noFill/>
        </p:spPr>
        <p:txBody>
          <a:bodyPr wrap="square" rtlCol="0">
            <a:spAutoFit/>
          </a:bodyPr>
          <a:lstStyle/>
          <a:p>
            <a:pPr algn="r"/>
            <a:r>
              <a:rPr lang="en-US" sz="900" dirty="0"/>
              <a:t>(CC2)  Wikimedia Commons, 2018</a:t>
            </a:r>
          </a:p>
        </p:txBody>
      </p:sp>
    </p:spTree>
    <p:extLst>
      <p:ext uri="{BB962C8B-B14F-4D97-AF65-F5344CB8AC3E}">
        <p14:creationId xmlns:p14="http://schemas.microsoft.com/office/powerpoint/2010/main" val="1080583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B5787943-DE98-E046-48B7-1BBCA8DC9F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D56E19B-E6AF-535D-BDD0-6A2E46DB7C3E}"/>
              </a:ext>
            </a:extLst>
          </p:cNvPr>
          <p:cNvPicPr>
            <a:picLocks noChangeAspect="1"/>
          </p:cNvPicPr>
          <p:nvPr/>
        </p:nvPicPr>
        <p:blipFill>
          <a:blip r:embed="rId3"/>
          <a:stretch>
            <a:fillRect/>
          </a:stretch>
        </p:blipFill>
        <p:spPr>
          <a:xfrm>
            <a:off x="2222328" y="2787920"/>
            <a:ext cx="7868748" cy="2505425"/>
          </a:xfrm>
          <a:prstGeom prst="rect">
            <a:avLst/>
          </a:prstGeom>
        </p:spPr>
      </p:pic>
      <p:sp>
        <p:nvSpPr>
          <p:cNvPr id="2" name="Title 1">
            <a:extLst>
              <a:ext uri="{FF2B5EF4-FFF2-40B4-BE49-F238E27FC236}">
                <a16:creationId xmlns:a16="http://schemas.microsoft.com/office/drawing/2014/main" id="{D0223C81-2C47-6D14-BD26-DDDB48CF549D}"/>
              </a:ext>
            </a:extLst>
          </p:cNvPr>
          <p:cNvSpPr>
            <a:spLocks noGrp="1"/>
          </p:cNvSpPr>
          <p:nvPr>
            <p:ph type="title"/>
          </p:nvPr>
        </p:nvSpPr>
        <p:spPr>
          <a:xfrm>
            <a:off x="365760" y="365125"/>
            <a:ext cx="10515600" cy="786384"/>
          </a:xfrm>
        </p:spPr>
        <p:txBody>
          <a:bodyPr/>
          <a:lstStyle/>
          <a:p>
            <a:r>
              <a:rPr lang="en-US" dirty="0"/>
              <a:t>The Fuselage</a:t>
            </a:r>
          </a:p>
        </p:txBody>
      </p:sp>
      <p:grpSp>
        <p:nvGrpSpPr>
          <p:cNvPr id="13" name="Group 12">
            <a:extLst>
              <a:ext uri="{FF2B5EF4-FFF2-40B4-BE49-F238E27FC236}">
                <a16:creationId xmlns:a16="http://schemas.microsoft.com/office/drawing/2014/main" id="{A19366B7-9FBF-A159-124F-FD0CF9F6D7DA}"/>
              </a:ext>
            </a:extLst>
          </p:cNvPr>
          <p:cNvGrpSpPr/>
          <p:nvPr/>
        </p:nvGrpSpPr>
        <p:grpSpPr>
          <a:xfrm>
            <a:off x="8439150" y="1793031"/>
            <a:ext cx="1371600" cy="1739035"/>
            <a:chOff x="8439150" y="1947141"/>
            <a:chExt cx="1371600" cy="1739035"/>
          </a:xfrm>
        </p:grpSpPr>
        <p:sp>
          <p:nvSpPr>
            <p:cNvPr id="7" name="Freeform: Shape 6">
              <a:extLst>
                <a:ext uri="{FF2B5EF4-FFF2-40B4-BE49-F238E27FC236}">
                  <a16:creationId xmlns:a16="http://schemas.microsoft.com/office/drawing/2014/main" id="{C13FAB7E-45D4-A9D8-8E63-75D0E547774C}"/>
                </a:ext>
              </a:extLst>
            </p:cNvPr>
            <p:cNvSpPr/>
            <p:nvPr/>
          </p:nvSpPr>
          <p:spPr>
            <a:xfrm>
              <a:off x="8874125" y="3228976"/>
              <a:ext cx="549275" cy="457200"/>
            </a:xfrm>
            <a:custGeom>
              <a:avLst/>
              <a:gdLst>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36550 w 568325"/>
                <a:gd name="csY3" fmla="*/ 4064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83805"/>
                <a:gd name="csX1" fmla="*/ 536575 w 568325"/>
                <a:gd name="csY1" fmla="*/ 244475 h 483805"/>
                <a:gd name="csX2" fmla="*/ 568325 w 568325"/>
                <a:gd name="csY2" fmla="*/ 336550 h 483805"/>
                <a:gd name="csX3" fmla="*/ 336550 w 568325"/>
                <a:gd name="csY3" fmla="*/ 406400 h 483805"/>
                <a:gd name="csX4" fmla="*/ 34925 w 568325"/>
                <a:gd name="csY4" fmla="*/ 473075 h 483805"/>
                <a:gd name="csX5" fmla="*/ 0 w 568325"/>
                <a:gd name="csY5" fmla="*/ 165100 h 483805"/>
                <a:gd name="csX6" fmla="*/ 47625 w 568325"/>
                <a:gd name="csY6" fmla="*/ 63500 h 483805"/>
                <a:gd name="csX7" fmla="*/ 133350 w 568325"/>
                <a:gd name="csY7" fmla="*/ 0 h 483805"/>
                <a:gd name="csX8" fmla="*/ 384175 w 568325"/>
                <a:gd name="csY8" fmla="*/ 41275 h 483805"/>
                <a:gd name="csX9" fmla="*/ 447675 w 568325"/>
                <a:gd name="csY9" fmla="*/ 57150 h 483805"/>
                <a:gd name="csX10" fmla="*/ 539750 w 568325"/>
                <a:gd name="csY10" fmla="*/ 127000 h 483805"/>
                <a:gd name="csX0" fmla="*/ 539750 w 568325"/>
                <a:gd name="csY0" fmla="*/ 127000 h 473075"/>
                <a:gd name="csX1" fmla="*/ 536575 w 568325"/>
                <a:gd name="csY1" fmla="*/ 244475 h 473075"/>
                <a:gd name="csX2" fmla="*/ 568325 w 568325"/>
                <a:gd name="csY2" fmla="*/ 336550 h 473075"/>
                <a:gd name="csX3" fmla="*/ 336550 w 568325"/>
                <a:gd name="csY3" fmla="*/ 406400 h 473075"/>
                <a:gd name="csX4" fmla="*/ 34925 w 568325"/>
                <a:gd name="csY4" fmla="*/ 473075 h 473075"/>
                <a:gd name="csX5" fmla="*/ 0 w 568325"/>
                <a:gd name="csY5" fmla="*/ 165100 h 473075"/>
                <a:gd name="csX6" fmla="*/ 47625 w 568325"/>
                <a:gd name="csY6" fmla="*/ 63500 h 473075"/>
                <a:gd name="csX7" fmla="*/ 133350 w 568325"/>
                <a:gd name="csY7" fmla="*/ 0 h 473075"/>
                <a:gd name="csX8" fmla="*/ 384175 w 568325"/>
                <a:gd name="csY8" fmla="*/ 41275 h 473075"/>
                <a:gd name="csX9" fmla="*/ 447675 w 568325"/>
                <a:gd name="csY9" fmla="*/ 57150 h 473075"/>
                <a:gd name="csX10" fmla="*/ 539750 w 568325"/>
                <a:gd name="csY10" fmla="*/ 127000 h 473075"/>
                <a:gd name="csX0" fmla="*/ 539750 w 568325"/>
                <a:gd name="csY0" fmla="*/ 111125 h 457200"/>
                <a:gd name="csX1" fmla="*/ 536575 w 568325"/>
                <a:gd name="csY1" fmla="*/ 228600 h 457200"/>
                <a:gd name="csX2" fmla="*/ 568325 w 568325"/>
                <a:gd name="csY2" fmla="*/ 320675 h 457200"/>
                <a:gd name="csX3" fmla="*/ 336550 w 568325"/>
                <a:gd name="csY3" fmla="*/ 390525 h 457200"/>
                <a:gd name="csX4" fmla="*/ 34925 w 568325"/>
                <a:gd name="csY4" fmla="*/ 457200 h 457200"/>
                <a:gd name="csX5" fmla="*/ 0 w 568325"/>
                <a:gd name="csY5" fmla="*/ 149225 h 457200"/>
                <a:gd name="csX6" fmla="*/ 47625 w 568325"/>
                <a:gd name="csY6" fmla="*/ 47625 h 457200"/>
                <a:gd name="csX7" fmla="*/ 158750 w 568325"/>
                <a:gd name="csY7" fmla="*/ 0 h 457200"/>
                <a:gd name="csX8" fmla="*/ 384175 w 568325"/>
                <a:gd name="csY8" fmla="*/ 25400 h 457200"/>
                <a:gd name="csX9" fmla="*/ 447675 w 568325"/>
                <a:gd name="csY9" fmla="*/ 41275 h 457200"/>
                <a:gd name="csX10" fmla="*/ 539750 w 568325"/>
                <a:gd name="csY10" fmla="*/ 111125 h 457200"/>
                <a:gd name="csX0" fmla="*/ 539750 w 568325"/>
                <a:gd name="csY0" fmla="*/ 123825 h 469900"/>
                <a:gd name="csX1" fmla="*/ 536575 w 568325"/>
                <a:gd name="csY1" fmla="*/ 241300 h 469900"/>
                <a:gd name="csX2" fmla="*/ 568325 w 568325"/>
                <a:gd name="csY2" fmla="*/ 333375 h 469900"/>
                <a:gd name="csX3" fmla="*/ 336550 w 568325"/>
                <a:gd name="csY3" fmla="*/ 403225 h 469900"/>
                <a:gd name="csX4" fmla="*/ 34925 w 568325"/>
                <a:gd name="csY4" fmla="*/ 469900 h 469900"/>
                <a:gd name="csX5" fmla="*/ 0 w 568325"/>
                <a:gd name="csY5" fmla="*/ 161925 h 469900"/>
                <a:gd name="csX6" fmla="*/ 47625 w 568325"/>
                <a:gd name="csY6" fmla="*/ 60325 h 469900"/>
                <a:gd name="csX7" fmla="*/ 155575 w 568325"/>
                <a:gd name="csY7" fmla="*/ 0 h 469900"/>
                <a:gd name="csX8" fmla="*/ 384175 w 568325"/>
                <a:gd name="csY8" fmla="*/ 38100 h 469900"/>
                <a:gd name="csX9" fmla="*/ 447675 w 568325"/>
                <a:gd name="csY9" fmla="*/ 53975 h 469900"/>
                <a:gd name="csX10" fmla="*/ 539750 w 568325"/>
                <a:gd name="csY10" fmla="*/ 123825 h 469900"/>
                <a:gd name="csX0" fmla="*/ 539750 w 568325"/>
                <a:gd name="csY0" fmla="*/ 123825 h 469900"/>
                <a:gd name="csX1" fmla="*/ 536575 w 568325"/>
                <a:gd name="csY1" fmla="*/ 241300 h 469900"/>
                <a:gd name="csX2" fmla="*/ 568325 w 568325"/>
                <a:gd name="csY2" fmla="*/ 333375 h 469900"/>
                <a:gd name="csX3" fmla="*/ 327025 w 568325"/>
                <a:gd name="csY3" fmla="*/ 371475 h 469900"/>
                <a:gd name="csX4" fmla="*/ 34925 w 568325"/>
                <a:gd name="csY4" fmla="*/ 469900 h 469900"/>
                <a:gd name="csX5" fmla="*/ 0 w 568325"/>
                <a:gd name="csY5" fmla="*/ 161925 h 469900"/>
                <a:gd name="csX6" fmla="*/ 47625 w 568325"/>
                <a:gd name="csY6" fmla="*/ 60325 h 469900"/>
                <a:gd name="csX7" fmla="*/ 155575 w 568325"/>
                <a:gd name="csY7" fmla="*/ 0 h 469900"/>
                <a:gd name="csX8" fmla="*/ 384175 w 568325"/>
                <a:gd name="csY8" fmla="*/ 38100 h 469900"/>
                <a:gd name="csX9" fmla="*/ 447675 w 568325"/>
                <a:gd name="csY9" fmla="*/ 53975 h 469900"/>
                <a:gd name="csX10" fmla="*/ 539750 w 568325"/>
                <a:gd name="csY10" fmla="*/ 123825 h 469900"/>
                <a:gd name="csX0" fmla="*/ 539750 w 549275"/>
                <a:gd name="csY0" fmla="*/ 123825 h 469900"/>
                <a:gd name="csX1" fmla="*/ 536575 w 549275"/>
                <a:gd name="csY1" fmla="*/ 241300 h 469900"/>
                <a:gd name="csX2" fmla="*/ 549275 w 549275"/>
                <a:gd name="csY2" fmla="*/ 317500 h 469900"/>
                <a:gd name="csX3" fmla="*/ 327025 w 549275"/>
                <a:gd name="csY3" fmla="*/ 371475 h 469900"/>
                <a:gd name="csX4" fmla="*/ 34925 w 549275"/>
                <a:gd name="csY4" fmla="*/ 469900 h 469900"/>
                <a:gd name="csX5" fmla="*/ 0 w 549275"/>
                <a:gd name="csY5" fmla="*/ 161925 h 469900"/>
                <a:gd name="csX6" fmla="*/ 47625 w 549275"/>
                <a:gd name="csY6" fmla="*/ 60325 h 469900"/>
                <a:gd name="csX7" fmla="*/ 155575 w 549275"/>
                <a:gd name="csY7" fmla="*/ 0 h 469900"/>
                <a:gd name="csX8" fmla="*/ 384175 w 549275"/>
                <a:gd name="csY8" fmla="*/ 38100 h 469900"/>
                <a:gd name="csX9" fmla="*/ 447675 w 549275"/>
                <a:gd name="csY9" fmla="*/ 53975 h 469900"/>
                <a:gd name="csX10" fmla="*/ 539750 w 549275"/>
                <a:gd name="csY10" fmla="*/ 123825 h 469900"/>
                <a:gd name="csX0" fmla="*/ 539750 w 549275"/>
                <a:gd name="csY0" fmla="*/ 123825 h 447675"/>
                <a:gd name="csX1" fmla="*/ 536575 w 549275"/>
                <a:gd name="csY1" fmla="*/ 241300 h 447675"/>
                <a:gd name="csX2" fmla="*/ 549275 w 549275"/>
                <a:gd name="csY2" fmla="*/ 317500 h 447675"/>
                <a:gd name="csX3" fmla="*/ 327025 w 549275"/>
                <a:gd name="csY3" fmla="*/ 371475 h 447675"/>
                <a:gd name="csX4" fmla="*/ 28575 w 549275"/>
                <a:gd name="csY4" fmla="*/ 447675 h 447675"/>
                <a:gd name="csX5" fmla="*/ 0 w 549275"/>
                <a:gd name="csY5" fmla="*/ 161925 h 447675"/>
                <a:gd name="csX6" fmla="*/ 47625 w 549275"/>
                <a:gd name="csY6" fmla="*/ 60325 h 447675"/>
                <a:gd name="csX7" fmla="*/ 155575 w 549275"/>
                <a:gd name="csY7" fmla="*/ 0 h 447675"/>
                <a:gd name="csX8" fmla="*/ 384175 w 549275"/>
                <a:gd name="csY8" fmla="*/ 38100 h 447675"/>
                <a:gd name="csX9" fmla="*/ 447675 w 549275"/>
                <a:gd name="csY9" fmla="*/ 53975 h 447675"/>
                <a:gd name="csX10" fmla="*/ 539750 w 549275"/>
                <a:gd name="csY10" fmla="*/ 123825 h 447675"/>
                <a:gd name="csX0" fmla="*/ 539750 w 549275"/>
                <a:gd name="csY0" fmla="*/ 123825 h 447675"/>
                <a:gd name="csX1" fmla="*/ 536575 w 549275"/>
                <a:gd name="csY1" fmla="*/ 241300 h 447675"/>
                <a:gd name="csX2" fmla="*/ 549275 w 549275"/>
                <a:gd name="csY2" fmla="*/ 317500 h 447675"/>
                <a:gd name="csX3" fmla="*/ 28575 w 549275"/>
                <a:gd name="csY3" fmla="*/ 447675 h 447675"/>
                <a:gd name="csX4" fmla="*/ 0 w 549275"/>
                <a:gd name="csY4" fmla="*/ 161925 h 447675"/>
                <a:gd name="csX5" fmla="*/ 47625 w 549275"/>
                <a:gd name="csY5" fmla="*/ 60325 h 447675"/>
                <a:gd name="csX6" fmla="*/ 155575 w 549275"/>
                <a:gd name="csY6" fmla="*/ 0 h 447675"/>
                <a:gd name="csX7" fmla="*/ 384175 w 549275"/>
                <a:gd name="csY7" fmla="*/ 38100 h 447675"/>
                <a:gd name="csX8" fmla="*/ 447675 w 549275"/>
                <a:gd name="csY8" fmla="*/ 53975 h 447675"/>
                <a:gd name="csX9" fmla="*/ 539750 w 549275"/>
                <a:gd name="csY9" fmla="*/ 123825 h 447675"/>
                <a:gd name="csX0" fmla="*/ 539750 w 549275"/>
                <a:gd name="csY0" fmla="*/ 123825 h 457200"/>
                <a:gd name="csX1" fmla="*/ 536575 w 549275"/>
                <a:gd name="csY1" fmla="*/ 241300 h 457200"/>
                <a:gd name="csX2" fmla="*/ 549275 w 549275"/>
                <a:gd name="csY2" fmla="*/ 317500 h 457200"/>
                <a:gd name="csX3" fmla="*/ 34925 w 549275"/>
                <a:gd name="csY3" fmla="*/ 457200 h 457200"/>
                <a:gd name="csX4" fmla="*/ 0 w 549275"/>
                <a:gd name="csY4" fmla="*/ 161925 h 457200"/>
                <a:gd name="csX5" fmla="*/ 47625 w 549275"/>
                <a:gd name="csY5" fmla="*/ 60325 h 457200"/>
                <a:gd name="csX6" fmla="*/ 155575 w 549275"/>
                <a:gd name="csY6" fmla="*/ 0 h 457200"/>
                <a:gd name="csX7" fmla="*/ 384175 w 549275"/>
                <a:gd name="csY7" fmla="*/ 38100 h 457200"/>
                <a:gd name="csX8" fmla="*/ 447675 w 549275"/>
                <a:gd name="csY8" fmla="*/ 53975 h 457200"/>
                <a:gd name="csX9" fmla="*/ 539750 w 549275"/>
                <a:gd name="csY9" fmla="*/ 123825 h 457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49275" h="457200">
                  <a:moveTo>
                    <a:pt x="539750" y="123825"/>
                  </a:moveTo>
                  <a:cubicBezTo>
                    <a:pt x="538692" y="162983"/>
                    <a:pt x="537633" y="202142"/>
                    <a:pt x="536575" y="241300"/>
                  </a:cubicBezTo>
                  <a:lnTo>
                    <a:pt x="549275" y="317500"/>
                  </a:lnTo>
                  <a:lnTo>
                    <a:pt x="34925" y="457200"/>
                  </a:lnTo>
                  <a:lnTo>
                    <a:pt x="0" y="161925"/>
                  </a:lnTo>
                  <a:cubicBezTo>
                    <a:pt x="2117" y="93663"/>
                    <a:pt x="25400" y="87842"/>
                    <a:pt x="47625" y="60325"/>
                  </a:cubicBezTo>
                  <a:cubicBezTo>
                    <a:pt x="69850" y="32808"/>
                    <a:pt x="99483" y="3704"/>
                    <a:pt x="155575" y="0"/>
                  </a:cubicBezTo>
                  <a:lnTo>
                    <a:pt x="384175" y="38100"/>
                  </a:lnTo>
                  <a:lnTo>
                    <a:pt x="447675" y="53975"/>
                  </a:lnTo>
                  <a:cubicBezTo>
                    <a:pt x="473604" y="68262"/>
                    <a:pt x="524933" y="92604"/>
                    <a:pt x="539750" y="123825"/>
                  </a:cubicBezTo>
                  <a:close/>
                </a:path>
              </a:pathLst>
            </a:custGeom>
            <a:solidFill>
              <a:srgbClr val="FFFF00">
                <a:alpha val="25000"/>
              </a:srgbClr>
            </a:solidFill>
            <a:ln w="12700">
              <a:solidFill>
                <a:srgbClr val="FFC00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E3DE04BB-7BED-3C3B-55AD-5F932DC685F6}"/>
                </a:ext>
              </a:extLst>
            </p:cNvPr>
            <p:cNvGrpSpPr/>
            <p:nvPr/>
          </p:nvGrpSpPr>
          <p:grpSpPr>
            <a:xfrm>
              <a:off x="8439150" y="1947141"/>
              <a:ext cx="1371600" cy="1257300"/>
              <a:chOff x="7616825" y="2067791"/>
              <a:chExt cx="1371600" cy="1257300"/>
            </a:xfrm>
          </p:grpSpPr>
          <p:sp>
            <p:nvSpPr>
              <p:cNvPr id="9" name="TextBox 8">
                <a:extLst>
                  <a:ext uri="{FF2B5EF4-FFF2-40B4-BE49-F238E27FC236}">
                    <a16:creationId xmlns:a16="http://schemas.microsoft.com/office/drawing/2014/main" id="{E6C8BC43-44E0-08E9-16BF-F802A5A33325}"/>
                  </a:ext>
                </a:extLst>
              </p:cNvPr>
              <p:cNvSpPr txBox="1"/>
              <p:nvPr/>
            </p:nvSpPr>
            <p:spPr>
              <a:xfrm>
                <a:off x="7616825" y="2067791"/>
                <a:ext cx="1371600" cy="369332"/>
              </a:xfrm>
              <a:prstGeom prst="rect">
                <a:avLst/>
              </a:prstGeom>
              <a:solidFill>
                <a:srgbClr val="0070C0"/>
              </a:solidFill>
            </p:spPr>
            <p:txBody>
              <a:bodyPr wrap="square" rtlCol="0">
                <a:spAutoFit/>
              </a:bodyPr>
              <a:lstStyle/>
              <a:p>
                <a:r>
                  <a:rPr lang="en-US" b="1" dirty="0">
                    <a:solidFill>
                      <a:schemeClr val="bg1"/>
                    </a:solidFill>
                  </a:rPr>
                  <a:t>Flight Deck</a:t>
                </a:r>
              </a:p>
            </p:txBody>
          </p:sp>
          <p:cxnSp>
            <p:nvCxnSpPr>
              <p:cNvPr id="10" name="Straight Arrow Connector 9">
                <a:extLst>
                  <a:ext uri="{FF2B5EF4-FFF2-40B4-BE49-F238E27FC236}">
                    <a16:creationId xmlns:a16="http://schemas.microsoft.com/office/drawing/2014/main" id="{155861A4-7136-4484-CF9C-B992435F3503}"/>
                  </a:ext>
                </a:extLst>
              </p:cNvPr>
              <p:cNvCxnSpPr>
                <a:cxnSpLocks/>
                <a:stCxn id="9" idx="2"/>
              </p:cNvCxnSpPr>
              <p:nvPr/>
            </p:nvCxnSpPr>
            <p:spPr>
              <a:xfrm flipH="1">
                <a:off x="8302338" y="2437123"/>
                <a:ext cx="287" cy="887968"/>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grpSp>
        <p:nvGrpSpPr>
          <p:cNvPr id="25" name="Group 24">
            <a:extLst>
              <a:ext uri="{FF2B5EF4-FFF2-40B4-BE49-F238E27FC236}">
                <a16:creationId xmlns:a16="http://schemas.microsoft.com/office/drawing/2014/main" id="{A1B9244C-8164-AAF1-7AD3-62E8D48AD48B}"/>
              </a:ext>
            </a:extLst>
          </p:cNvPr>
          <p:cNvGrpSpPr/>
          <p:nvPr/>
        </p:nvGrpSpPr>
        <p:grpSpPr>
          <a:xfrm>
            <a:off x="4281462" y="1793031"/>
            <a:ext cx="4714901" cy="2910609"/>
            <a:chOff x="4281462" y="1947141"/>
            <a:chExt cx="4714901" cy="2910609"/>
          </a:xfrm>
        </p:grpSpPr>
        <p:sp>
          <p:nvSpPr>
            <p:cNvPr id="23" name="Freeform: Shape 22">
              <a:extLst>
                <a:ext uri="{FF2B5EF4-FFF2-40B4-BE49-F238E27FC236}">
                  <a16:creationId xmlns:a16="http://schemas.microsoft.com/office/drawing/2014/main" id="{F9486920-D398-F3A5-CAC4-2A76EEFA65FF}"/>
                </a:ext>
              </a:extLst>
            </p:cNvPr>
            <p:cNvSpPr/>
            <p:nvPr/>
          </p:nvSpPr>
          <p:spPr>
            <a:xfrm>
              <a:off x="4281462" y="4200525"/>
              <a:ext cx="1562126" cy="657225"/>
            </a:xfrm>
            <a:custGeom>
              <a:avLst/>
              <a:gdLst>
                <a:gd name="csX0" fmla="*/ 1562100 w 1643062"/>
                <a:gd name="csY0" fmla="*/ 328613 h 657225"/>
                <a:gd name="csX1" fmla="*/ 581025 w 1643062"/>
                <a:gd name="csY1" fmla="*/ 585788 h 657225"/>
                <a:gd name="csX2" fmla="*/ 261937 w 1643062"/>
                <a:gd name="csY2" fmla="*/ 638175 h 657225"/>
                <a:gd name="csX3" fmla="*/ 71437 w 1643062"/>
                <a:gd name="csY3" fmla="*/ 657225 h 657225"/>
                <a:gd name="csX4" fmla="*/ 0 w 1643062"/>
                <a:gd name="csY4" fmla="*/ 376238 h 657225"/>
                <a:gd name="csX5" fmla="*/ 71437 w 1643062"/>
                <a:gd name="csY5" fmla="*/ 247650 h 657225"/>
                <a:gd name="csX6" fmla="*/ 919162 w 1643062"/>
                <a:gd name="csY6" fmla="*/ 0 h 657225"/>
                <a:gd name="csX7" fmla="*/ 1414462 w 1643062"/>
                <a:gd name="csY7" fmla="*/ 161925 h 657225"/>
                <a:gd name="csX8" fmla="*/ 1643062 w 1643062"/>
                <a:gd name="csY8" fmla="*/ 419100 h 657225"/>
                <a:gd name="csX9" fmla="*/ 1538287 w 1643062"/>
                <a:gd name="csY9" fmla="*/ 471488 h 657225"/>
                <a:gd name="csX10" fmla="*/ 1604962 w 1643062"/>
                <a:gd name="csY10" fmla="*/ 452438 h 657225"/>
                <a:gd name="csX0" fmla="*/ 1562100 w 1643062"/>
                <a:gd name="csY0" fmla="*/ 328613 h 657225"/>
                <a:gd name="csX1" fmla="*/ 581025 w 1643062"/>
                <a:gd name="csY1" fmla="*/ 585788 h 657225"/>
                <a:gd name="csX2" fmla="*/ 261937 w 1643062"/>
                <a:gd name="csY2" fmla="*/ 638175 h 657225"/>
                <a:gd name="csX3" fmla="*/ 71437 w 1643062"/>
                <a:gd name="csY3" fmla="*/ 657225 h 657225"/>
                <a:gd name="csX4" fmla="*/ 0 w 1643062"/>
                <a:gd name="csY4" fmla="*/ 376238 h 657225"/>
                <a:gd name="csX5" fmla="*/ 71437 w 1643062"/>
                <a:gd name="csY5" fmla="*/ 247650 h 657225"/>
                <a:gd name="csX6" fmla="*/ 919162 w 1643062"/>
                <a:gd name="csY6" fmla="*/ 0 h 657225"/>
                <a:gd name="csX7" fmla="*/ 1414462 w 1643062"/>
                <a:gd name="csY7" fmla="*/ 161925 h 657225"/>
                <a:gd name="csX8" fmla="*/ 1643062 w 1643062"/>
                <a:gd name="csY8" fmla="*/ 419100 h 657225"/>
                <a:gd name="csX9" fmla="*/ 1604962 w 1643062"/>
                <a:gd name="csY9" fmla="*/ 452438 h 657225"/>
                <a:gd name="csX0" fmla="*/ 1562100 w 1643062"/>
                <a:gd name="csY0" fmla="*/ 328613 h 657225"/>
                <a:gd name="csX1" fmla="*/ 581025 w 1643062"/>
                <a:gd name="csY1" fmla="*/ 585788 h 657225"/>
                <a:gd name="csX2" fmla="*/ 261937 w 1643062"/>
                <a:gd name="csY2" fmla="*/ 638175 h 657225"/>
                <a:gd name="csX3" fmla="*/ 71437 w 1643062"/>
                <a:gd name="csY3" fmla="*/ 657225 h 657225"/>
                <a:gd name="csX4" fmla="*/ 0 w 1643062"/>
                <a:gd name="csY4" fmla="*/ 376238 h 657225"/>
                <a:gd name="csX5" fmla="*/ 71437 w 1643062"/>
                <a:gd name="csY5" fmla="*/ 247650 h 657225"/>
                <a:gd name="csX6" fmla="*/ 919162 w 1643062"/>
                <a:gd name="csY6" fmla="*/ 0 h 657225"/>
                <a:gd name="csX7" fmla="*/ 1414462 w 1643062"/>
                <a:gd name="csY7" fmla="*/ 161925 h 657225"/>
                <a:gd name="csX8" fmla="*/ 1643062 w 1643062"/>
                <a:gd name="csY8" fmla="*/ 419100 h 657225"/>
                <a:gd name="csX0" fmla="*/ 1562100 w 1562100"/>
                <a:gd name="csY0" fmla="*/ 328613 h 657225"/>
                <a:gd name="csX1" fmla="*/ 581025 w 1562100"/>
                <a:gd name="csY1" fmla="*/ 585788 h 657225"/>
                <a:gd name="csX2" fmla="*/ 261937 w 1562100"/>
                <a:gd name="csY2" fmla="*/ 638175 h 657225"/>
                <a:gd name="csX3" fmla="*/ 71437 w 1562100"/>
                <a:gd name="csY3" fmla="*/ 657225 h 657225"/>
                <a:gd name="csX4" fmla="*/ 0 w 1562100"/>
                <a:gd name="csY4" fmla="*/ 376238 h 657225"/>
                <a:gd name="csX5" fmla="*/ 71437 w 1562100"/>
                <a:gd name="csY5" fmla="*/ 247650 h 657225"/>
                <a:gd name="csX6" fmla="*/ 919162 w 1562100"/>
                <a:gd name="csY6" fmla="*/ 0 h 657225"/>
                <a:gd name="csX7" fmla="*/ 1414462 w 1562100"/>
                <a:gd name="csY7" fmla="*/ 161925 h 657225"/>
                <a:gd name="csX0" fmla="*/ 1583892 w 1583892"/>
                <a:gd name="csY0" fmla="*/ 328613 h 657225"/>
                <a:gd name="csX1" fmla="*/ 602817 w 1583892"/>
                <a:gd name="csY1" fmla="*/ 585788 h 657225"/>
                <a:gd name="csX2" fmla="*/ 283729 w 1583892"/>
                <a:gd name="csY2" fmla="*/ 638175 h 657225"/>
                <a:gd name="csX3" fmla="*/ 93229 w 1583892"/>
                <a:gd name="csY3" fmla="*/ 657225 h 657225"/>
                <a:gd name="csX4" fmla="*/ 21792 w 1583892"/>
                <a:gd name="csY4" fmla="*/ 376238 h 657225"/>
                <a:gd name="csX5" fmla="*/ 93229 w 1583892"/>
                <a:gd name="csY5" fmla="*/ 247650 h 657225"/>
                <a:gd name="csX6" fmla="*/ 940954 w 1583892"/>
                <a:gd name="csY6" fmla="*/ 0 h 657225"/>
                <a:gd name="csX7" fmla="*/ 1436254 w 1583892"/>
                <a:gd name="csY7" fmla="*/ 161925 h 657225"/>
                <a:gd name="csX0" fmla="*/ 1583892 w 1583892"/>
                <a:gd name="csY0" fmla="*/ 328613 h 657225"/>
                <a:gd name="csX1" fmla="*/ 602817 w 1583892"/>
                <a:gd name="csY1" fmla="*/ 585788 h 657225"/>
                <a:gd name="csX2" fmla="*/ 283729 w 1583892"/>
                <a:gd name="csY2" fmla="*/ 638175 h 657225"/>
                <a:gd name="csX3" fmla="*/ 93229 w 1583892"/>
                <a:gd name="csY3" fmla="*/ 657225 h 657225"/>
                <a:gd name="csX4" fmla="*/ 21792 w 1583892"/>
                <a:gd name="csY4" fmla="*/ 376238 h 657225"/>
                <a:gd name="csX5" fmla="*/ 93229 w 1583892"/>
                <a:gd name="csY5" fmla="*/ 247650 h 657225"/>
                <a:gd name="csX6" fmla="*/ 940954 w 1583892"/>
                <a:gd name="csY6" fmla="*/ 0 h 657225"/>
                <a:gd name="csX7" fmla="*/ 1436254 w 1583892"/>
                <a:gd name="csY7" fmla="*/ 161925 h 657225"/>
                <a:gd name="csX0" fmla="*/ 1562126 w 1562126"/>
                <a:gd name="csY0" fmla="*/ 328613 h 657225"/>
                <a:gd name="csX1" fmla="*/ 581051 w 1562126"/>
                <a:gd name="csY1" fmla="*/ 585788 h 657225"/>
                <a:gd name="csX2" fmla="*/ 261963 w 1562126"/>
                <a:gd name="csY2" fmla="*/ 638175 h 657225"/>
                <a:gd name="csX3" fmla="*/ 71463 w 1562126"/>
                <a:gd name="csY3" fmla="*/ 657225 h 657225"/>
                <a:gd name="csX4" fmla="*/ 26 w 1562126"/>
                <a:gd name="csY4" fmla="*/ 376238 h 657225"/>
                <a:gd name="csX5" fmla="*/ 147663 w 1562126"/>
                <a:gd name="csY5" fmla="*/ 219075 h 657225"/>
                <a:gd name="csX6" fmla="*/ 919188 w 1562126"/>
                <a:gd name="csY6" fmla="*/ 0 h 657225"/>
                <a:gd name="csX7" fmla="*/ 1414488 w 1562126"/>
                <a:gd name="csY7" fmla="*/ 161925 h 657225"/>
                <a:gd name="csX0" fmla="*/ 1562126 w 1562126"/>
                <a:gd name="csY0" fmla="*/ 328613 h 657225"/>
                <a:gd name="csX1" fmla="*/ 581051 w 1562126"/>
                <a:gd name="csY1" fmla="*/ 585788 h 657225"/>
                <a:gd name="csX2" fmla="*/ 261963 w 1562126"/>
                <a:gd name="csY2" fmla="*/ 638175 h 657225"/>
                <a:gd name="csX3" fmla="*/ 71463 w 1562126"/>
                <a:gd name="csY3" fmla="*/ 657225 h 657225"/>
                <a:gd name="csX4" fmla="*/ 26 w 1562126"/>
                <a:gd name="csY4" fmla="*/ 376238 h 657225"/>
                <a:gd name="csX5" fmla="*/ 147663 w 1562126"/>
                <a:gd name="csY5" fmla="*/ 219075 h 657225"/>
                <a:gd name="csX6" fmla="*/ 919188 w 1562126"/>
                <a:gd name="csY6" fmla="*/ 0 h 657225"/>
                <a:gd name="csX7" fmla="*/ 1414488 w 1562126"/>
                <a:gd name="csY7" fmla="*/ 161925 h 6572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62126" h="657225">
                  <a:moveTo>
                    <a:pt x="1562126" y="328613"/>
                  </a:moveTo>
                  <a:lnTo>
                    <a:pt x="581051" y="585788"/>
                  </a:lnTo>
                  <a:cubicBezTo>
                    <a:pt x="364357" y="637382"/>
                    <a:pt x="346894" y="626269"/>
                    <a:pt x="261963" y="638175"/>
                  </a:cubicBezTo>
                  <a:lnTo>
                    <a:pt x="71463" y="657225"/>
                  </a:lnTo>
                  <a:cubicBezTo>
                    <a:pt x="27807" y="613569"/>
                    <a:pt x="26" y="444500"/>
                    <a:pt x="26" y="376238"/>
                  </a:cubicBezTo>
                  <a:cubicBezTo>
                    <a:pt x="26" y="307976"/>
                    <a:pt x="-5531" y="281781"/>
                    <a:pt x="147663" y="219075"/>
                  </a:cubicBezTo>
                  <a:lnTo>
                    <a:pt x="919188" y="0"/>
                  </a:lnTo>
                  <a:lnTo>
                    <a:pt x="1414488" y="161925"/>
                  </a:lnTo>
                </a:path>
              </a:pathLst>
            </a:custGeom>
            <a:solidFill>
              <a:srgbClr val="00B050">
                <a:alpha val="25000"/>
              </a:srgbClr>
            </a:solidFill>
            <a:ln w="12700">
              <a:solidFill>
                <a:srgbClr val="00B05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F4FC60C6-5CD7-C3FB-A4CE-1A734EF5E8A7}"/>
                </a:ext>
              </a:extLst>
            </p:cNvPr>
            <p:cNvSpPr/>
            <p:nvPr/>
          </p:nvSpPr>
          <p:spPr>
            <a:xfrm>
              <a:off x="6038850" y="3228012"/>
              <a:ext cx="2957513" cy="901075"/>
            </a:xfrm>
            <a:custGeom>
              <a:avLst/>
              <a:gdLst>
                <a:gd name="csX0" fmla="*/ 2862263 w 2957513"/>
                <a:gd name="csY0" fmla="*/ 457200 h 895350"/>
                <a:gd name="csX1" fmla="*/ 1304925 w 2957513"/>
                <a:gd name="csY1" fmla="*/ 895350 h 895350"/>
                <a:gd name="csX2" fmla="*/ 1285875 w 2957513"/>
                <a:gd name="csY2" fmla="*/ 776287 h 895350"/>
                <a:gd name="csX3" fmla="*/ 1247775 w 2957513"/>
                <a:gd name="csY3" fmla="*/ 671512 h 895350"/>
                <a:gd name="csX4" fmla="*/ 1162050 w 2957513"/>
                <a:gd name="csY4" fmla="*/ 628650 h 895350"/>
                <a:gd name="csX5" fmla="*/ 1033463 w 2957513"/>
                <a:gd name="csY5" fmla="*/ 614362 h 895350"/>
                <a:gd name="csX6" fmla="*/ 509588 w 2957513"/>
                <a:gd name="csY6" fmla="*/ 771525 h 895350"/>
                <a:gd name="csX7" fmla="*/ 376238 w 2957513"/>
                <a:gd name="csY7" fmla="*/ 800100 h 895350"/>
                <a:gd name="csX8" fmla="*/ 204788 w 2957513"/>
                <a:gd name="csY8" fmla="*/ 771525 h 895350"/>
                <a:gd name="csX9" fmla="*/ 0 w 2957513"/>
                <a:gd name="csY9" fmla="*/ 723900 h 895350"/>
                <a:gd name="csX10" fmla="*/ 1800225 w 2957513"/>
                <a:gd name="csY10" fmla="*/ 204787 h 895350"/>
                <a:gd name="csX11" fmla="*/ 1919288 w 2957513"/>
                <a:gd name="csY11" fmla="*/ 204787 h 895350"/>
                <a:gd name="csX12" fmla="*/ 2333625 w 2957513"/>
                <a:gd name="csY12" fmla="*/ 80962 h 895350"/>
                <a:gd name="csX13" fmla="*/ 2790825 w 2957513"/>
                <a:gd name="csY13" fmla="*/ 4762 h 895350"/>
                <a:gd name="csX14" fmla="*/ 2957513 w 2957513"/>
                <a:gd name="csY14" fmla="*/ 0 h 895350"/>
                <a:gd name="csX15" fmla="*/ 2890838 w 2957513"/>
                <a:gd name="csY15" fmla="*/ 52387 h 895350"/>
                <a:gd name="csX16" fmla="*/ 2828925 w 2957513"/>
                <a:gd name="csY16" fmla="*/ 123825 h 895350"/>
                <a:gd name="csX17" fmla="*/ 2824163 w 2957513"/>
                <a:gd name="csY17" fmla="*/ 195262 h 895350"/>
                <a:gd name="csX18" fmla="*/ 2862263 w 2957513"/>
                <a:gd name="csY18" fmla="*/ 457200 h 895350"/>
                <a:gd name="csX0" fmla="*/ 2862263 w 2957513"/>
                <a:gd name="csY0" fmla="*/ 457200 h 895350"/>
                <a:gd name="csX1" fmla="*/ 1304925 w 2957513"/>
                <a:gd name="csY1" fmla="*/ 895350 h 895350"/>
                <a:gd name="csX2" fmla="*/ 1285875 w 2957513"/>
                <a:gd name="csY2" fmla="*/ 776287 h 895350"/>
                <a:gd name="csX3" fmla="*/ 1247775 w 2957513"/>
                <a:gd name="csY3" fmla="*/ 671512 h 895350"/>
                <a:gd name="csX4" fmla="*/ 1162050 w 2957513"/>
                <a:gd name="csY4" fmla="*/ 628650 h 895350"/>
                <a:gd name="csX5" fmla="*/ 1033463 w 2957513"/>
                <a:gd name="csY5" fmla="*/ 614362 h 895350"/>
                <a:gd name="csX6" fmla="*/ 509588 w 2957513"/>
                <a:gd name="csY6" fmla="*/ 771525 h 895350"/>
                <a:gd name="csX7" fmla="*/ 376238 w 2957513"/>
                <a:gd name="csY7" fmla="*/ 800100 h 895350"/>
                <a:gd name="csX8" fmla="*/ 204788 w 2957513"/>
                <a:gd name="csY8" fmla="*/ 771525 h 895350"/>
                <a:gd name="csX9" fmla="*/ 0 w 2957513"/>
                <a:gd name="csY9" fmla="*/ 723900 h 895350"/>
                <a:gd name="csX10" fmla="*/ 1800225 w 2957513"/>
                <a:gd name="csY10" fmla="*/ 204787 h 895350"/>
                <a:gd name="csX11" fmla="*/ 2333625 w 2957513"/>
                <a:gd name="csY11" fmla="*/ 80962 h 895350"/>
                <a:gd name="csX12" fmla="*/ 2790825 w 2957513"/>
                <a:gd name="csY12" fmla="*/ 4762 h 895350"/>
                <a:gd name="csX13" fmla="*/ 2957513 w 2957513"/>
                <a:gd name="csY13" fmla="*/ 0 h 895350"/>
                <a:gd name="csX14" fmla="*/ 2890838 w 2957513"/>
                <a:gd name="csY14" fmla="*/ 52387 h 895350"/>
                <a:gd name="csX15" fmla="*/ 2828925 w 2957513"/>
                <a:gd name="csY15" fmla="*/ 123825 h 895350"/>
                <a:gd name="csX16" fmla="*/ 2824163 w 2957513"/>
                <a:gd name="csY16" fmla="*/ 195262 h 895350"/>
                <a:gd name="csX17" fmla="*/ 2862263 w 2957513"/>
                <a:gd name="csY17" fmla="*/ 457200 h 895350"/>
                <a:gd name="csX0" fmla="*/ 2862263 w 2957513"/>
                <a:gd name="csY0" fmla="*/ 447675 h 895350"/>
                <a:gd name="csX1" fmla="*/ 1304925 w 2957513"/>
                <a:gd name="csY1" fmla="*/ 895350 h 895350"/>
                <a:gd name="csX2" fmla="*/ 1285875 w 2957513"/>
                <a:gd name="csY2" fmla="*/ 776287 h 895350"/>
                <a:gd name="csX3" fmla="*/ 1247775 w 2957513"/>
                <a:gd name="csY3" fmla="*/ 671512 h 895350"/>
                <a:gd name="csX4" fmla="*/ 1162050 w 2957513"/>
                <a:gd name="csY4" fmla="*/ 628650 h 895350"/>
                <a:gd name="csX5" fmla="*/ 1033463 w 2957513"/>
                <a:gd name="csY5" fmla="*/ 614362 h 895350"/>
                <a:gd name="csX6" fmla="*/ 509588 w 2957513"/>
                <a:gd name="csY6" fmla="*/ 771525 h 895350"/>
                <a:gd name="csX7" fmla="*/ 376238 w 2957513"/>
                <a:gd name="csY7" fmla="*/ 800100 h 895350"/>
                <a:gd name="csX8" fmla="*/ 204788 w 2957513"/>
                <a:gd name="csY8" fmla="*/ 771525 h 895350"/>
                <a:gd name="csX9" fmla="*/ 0 w 2957513"/>
                <a:gd name="csY9" fmla="*/ 723900 h 895350"/>
                <a:gd name="csX10" fmla="*/ 1800225 w 2957513"/>
                <a:gd name="csY10" fmla="*/ 204787 h 895350"/>
                <a:gd name="csX11" fmla="*/ 2333625 w 2957513"/>
                <a:gd name="csY11" fmla="*/ 80962 h 895350"/>
                <a:gd name="csX12" fmla="*/ 2790825 w 2957513"/>
                <a:gd name="csY12" fmla="*/ 4762 h 895350"/>
                <a:gd name="csX13" fmla="*/ 2957513 w 2957513"/>
                <a:gd name="csY13" fmla="*/ 0 h 895350"/>
                <a:gd name="csX14" fmla="*/ 2890838 w 2957513"/>
                <a:gd name="csY14" fmla="*/ 52387 h 895350"/>
                <a:gd name="csX15" fmla="*/ 2828925 w 2957513"/>
                <a:gd name="csY15" fmla="*/ 123825 h 895350"/>
                <a:gd name="csX16" fmla="*/ 2824163 w 2957513"/>
                <a:gd name="csY16" fmla="*/ 195262 h 895350"/>
                <a:gd name="csX17" fmla="*/ 2862263 w 2957513"/>
                <a:gd name="csY17" fmla="*/ 447675 h 895350"/>
                <a:gd name="csX0" fmla="*/ 2862263 w 2957513"/>
                <a:gd name="csY0" fmla="*/ 447675 h 895350"/>
                <a:gd name="csX1" fmla="*/ 1304925 w 2957513"/>
                <a:gd name="csY1" fmla="*/ 895350 h 895350"/>
                <a:gd name="csX2" fmla="*/ 1285875 w 2957513"/>
                <a:gd name="csY2" fmla="*/ 776287 h 895350"/>
                <a:gd name="csX3" fmla="*/ 1247775 w 2957513"/>
                <a:gd name="csY3" fmla="*/ 671512 h 895350"/>
                <a:gd name="csX4" fmla="*/ 1162050 w 2957513"/>
                <a:gd name="csY4" fmla="*/ 628650 h 895350"/>
                <a:gd name="csX5" fmla="*/ 1033463 w 2957513"/>
                <a:gd name="csY5" fmla="*/ 614362 h 895350"/>
                <a:gd name="csX6" fmla="*/ 509588 w 2957513"/>
                <a:gd name="csY6" fmla="*/ 771525 h 895350"/>
                <a:gd name="csX7" fmla="*/ 376238 w 2957513"/>
                <a:gd name="csY7" fmla="*/ 800100 h 895350"/>
                <a:gd name="csX8" fmla="*/ 204788 w 2957513"/>
                <a:gd name="csY8" fmla="*/ 771525 h 895350"/>
                <a:gd name="csX9" fmla="*/ 0 w 2957513"/>
                <a:gd name="csY9" fmla="*/ 723900 h 895350"/>
                <a:gd name="csX10" fmla="*/ 1800225 w 2957513"/>
                <a:gd name="csY10" fmla="*/ 204787 h 895350"/>
                <a:gd name="csX11" fmla="*/ 2333625 w 2957513"/>
                <a:gd name="csY11" fmla="*/ 80962 h 895350"/>
                <a:gd name="csX12" fmla="*/ 2790825 w 2957513"/>
                <a:gd name="csY12" fmla="*/ 4762 h 895350"/>
                <a:gd name="csX13" fmla="*/ 2957513 w 2957513"/>
                <a:gd name="csY13" fmla="*/ 0 h 895350"/>
                <a:gd name="csX14" fmla="*/ 2890838 w 2957513"/>
                <a:gd name="csY14" fmla="*/ 52387 h 895350"/>
                <a:gd name="csX15" fmla="*/ 2828925 w 2957513"/>
                <a:gd name="csY15" fmla="*/ 123825 h 895350"/>
                <a:gd name="csX16" fmla="*/ 2824163 w 2957513"/>
                <a:gd name="csY16" fmla="*/ 195262 h 895350"/>
                <a:gd name="csX17" fmla="*/ 2862263 w 2957513"/>
                <a:gd name="csY17" fmla="*/ 447675 h 895350"/>
                <a:gd name="csX0" fmla="*/ 2862263 w 2957513"/>
                <a:gd name="csY0" fmla="*/ 447675 h 895350"/>
                <a:gd name="csX1" fmla="*/ 1304925 w 2957513"/>
                <a:gd name="csY1" fmla="*/ 895350 h 895350"/>
                <a:gd name="csX2" fmla="*/ 1285875 w 2957513"/>
                <a:gd name="csY2" fmla="*/ 776287 h 895350"/>
                <a:gd name="csX3" fmla="*/ 1247775 w 2957513"/>
                <a:gd name="csY3" fmla="*/ 671512 h 895350"/>
                <a:gd name="csX4" fmla="*/ 1162050 w 2957513"/>
                <a:gd name="csY4" fmla="*/ 628650 h 895350"/>
                <a:gd name="csX5" fmla="*/ 1033463 w 2957513"/>
                <a:gd name="csY5" fmla="*/ 614362 h 895350"/>
                <a:gd name="csX6" fmla="*/ 509588 w 2957513"/>
                <a:gd name="csY6" fmla="*/ 771525 h 895350"/>
                <a:gd name="csX7" fmla="*/ 376238 w 2957513"/>
                <a:gd name="csY7" fmla="*/ 800100 h 895350"/>
                <a:gd name="csX8" fmla="*/ 204788 w 2957513"/>
                <a:gd name="csY8" fmla="*/ 771525 h 895350"/>
                <a:gd name="csX9" fmla="*/ 0 w 2957513"/>
                <a:gd name="csY9" fmla="*/ 723900 h 895350"/>
                <a:gd name="csX10" fmla="*/ 1800225 w 2957513"/>
                <a:gd name="csY10" fmla="*/ 204787 h 895350"/>
                <a:gd name="csX11" fmla="*/ 2333625 w 2957513"/>
                <a:gd name="csY11" fmla="*/ 80962 h 895350"/>
                <a:gd name="csX12" fmla="*/ 2790825 w 2957513"/>
                <a:gd name="csY12" fmla="*/ 4762 h 895350"/>
                <a:gd name="csX13" fmla="*/ 2957513 w 2957513"/>
                <a:gd name="csY13" fmla="*/ 0 h 895350"/>
                <a:gd name="csX14" fmla="*/ 2890838 w 2957513"/>
                <a:gd name="csY14" fmla="*/ 52387 h 895350"/>
                <a:gd name="csX15" fmla="*/ 2828925 w 2957513"/>
                <a:gd name="csY15" fmla="*/ 123825 h 895350"/>
                <a:gd name="csX16" fmla="*/ 2824163 w 2957513"/>
                <a:gd name="csY16" fmla="*/ 195262 h 895350"/>
                <a:gd name="csX17" fmla="*/ 2862263 w 2957513"/>
                <a:gd name="csY17" fmla="*/ 447675 h 895350"/>
                <a:gd name="csX0" fmla="*/ 2862263 w 2957513"/>
                <a:gd name="csY0" fmla="*/ 447675 h 895350"/>
                <a:gd name="csX1" fmla="*/ 1304925 w 2957513"/>
                <a:gd name="csY1" fmla="*/ 895350 h 895350"/>
                <a:gd name="csX2" fmla="*/ 1285875 w 2957513"/>
                <a:gd name="csY2" fmla="*/ 776287 h 895350"/>
                <a:gd name="csX3" fmla="*/ 1247775 w 2957513"/>
                <a:gd name="csY3" fmla="*/ 671512 h 895350"/>
                <a:gd name="csX4" fmla="*/ 1162050 w 2957513"/>
                <a:gd name="csY4" fmla="*/ 628650 h 895350"/>
                <a:gd name="csX5" fmla="*/ 1033463 w 2957513"/>
                <a:gd name="csY5" fmla="*/ 614362 h 895350"/>
                <a:gd name="csX6" fmla="*/ 509588 w 2957513"/>
                <a:gd name="csY6" fmla="*/ 771525 h 895350"/>
                <a:gd name="csX7" fmla="*/ 376238 w 2957513"/>
                <a:gd name="csY7" fmla="*/ 800100 h 895350"/>
                <a:gd name="csX8" fmla="*/ 204788 w 2957513"/>
                <a:gd name="csY8" fmla="*/ 771525 h 895350"/>
                <a:gd name="csX9" fmla="*/ 0 w 2957513"/>
                <a:gd name="csY9" fmla="*/ 723900 h 895350"/>
                <a:gd name="csX10" fmla="*/ 1800225 w 2957513"/>
                <a:gd name="csY10" fmla="*/ 204787 h 895350"/>
                <a:gd name="csX11" fmla="*/ 2333625 w 2957513"/>
                <a:gd name="csY11" fmla="*/ 80962 h 895350"/>
                <a:gd name="csX12" fmla="*/ 2790825 w 2957513"/>
                <a:gd name="csY12" fmla="*/ 4762 h 895350"/>
                <a:gd name="csX13" fmla="*/ 2957513 w 2957513"/>
                <a:gd name="csY13" fmla="*/ 0 h 895350"/>
                <a:gd name="csX14" fmla="*/ 2890838 w 2957513"/>
                <a:gd name="csY14" fmla="*/ 52387 h 895350"/>
                <a:gd name="csX15" fmla="*/ 2828925 w 2957513"/>
                <a:gd name="csY15" fmla="*/ 123825 h 895350"/>
                <a:gd name="csX16" fmla="*/ 2824163 w 2957513"/>
                <a:gd name="csY16" fmla="*/ 195262 h 895350"/>
                <a:gd name="csX17" fmla="*/ 2862263 w 2957513"/>
                <a:gd name="csY17" fmla="*/ 447675 h 895350"/>
                <a:gd name="csX0" fmla="*/ 2862263 w 2957513"/>
                <a:gd name="csY0" fmla="*/ 447675 h 895350"/>
                <a:gd name="csX1" fmla="*/ 1304925 w 2957513"/>
                <a:gd name="csY1" fmla="*/ 895350 h 895350"/>
                <a:gd name="csX2" fmla="*/ 1285875 w 2957513"/>
                <a:gd name="csY2" fmla="*/ 776287 h 895350"/>
                <a:gd name="csX3" fmla="*/ 1247775 w 2957513"/>
                <a:gd name="csY3" fmla="*/ 671512 h 895350"/>
                <a:gd name="csX4" fmla="*/ 1162050 w 2957513"/>
                <a:gd name="csY4" fmla="*/ 628650 h 895350"/>
                <a:gd name="csX5" fmla="*/ 1033463 w 2957513"/>
                <a:gd name="csY5" fmla="*/ 614362 h 895350"/>
                <a:gd name="csX6" fmla="*/ 509588 w 2957513"/>
                <a:gd name="csY6" fmla="*/ 771525 h 895350"/>
                <a:gd name="csX7" fmla="*/ 376238 w 2957513"/>
                <a:gd name="csY7" fmla="*/ 800100 h 895350"/>
                <a:gd name="csX8" fmla="*/ 204788 w 2957513"/>
                <a:gd name="csY8" fmla="*/ 771525 h 895350"/>
                <a:gd name="csX9" fmla="*/ 0 w 2957513"/>
                <a:gd name="csY9" fmla="*/ 723900 h 895350"/>
                <a:gd name="csX10" fmla="*/ 1800225 w 2957513"/>
                <a:gd name="csY10" fmla="*/ 204787 h 895350"/>
                <a:gd name="csX11" fmla="*/ 2333625 w 2957513"/>
                <a:gd name="csY11" fmla="*/ 80962 h 895350"/>
                <a:gd name="csX12" fmla="*/ 2790825 w 2957513"/>
                <a:gd name="csY12" fmla="*/ 4762 h 895350"/>
                <a:gd name="csX13" fmla="*/ 2957513 w 2957513"/>
                <a:gd name="csY13" fmla="*/ 0 h 895350"/>
                <a:gd name="csX14" fmla="*/ 2890838 w 2957513"/>
                <a:gd name="csY14" fmla="*/ 52387 h 895350"/>
                <a:gd name="csX15" fmla="*/ 2828925 w 2957513"/>
                <a:gd name="csY15" fmla="*/ 123825 h 895350"/>
                <a:gd name="csX16" fmla="*/ 2824163 w 2957513"/>
                <a:gd name="csY16" fmla="*/ 195262 h 895350"/>
                <a:gd name="csX17" fmla="*/ 2862263 w 2957513"/>
                <a:gd name="csY17" fmla="*/ 447675 h 895350"/>
                <a:gd name="csX0" fmla="*/ 2862263 w 2957513"/>
                <a:gd name="csY0" fmla="*/ 447675 h 895350"/>
                <a:gd name="csX1" fmla="*/ 1304925 w 2957513"/>
                <a:gd name="csY1" fmla="*/ 895350 h 895350"/>
                <a:gd name="csX2" fmla="*/ 1285875 w 2957513"/>
                <a:gd name="csY2" fmla="*/ 776287 h 895350"/>
                <a:gd name="csX3" fmla="*/ 1247775 w 2957513"/>
                <a:gd name="csY3" fmla="*/ 671512 h 895350"/>
                <a:gd name="csX4" fmla="*/ 1162050 w 2957513"/>
                <a:gd name="csY4" fmla="*/ 628650 h 895350"/>
                <a:gd name="csX5" fmla="*/ 1007270 w 2957513"/>
                <a:gd name="csY5" fmla="*/ 619125 h 895350"/>
                <a:gd name="csX6" fmla="*/ 509588 w 2957513"/>
                <a:gd name="csY6" fmla="*/ 771525 h 895350"/>
                <a:gd name="csX7" fmla="*/ 376238 w 2957513"/>
                <a:gd name="csY7" fmla="*/ 800100 h 895350"/>
                <a:gd name="csX8" fmla="*/ 204788 w 2957513"/>
                <a:gd name="csY8" fmla="*/ 771525 h 895350"/>
                <a:gd name="csX9" fmla="*/ 0 w 2957513"/>
                <a:gd name="csY9" fmla="*/ 723900 h 895350"/>
                <a:gd name="csX10" fmla="*/ 1800225 w 2957513"/>
                <a:gd name="csY10" fmla="*/ 204787 h 895350"/>
                <a:gd name="csX11" fmla="*/ 2333625 w 2957513"/>
                <a:gd name="csY11" fmla="*/ 80962 h 895350"/>
                <a:gd name="csX12" fmla="*/ 2790825 w 2957513"/>
                <a:gd name="csY12" fmla="*/ 4762 h 895350"/>
                <a:gd name="csX13" fmla="*/ 2957513 w 2957513"/>
                <a:gd name="csY13" fmla="*/ 0 h 895350"/>
                <a:gd name="csX14" fmla="*/ 2890838 w 2957513"/>
                <a:gd name="csY14" fmla="*/ 52387 h 895350"/>
                <a:gd name="csX15" fmla="*/ 2828925 w 2957513"/>
                <a:gd name="csY15" fmla="*/ 123825 h 895350"/>
                <a:gd name="csX16" fmla="*/ 2824163 w 2957513"/>
                <a:gd name="csY16" fmla="*/ 195262 h 895350"/>
                <a:gd name="csX17" fmla="*/ 2862263 w 2957513"/>
                <a:gd name="csY17" fmla="*/ 447675 h 895350"/>
                <a:gd name="csX0" fmla="*/ 2862263 w 2957513"/>
                <a:gd name="csY0" fmla="*/ 447675 h 895350"/>
                <a:gd name="csX1" fmla="*/ 1304925 w 2957513"/>
                <a:gd name="csY1" fmla="*/ 895350 h 895350"/>
                <a:gd name="csX2" fmla="*/ 1285875 w 2957513"/>
                <a:gd name="csY2" fmla="*/ 776287 h 895350"/>
                <a:gd name="csX3" fmla="*/ 1243012 w 2957513"/>
                <a:gd name="csY3" fmla="*/ 678656 h 895350"/>
                <a:gd name="csX4" fmla="*/ 1162050 w 2957513"/>
                <a:gd name="csY4" fmla="*/ 628650 h 895350"/>
                <a:gd name="csX5" fmla="*/ 1007270 w 2957513"/>
                <a:gd name="csY5" fmla="*/ 619125 h 895350"/>
                <a:gd name="csX6" fmla="*/ 509588 w 2957513"/>
                <a:gd name="csY6" fmla="*/ 771525 h 895350"/>
                <a:gd name="csX7" fmla="*/ 376238 w 2957513"/>
                <a:gd name="csY7" fmla="*/ 800100 h 895350"/>
                <a:gd name="csX8" fmla="*/ 204788 w 2957513"/>
                <a:gd name="csY8" fmla="*/ 771525 h 895350"/>
                <a:gd name="csX9" fmla="*/ 0 w 2957513"/>
                <a:gd name="csY9" fmla="*/ 723900 h 895350"/>
                <a:gd name="csX10" fmla="*/ 1800225 w 2957513"/>
                <a:gd name="csY10" fmla="*/ 204787 h 895350"/>
                <a:gd name="csX11" fmla="*/ 2333625 w 2957513"/>
                <a:gd name="csY11" fmla="*/ 80962 h 895350"/>
                <a:gd name="csX12" fmla="*/ 2790825 w 2957513"/>
                <a:gd name="csY12" fmla="*/ 4762 h 895350"/>
                <a:gd name="csX13" fmla="*/ 2957513 w 2957513"/>
                <a:gd name="csY13" fmla="*/ 0 h 895350"/>
                <a:gd name="csX14" fmla="*/ 2890838 w 2957513"/>
                <a:gd name="csY14" fmla="*/ 52387 h 895350"/>
                <a:gd name="csX15" fmla="*/ 2828925 w 2957513"/>
                <a:gd name="csY15" fmla="*/ 123825 h 895350"/>
                <a:gd name="csX16" fmla="*/ 2824163 w 2957513"/>
                <a:gd name="csY16" fmla="*/ 195262 h 895350"/>
                <a:gd name="csX17" fmla="*/ 2862263 w 2957513"/>
                <a:gd name="csY17" fmla="*/ 447675 h 895350"/>
                <a:gd name="csX0" fmla="*/ 2862263 w 2957513"/>
                <a:gd name="csY0" fmla="*/ 447675 h 895350"/>
                <a:gd name="csX1" fmla="*/ 1304925 w 2957513"/>
                <a:gd name="csY1" fmla="*/ 895350 h 895350"/>
                <a:gd name="csX2" fmla="*/ 1285875 w 2957513"/>
                <a:gd name="csY2" fmla="*/ 776287 h 895350"/>
                <a:gd name="csX3" fmla="*/ 1243012 w 2957513"/>
                <a:gd name="csY3" fmla="*/ 678656 h 895350"/>
                <a:gd name="csX4" fmla="*/ 1162050 w 2957513"/>
                <a:gd name="csY4" fmla="*/ 628650 h 895350"/>
                <a:gd name="csX5" fmla="*/ 1007270 w 2957513"/>
                <a:gd name="csY5" fmla="*/ 619125 h 895350"/>
                <a:gd name="csX6" fmla="*/ 509588 w 2957513"/>
                <a:gd name="csY6" fmla="*/ 771525 h 895350"/>
                <a:gd name="csX7" fmla="*/ 376238 w 2957513"/>
                <a:gd name="csY7" fmla="*/ 800100 h 895350"/>
                <a:gd name="csX8" fmla="*/ 204788 w 2957513"/>
                <a:gd name="csY8" fmla="*/ 771525 h 895350"/>
                <a:gd name="csX9" fmla="*/ 0 w 2957513"/>
                <a:gd name="csY9" fmla="*/ 723900 h 895350"/>
                <a:gd name="csX10" fmla="*/ 1800225 w 2957513"/>
                <a:gd name="csY10" fmla="*/ 204787 h 895350"/>
                <a:gd name="csX11" fmla="*/ 2333625 w 2957513"/>
                <a:gd name="csY11" fmla="*/ 80962 h 895350"/>
                <a:gd name="csX12" fmla="*/ 2790825 w 2957513"/>
                <a:gd name="csY12" fmla="*/ 4762 h 895350"/>
                <a:gd name="csX13" fmla="*/ 2957513 w 2957513"/>
                <a:gd name="csY13" fmla="*/ 0 h 895350"/>
                <a:gd name="csX14" fmla="*/ 2890838 w 2957513"/>
                <a:gd name="csY14" fmla="*/ 52387 h 895350"/>
                <a:gd name="csX15" fmla="*/ 2828925 w 2957513"/>
                <a:gd name="csY15" fmla="*/ 123825 h 895350"/>
                <a:gd name="csX16" fmla="*/ 2833688 w 2957513"/>
                <a:gd name="csY16" fmla="*/ 195262 h 895350"/>
                <a:gd name="csX17" fmla="*/ 2862263 w 2957513"/>
                <a:gd name="csY17" fmla="*/ 447675 h 895350"/>
                <a:gd name="csX0" fmla="*/ 2862263 w 2957513"/>
                <a:gd name="csY0" fmla="*/ 447675 h 895350"/>
                <a:gd name="csX1" fmla="*/ 1304925 w 2957513"/>
                <a:gd name="csY1" fmla="*/ 895350 h 895350"/>
                <a:gd name="csX2" fmla="*/ 1285875 w 2957513"/>
                <a:gd name="csY2" fmla="*/ 776287 h 895350"/>
                <a:gd name="csX3" fmla="*/ 1243012 w 2957513"/>
                <a:gd name="csY3" fmla="*/ 678656 h 895350"/>
                <a:gd name="csX4" fmla="*/ 1162050 w 2957513"/>
                <a:gd name="csY4" fmla="*/ 628650 h 895350"/>
                <a:gd name="csX5" fmla="*/ 1007270 w 2957513"/>
                <a:gd name="csY5" fmla="*/ 619125 h 895350"/>
                <a:gd name="csX6" fmla="*/ 509588 w 2957513"/>
                <a:gd name="csY6" fmla="*/ 771525 h 895350"/>
                <a:gd name="csX7" fmla="*/ 376238 w 2957513"/>
                <a:gd name="csY7" fmla="*/ 800100 h 895350"/>
                <a:gd name="csX8" fmla="*/ 204788 w 2957513"/>
                <a:gd name="csY8" fmla="*/ 771525 h 895350"/>
                <a:gd name="csX9" fmla="*/ 0 w 2957513"/>
                <a:gd name="csY9" fmla="*/ 723900 h 895350"/>
                <a:gd name="csX10" fmla="*/ 1800225 w 2957513"/>
                <a:gd name="csY10" fmla="*/ 204787 h 895350"/>
                <a:gd name="csX11" fmla="*/ 2333625 w 2957513"/>
                <a:gd name="csY11" fmla="*/ 80962 h 895350"/>
                <a:gd name="csX12" fmla="*/ 2790825 w 2957513"/>
                <a:gd name="csY12" fmla="*/ 4762 h 895350"/>
                <a:gd name="csX13" fmla="*/ 2957513 w 2957513"/>
                <a:gd name="csY13" fmla="*/ 0 h 895350"/>
                <a:gd name="csX14" fmla="*/ 2890838 w 2957513"/>
                <a:gd name="csY14" fmla="*/ 52387 h 895350"/>
                <a:gd name="csX15" fmla="*/ 2828925 w 2957513"/>
                <a:gd name="csY15" fmla="*/ 123825 h 895350"/>
                <a:gd name="csX16" fmla="*/ 2833688 w 2957513"/>
                <a:gd name="csY16" fmla="*/ 195262 h 895350"/>
                <a:gd name="csX17" fmla="*/ 2862263 w 2957513"/>
                <a:gd name="csY17" fmla="*/ 447675 h 895350"/>
                <a:gd name="csX0" fmla="*/ 2862263 w 2957513"/>
                <a:gd name="csY0" fmla="*/ 447675 h 895350"/>
                <a:gd name="csX1" fmla="*/ 1304925 w 2957513"/>
                <a:gd name="csY1" fmla="*/ 895350 h 895350"/>
                <a:gd name="csX2" fmla="*/ 1285875 w 2957513"/>
                <a:gd name="csY2" fmla="*/ 776287 h 895350"/>
                <a:gd name="csX3" fmla="*/ 1243012 w 2957513"/>
                <a:gd name="csY3" fmla="*/ 678656 h 895350"/>
                <a:gd name="csX4" fmla="*/ 1162050 w 2957513"/>
                <a:gd name="csY4" fmla="*/ 628650 h 895350"/>
                <a:gd name="csX5" fmla="*/ 1007270 w 2957513"/>
                <a:gd name="csY5" fmla="*/ 619125 h 895350"/>
                <a:gd name="csX6" fmla="*/ 509588 w 2957513"/>
                <a:gd name="csY6" fmla="*/ 771525 h 895350"/>
                <a:gd name="csX7" fmla="*/ 376238 w 2957513"/>
                <a:gd name="csY7" fmla="*/ 800100 h 895350"/>
                <a:gd name="csX8" fmla="*/ 204788 w 2957513"/>
                <a:gd name="csY8" fmla="*/ 771525 h 895350"/>
                <a:gd name="csX9" fmla="*/ 0 w 2957513"/>
                <a:gd name="csY9" fmla="*/ 723900 h 895350"/>
                <a:gd name="csX10" fmla="*/ 1800225 w 2957513"/>
                <a:gd name="csY10" fmla="*/ 204787 h 895350"/>
                <a:gd name="csX11" fmla="*/ 2333625 w 2957513"/>
                <a:gd name="csY11" fmla="*/ 80962 h 895350"/>
                <a:gd name="csX12" fmla="*/ 2790825 w 2957513"/>
                <a:gd name="csY12" fmla="*/ 4762 h 895350"/>
                <a:gd name="csX13" fmla="*/ 2957513 w 2957513"/>
                <a:gd name="csY13" fmla="*/ 0 h 895350"/>
                <a:gd name="csX14" fmla="*/ 2890838 w 2957513"/>
                <a:gd name="csY14" fmla="*/ 52387 h 895350"/>
                <a:gd name="csX15" fmla="*/ 2843213 w 2957513"/>
                <a:gd name="csY15" fmla="*/ 116682 h 895350"/>
                <a:gd name="csX16" fmla="*/ 2833688 w 2957513"/>
                <a:gd name="csY16" fmla="*/ 195262 h 895350"/>
                <a:gd name="csX17" fmla="*/ 2862263 w 2957513"/>
                <a:gd name="csY17" fmla="*/ 447675 h 895350"/>
                <a:gd name="csX0" fmla="*/ 2862263 w 2957513"/>
                <a:gd name="csY0" fmla="*/ 447675 h 895350"/>
                <a:gd name="csX1" fmla="*/ 1304925 w 2957513"/>
                <a:gd name="csY1" fmla="*/ 895350 h 895350"/>
                <a:gd name="csX2" fmla="*/ 1285875 w 2957513"/>
                <a:gd name="csY2" fmla="*/ 776287 h 895350"/>
                <a:gd name="csX3" fmla="*/ 1243012 w 2957513"/>
                <a:gd name="csY3" fmla="*/ 678656 h 895350"/>
                <a:gd name="csX4" fmla="*/ 1162050 w 2957513"/>
                <a:gd name="csY4" fmla="*/ 628650 h 895350"/>
                <a:gd name="csX5" fmla="*/ 1007270 w 2957513"/>
                <a:gd name="csY5" fmla="*/ 619125 h 895350"/>
                <a:gd name="csX6" fmla="*/ 509588 w 2957513"/>
                <a:gd name="csY6" fmla="*/ 771525 h 895350"/>
                <a:gd name="csX7" fmla="*/ 376238 w 2957513"/>
                <a:gd name="csY7" fmla="*/ 800100 h 895350"/>
                <a:gd name="csX8" fmla="*/ 204788 w 2957513"/>
                <a:gd name="csY8" fmla="*/ 771525 h 895350"/>
                <a:gd name="csX9" fmla="*/ 0 w 2957513"/>
                <a:gd name="csY9" fmla="*/ 723900 h 895350"/>
                <a:gd name="csX10" fmla="*/ 1800225 w 2957513"/>
                <a:gd name="csY10" fmla="*/ 204787 h 895350"/>
                <a:gd name="csX11" fmla="*/ 2333625 w 2957513"/>
                <a:gd name="csY11" fmla="*/ 80962 h 895350"/>
                <a:gd name="csX12" fmla="*/ 2790825 w 2957513"/>
                <a:gd name="csY12" fmla="*/ 4762 h 895350"/>
                <a:gd name="csX13" fmla="*/ 2957513 w 2957513"/>
                <a:gd name="csY13" fmla="*/ 0 h 895350"/>
                <a:gd name="csX14" fmla="*/ 2890838 w 2957513"/>
                <a:gd name="csY14" fmla="*/ 52387 h 895350"/>
                <a:gd name="csX15" fmla="*/ 2843213 w 2957513"/>
                <a:gd name="csY15" fmla="*/ 116682 h 895350"/>
                <a:gd name="csX16" fmla="*/ 2833688 w 2957513"/>
                <a:gd name="csY16" fmla="*/ 195262 h 895350"/>
                <a:gd name="csX17" fmla="*/ 2862263 w 2957513"/>
                <a:gd name="csY17" fmla="*/ 447675 h 895350"/>
                <a:gd name="csX0" fmla="*/ 2862263 w 2957513"/>
                <a:gd name="csY0" fmla="*/ 453400 h 901075"/>
                <a:gd name="csX1" fmla="*/ 1304925 w 2957513"/>
                <a:gd name="csY1" fmla="*/ 901075 h 901075"/>
                <a:gd name="csX2" fmla="*/ 1285875 w 2957513"/>
                <a:gd name="csY2" fmla="*/ 782012 h 901075"/>
                <a:gd name="csX3" fmla="*/ 1243012 w 2957513"/>
                <a:gd name="csY3" fmla="*/ 684381 h 901075"/>
                <a:gd name="csX4" fmla="*/ 1162050 w 2957513"/>
                <a:gd name="csY4" fmla="*/ 634375 h 901075"/>
                <a:gd name="csX5" fmla="*/ 1007270 w 2957513"/>
                <a:gd name="csY5" fmla="*/ 624850 h 901075"/>
                <a:gd name="csX6" fmla="*/ 509588 w 2957513"/>
                <a:gd name="csY6" fmla="*/ 777250 h 901075"/>
                <a:gd name="csX7" fmla="*/ 376238 w 2957513"/>
                <a:gd name="csY7" fmla="*/ 805825 h 901075"/>
                <a:gd name="csX8" fmla="*/ 204788 w 2957513"/>
                <a:gd name="csY8" fmla="*/ 777250 h 901075"/>
                <a:gd name="csX9" fmla="*/ 0 w 2957513"/>
                <a:gd name="csY9" fmla="*/ 729625 h 901075"/>
                <a:gd name="csX10" fmla="*/ 1800225 w 2957513"/>
                <a:gd name="csY10" fmla="*/ 210512 h 901075"/>
                <a:gd name="csX11" fmla="*/ 2333625 w 2957513"/>
                <a:gd name="csY11" fmla="*/ 86687 h 901075"/>
                <a:gd name="csX12" fmla="*/ 2790825 w 2957513"/>
                <a:gd name="csY12" fmla="*/ 10487 h 901075"/>
                <a:gd name="csX13" fmla="*/ 2957513 w 2957513"/>
                <a:gd name="csY13" fmla="*/ 5725 h 901075"/>
                <a:gd name="csX14" fmla="*/ 2890838 w 2957513"/>
                <a:gd name="csY14" fmla="*/ 58112 h 901075"/>
                <a:gd name="csX15" fmla="*/ 2843213 w 2957513"/>
                <a:gd name="csY15" fmla="*/ 122407 h 901075"/>
                <a:gd name="csX16" fmla="*/ 2833688 w 2957513"/>
                <a:gd name="csY16" fmla="*/ 200987 h 901075"/>
                <a:gd name="csX17" fmla="*/ 2862263 w 2957513"/>
                <a:gd name="csY17" fmla="*/ 453400 h 901075"/>
                <a:gd name="csX0" fmla="*/ 2862263 w 2957513"/>
                <a:gd name="csY0" fmla="*/ 453400 h 901075"/>
                <a:gd name="csX1" fmla="*/ 1304925 w 2957513"/>
                <a:gd name="csY1" fmla="*/ 901075 h 901075"/>
                <a:gd name="csX2" fmla="*/ 1285875 w 2957513"/>
                <a:gd name="csY2" fmla="*/ 782012 h 901075"/>
                <a:gd name="csX3" fmla="*/ 1243012 w 2957513"/>
                <a:gd name="csY3" fmla="*/ 684381 h 901075"/>
                <a:gd name="csX4" fmla="*/ 1162050 w 2957513"/>
                <a:gd name="csY4" fmla="*/ 634375 h 901075"/>
                <a:gd name="csX5" fmla="*/ 1007270 w 2957513"/>
                <a:gd name="csY5" fmla="*/ 624850 h 901075"/>
                <a:gd name="csX6" fmla="*/ 509588 w 2957513"/>
                <a:gd name="csY6" fmla="*/ 777250 h 901075"/>
                <a:gd name="csX7" fmla="*/ 376238 w 2957513"/>
                <a:gd name="csY7" fmla="*/ 805825 h 901075"/>
                <a:gd name="csX8" fmla="*/ 204788 w 2957513"/>
                <a:gd name="csY8" fmla="*/ 777250 h 901075"/>
                <a:gd name="csX9" fmla="*/ 0 w 2957513"/>
                <a:gd name="csY9" fmla="*/ 729625 h 901075"/>
                <a:gd name="csX10" fmla="*/ 1800225 w 2957513"/>
                <a:gd name="csY10" fmla="*/ 210512 h 901075"/>
                <a:gd name="csX11" fmla="*/ 2333625 w 2957513"/>
                <a:gd name="csY11" fmla="*/ 86687 h 901075"/>
                <a:gd name="csX12" fmla="*/ 2790825 w 2957513"/>
                <a:gd name="csY12" fmla="*/ 10487 h 901075"/>
                <a:gd name="csX13" fmla="*/ 2957513 w 2957513"/>
                <a:gd name="csY13" fmla="*/ 5725 h 901075"/>
                <a:gd name="csX14" fmla="*/ 2890838 w 2957513"/>
                <a:gd name="csY14" fmla="*/ 58112 h 901075"/>
                <a:gd name="csX15" fmla="*/ 2843213 w 2957513"/>
                <a:gd name="csY15" fmla="*/ 122407 h 901075"/>
                <a:gd name="csX16" fmla="*/ 2833688 w 2957513"/>
                <a:gd name="csY16" fmla="*/ 200987 h 901075"/>
                <a:gd name="csX17" fmla="*/ 2862263 w 2957513"/>
                <a:gd name="csY17" fmla="*/ 453400 h 901075"/>
                <a:gd name="csX0" fmla="*/ 2862263 w 2957513"/>
                <a:gd name="csY0" fmla="*/ 453400 h 901075"/>
                <a:gd name="csX1" fmla="*/ 1304925 w 2957513"/>
                <a:gd name="csY1" fmla="*/ 901075 h 901075"/>
                <a:gd name="csX2" fmla="*/ 1285875 w 2957513"/>
                <a:gd name="csY2" fmla="*/ 782012 h 901075"/>
                <a:gd name="csX3" fmla="*/ 1243012 w 2957513"/>
                <a:gd name="csY3" fmla="*/ 684381 h 901075"/>
                <a:gd name="csX4" fmla="*/ 1162050 w 2957513"/>
                <a:gd name="csY4" fmla="*/ 634375 h 901075"/>
                <a:gd name="csX5" fmla="*/ 1007270 w 2957513"/>
                <a:gd name="csY5" fmla="*/ 624850 h 901075"/>
                <a:gd name="csX6" fmla="*/ 509588 w 2957513"/>
                <a:gd name="csY6" fmla="*/ 777250 h 901075"/>
                <a:gd name="csX7" fmla="*/ 376238 w 2957513"/>
                <a:gd name="csY7" fmla="*/ 805825 h 901075"/>
                <a:gd name="csX8" fmla="*/ 204788 w 2957513"/>
                <a:gd name="csY8" fmla="*/ 777250 h 901075"/>
                <a:gd name="csX9" fmla="*/ 0 w 2957513"/>
                <a:gd name="csY9" fmla="*/ 729625 h 901075"/>
                <a:gd name="csX10" fmla="*/ 1800225 w 2957513"/>
                <a:gd name="csY10" fmla="*/ 210512 h 901075"/>
                <a:gd name="csX11" fmla="*/ 2333625 w 2957513"/>
                <a:gd name="csY11" fmla="*/ 86687 h 901075"/>
                <a:gd name="csX12" fmla="*/ 2790825 w 2957513"/>
                <a:gd name="csY12" fmla="*/ 10487 h 901075"/>
                <a:gd name="csX13" fmla="*/ 2957513 w 2957513"/>
                <a:gd name="csY13" fmla="*/ 5725 h 901075"/>
                <a:gd name="csX14" fmla="*/ 2890838 w 2957513"/>
                <a:gd name="csY14" fmla="*/ 58112 h 901075"/>
                <a:gd name="csX15" fmla="*/ 2843213 w 2957513"/>
                <a:gd name="csY15" fmla="*/ 122407 h 901075"/>
                <a:gd name="csX16" fmla="*/ 2833688 w 2957513"/>
                <a:gd name="csY16" fmla="*/ 200987 h 901075"/>
                <a:gd name="csX17" fmla="*/ 2862263 w 2957513"/>
                <a:gd name="csY17" fmla="*/ 453400 h 901075"/>
                <a:gd name="csX0" fmla="*/ 2862263 w 2957513"/>
                <a:gd name="csY0" fmla="*/ 453400 h 901075"/>
                <a:gd name="csX1" fmla="*/ 1304925 w 2957513"/>
                <a:gd name="csY1" fmla="*/ 901075 h 901075"/>
                <a:gd name="csX2" fmla="*/ 1285875 w 2957513"/>
                <a:gd name="csY2" fmla="*/ 782012 h 901075"/>
                <a:gd name="csX3" fmla="*/ 1243012 w 2957513"/>
                <a:gd name="csY3" fmla="*/ 684381 h 901075"/>
                <a:gd name="csX4" fmla="*/ 1162050 w 2957513"/>
                <a:gd name="csY4" fmla="*/ 634375 h 901075"/>
                <a:gd name="csX5" fmla="*/ 1007270 w 2957513"/>
                <a:gd name="csY5" fmla="*/ 624850 h 901075"/>
                <a:gd name="csX6" fmla="*/ 509588 w 2957513"/>
                <a:gd name="csY6" fmla="*/ 777250 h 901075"/>
                <a:gd name="csX7" fmla="*/ 376238 w 2957513"/>
                <a:gd name="csY7" fmla="*/ 805825 h 901075"/>
                <a:gd name="csX8" fmla="*/ 204788 w 2957513"/>
                <a:gd name="csY8" fmla="*/ 777250 h 901075"/>
                <a:gd name="csX9" fmla="*/ 0 w 2957513"/>
                <a:gd name="csY9" fmla="*/ 729625 h 901075"/>
                <a:gd name="csX10" fmla="*/ 1631156 w 2957513"/>
                <a:gd name="csY10" fmla="*/ 262900 h 901075"/>
                <a:gd name="csX11" fmla="*/ 2333625 w 2957513"/>
                <a:gd name="csY11" fmla="*/ 86687 h 901075"/>
                <a:gd name="csX12" fmla="*/ 2790825 w 2957513"/>
                <a:gd name="csY12" fmla="*/ 10487 h 901075"/>
                <a:gd name="csX13" fmla="*/ 2957513 w 2957513"/>
                <a:gd name="csY13" fmla="*/ 5725 h 901075"/>
                <a:gd name="csX14" fmla="*/ 2890838 w 2957513"/>
                <a:gd name="csY14" fmla="*/ 58112 h 901075"/>
                <a:gd name="csX15" fmla="*/ 2843213 w 2957513"/>
                <a:gd name="csY15" fmla="*/ 122407 h 901075"/>
                <a:gd name="csX16" fmla="*/ 2833688 w 2957513"/>
                <a:gd name="csY16" fmla="*/ 200987 h 901075"/>
                <a:gd name="csX17" fmla="*/ 2862263 w 2957513"/>
                <a:gd name="csY17" fmla="*/ 453400 h 901075"/>
                <a:gd name="csX0" fmla="*/ 2867026 w 2957513"/>
                <a:gd name="csY0" fmla="*/ 451019 h 901075"/>
                <a:gd name="csX1" fmla="*/ 1304925 w 2957513"/>
                <a:gd name="csY1" fmla="*/ 901075 h 901075"/>
                <a:gd name="csX2" fmla="*/ 1285875 w 2957513"/>
                <a:gd name="csY2" fmla="*/ 782012 h 901075"/>
                <a:gd name="csX3" fmla="*/ 1243012 w 2957513"/>
                <a:gd name="csY3" fmla="*/ 684381 h 901075"/>
                <a:gd name="csX4" fmla="*/ 1162050 w 2957513"/>
                <a:gd name="csY4" fmla="*/ 634375 h 901075"/>
                <a:gd name="csX5" fmla="*/ 1007270 w 2957513"/>
                <a:gd name="csY5" fmla="*/ 624850 h 901075"/>
                <a:gd name="csX6" fmla="*/ 509588 w 2957513"/>
                <a:gd name="csY6" fmla="*/ 777250 h 901075"/>
                <a:gd name="csX7" fmla="*/ 376238 w 2957513"/>
                <a:gd name="csY7" fmla="*/ 805825 h 901075"/>
                <a:gd name="csX8" fmla="*/ 204788 w 2957513"/>
                <a:gd name="csY8" fmla="*/ 777250 h 901075"/>
                <a:gd name="csX9" fmla="*/ 0 w 2957513"/>
                <a:gd name="csY9" fmla="*/ 729625 h 901075"/>
                <a:gd name="csX10" fmla="*/ 1631156 w 2957513"/>
                <a:gd name="csY10" fmla="*/ 262900 h 901075"/>
                <a:gd name="csX11" fmla="*/ 2333625 w 2957513"/>
                <a:gd name="csY11" fmla="*/ 86687 h 901075"/>
                <a:gd name="csX12" fmla="*/ 2790825 w 2957513"/>
                <a:gd name="csY12" fmla="*/ 10487 h 901075"/>
                <a:gd name="csX13" fmla="*/ 2957513 w 2957513"/>
                <a:gd name="csY13" fmla="*/ 5725 h 901075"/>
                <a:gd name="csX14" fmla="*/ 2890838 w 2957513"/>
                <a:gd name="csY14" fmla="*/ 58112 h 901075"/>
                <a:gd name="csX15" fmla="*/ 2843213 w 2957513"/>
                <a:gd name="csY15" fmla="*/ 122407 h 901075"/>
                <a:gd name="csX16" fmla="*/ 2833688 w 2957513"/>
                <a:gd name="csY16" fmla="*/ 200987 h 901075"/>
                <a:gd name="csX17" fmla="*/ 2867026 w 2957513"/>
                <a:gd name="csY17" fmla="*/ 451019 h 901075"/>
                <a:gd name="csX0" fmla="*/ 2870201 w 2957513"/>
                <a:gd name="csY0" fmla="*/ 460544 h 901075"/>
                <a:gd name="csX1" fmla="*/ 1304925 w 2957513"/>
                <a:gd name="csY1" fmla="*/ 901075 h 901075"/>
                <a:gd name="csX2" fmla="*/ 1285875 w 2957513"/>
                <a:gd name="csY2" fmla="*/ 782012 h 901075"/>
                <a:gd name="csX3" fmla="*/ 1243012 w 2957513"/>
                <a:gd name="csY3" fmla="*/ 684381 h 901075"/>
                <a:gd name="csX4" fmla="*/ 1162050 w 2957513"/>
                <a:gd name="csY4" fmla="*/ 634375 h 901075"/>
                <a:gd name="csX5" fmla="*/ 1007270 w 2957513"/>
                <a:gd name="csY5" fmla="*/ 624850 h 901075"/>
                <a:gd name="csX6" fmla="*/ 509588 w 2957513"/>
                <a:gd name="csY6" fmla="*/ 777250 h 901075"/>
                <a:gd name="csX7" fmla="*/ 376238 w 2957513"/>
                <a:gd name="csY7" fmla="*/ 805825 h 901075"/>
                <a:gd name="csX8" fmla="*/ 204788 w 2957513"/>
                <a:gd name="csY8" fmla="*/ 777250 h 901075"/>
                <a:gd name="csX9" fmla="*/ 0 w 2957513"/>
                <a:gd name="csY9" fmla="*/ 729625 h 901075"/>
                <a:gd name="csX10" fmla="*/ 1631156 w 2957513"/>
                <a:gd name="csY10" fmla="*/ 262900 h 901075"/>
                <a:gd name="csX11" fmla="*/ 2333625 w 2957513"/>
                <a:gd name="csY11" fmla="*/ 86687 h 901075"/>
                <a:gd name="csX12" fmla="*/ 2790825 w 2957513"/>
                <a:gd name="csY12" fmla="*/ 10487 h 901075"/>
                <a:gd name="csX13" fmla="*/ 2957513 w 2957513"/>
                <a:gd name="csY13" fmla="*/ 5725 h 901075"/>
                <a:gd name="csX14" fmla="*/ 2890838 w 2957513"/>
                <a:gd name="csY14" fmla="*/ 58112 h 901075"/>
                <a:gd name="csX15" fmla="*/ 2843213 w 2957513"/>
                <a:gd name="csY15" fmla="*/ 122407 h 901075"/>
                <a:gd name="csX16" fmla="*/ 2833688 w 2957513"/>
                <a:gd name="csY16" fmla="*/ 200987 h 901075"/>
                <a:gd name="csX17" fmla="*/ 2870201 w 2957513"/>
                <a:gd name="csY17" fmla="*/ 460544 h 901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57513" h="901075">
                  <a:moveTo>
                    <a:pt x="2870201" y="460544"/>
                  </a:moveTo>
                  <a:lnTo>
                    <a:pt x="1304925" y="901075"/>
                  </a:lnTo>
                  <a:lnTo>
                    <a:pt x="1285875" y="782012"/>
                  </a:lnTo>
                  <a:cubicBezTo>
                    <a:pt x="1276350" y="744706"/>
                    <a:pt x="1263649" y="708987"/>
                    <a:pt x="1243012" y="684381"/>
                  </a:cubicBezTo>
                  <a:cubicBezTo>
                    <a:pt x="1222375" y="659775"/>
                    <a:pt x="1197769" y="643900"/>
                    <a:pt x="1162050" y="634375"/>
                  </a:cubicBezTo>
                  <a:cubicBezTo>
                    <a:pt x="1126331" y="624850"/>
                    <a:pt x="1116014" y="601038"/>
                    <a:pt x="1007270" y="624850"/>
                  </a:cubicBezTo>
                  <a:lnTo>
                    <a:pt x="509588" y="777250"/>
                  </a:lnTo>
                  <a:cubicBezTo>
                    <a:pt x="400051" y="808206"/>
                    <a:pt x="427038" y="805825"/>
                    <a:pt x="376238" y="805825"/>
                  </a:cubicBezTo>
                  <a:lnTo>
                    <a:pt x="204788" y="777250"/>
                  </a:lnTo>
                  <a:lnTo>
                    <a:pt x="0" y="729625"/>
                  </a:lnTo>
                  <a:lnTo>
                    <a:pt x="1631156" y="262900"/>
                  </a:lnTo>
                  <a:cubicBezTo>
                    <a:pt x="2020093" y="155744"/>
                    <a:pt x="2168525" y="120024"/>
                    <a:pt x="2333625" y="86687"/>
                  </a:cubicBezTo>
                  <a:cubicBezTo>
                    <a:pt x="2498725" y="53350"/>
                    <a:pt x="2686844" y="23981"/>
                    <a:pt x="2790825" y="10487"/>
                  </a:cubicBezTo>
                  <a:cubicBezTo>
                    <a:pt x="2894806" y="-3007"/>
                    <a:pt x="2940844" y="-2212"/>
                    <a:pt x="2957513" y="5725"/>
                  </a:cubicBezTo>
                  <a:lnTo>
                    <a:pt x="2890838" y="58112"/>
                  </a:lnTo>
                  <a:cubicBezTo>
                    <a:pt x="2871788" y="77559"/>
                    <a:pt x="2852738" y="98595"/>
                    <a:pt x="2843213" y="122407"/>
                  </a:cubicBezTo>
                  <a:cubicBezTo>
                    <a:pt x="2833688" y="146220"/>
                    <a:pt x="2828132" y="147012"/>
                    <a:pt x="2833688" y="200987"/>
                  </a:cubicBezTo>
                  <a:lnTo>
                    <a:pt x="2870201" y="460544"/>
                  </a:lnTo>
                  <a:close/>
                </a:path>
              </a:pathLst>
            </a:custGeom>
            <a:solidFill>
              <a:srgbClr val="00B050">
                <a:alpha val="25000"/>
              </a:srgbClr>
            </a:solidFill>
            <a:ln w="12700">
              <a:solidFill>
                <a:srgbClr val="00B05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8E732DC7-EC51-7D2D-8297-0777A01DB06B}"/>
                </a:ext>
              </a:extLst>
            </p:cNvPr>
            <p:cNvGrpSpPr/>
            <p:nvPr/>
          </p:nvGrpSpPr>
          <p:grpSpPr>
            <a:xfrm>
              <a:off x="6966527" y="1947141"/>
              <a:ext cx="936625" cy="1596159"/>
              <a:chOff x="8051799" y="2067791"/>
              <a:chExt cx="936625" cy="1596159"/>
            </a:xfrm>
          </p:grpSpPr>
          <p:sp>
            <p:nvSpPr>
              <p:cNvPr id="17" name="TextBox 16">
                <a:extLst>
                  <a:ext uri="{FF2B5EF4-FFF2-40B4-BE49-F238E27FC236}">
                    <a16:creationId xmlns:a16="http://schemas.microsoft.com/office/drawing/2014/main" id="{F60A45A2-2885-4F37-6C70-3BDC56F7B497}"/>
                  </a:ext>
                </a:extLst>
              </p:cNvPr>
              <p:cNvSpPr txBox="1"/>
              <p:nvPr/>
            </p:nvSpPr>
            <p:spPr>
              <a:xfrm>
                <a:off x="8051799" y="2067791"/>
                <a:ext cx="936625" cy="369332"/>
              </a:xfrm>
              <a:prstGeom prst="rect">
                <a:avLst/>
              </a:prstGeom>
              <a:solidFill>
                <a:srgbClr val="0070C0"/>
              </a:solidFill>
            </p:spPr>
            <p:txBody>
              <a:bodyPr wrap="square" rtlCol="0">
                <a:spAutoFit/>
              </a:bodyPr>
              <a:lstStyle/>
              <a:p>
                <a:r>
                  <a:rPr lang="en-US" b="1" dirty="0">
                    <a:solidFill>
                      <a:schemeClr val="bg1"/>
                    </a:solidFill>
                  </a:rPr>
                  <a:t>Cabin</a:t>
                </a:r>
              </a:p>
            </p:txBody>
          </p:sp>
          <p:cxnSp>
            <p:nvCxnSpPr>
              <p:cNvPr id="18" name="Straight Arrow Connector 17">
                <a:extLst>
                  <a:ext uri="{FF2B5EF4-FFF2-40B4-BE49-F238E27FC236}">
                    <a16:creationId xmlns:a16="http://schemas.microsoft.com/office/drawing/2014/main" id="{B7E53CBE-2D44-D840-58BB-3036F0573E5E}"/>
                  </a:ext>
                </a:extLst>
              </p:cNvPr>
              <p:cNvCxnSpPr>
                <a:cxnSpLocks/>
                <a:stCxn id="17" idx="2"/>
              </p:cNvCxnSpPr>
              <p:nvPr/>
            </p:nvCxnSpPr>
            <p:spPr>
              <a:xfrm>
                <a:off x="8520112" y="2437123"/>
                <a:ext cx="0" cy="1226827"/>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grpSp>
        <p:nvGrpSpPr>
          <p:cNvPr id="33" name="Group 32">
            <a:extLst>
              <a:ext uri="{FF2B5EF4-FFF2-40B4-BE49-F238E27FC236}">
                <a16:creationId xmlns:a16="http://schemas.microsoft.com/office/drawing/2014/main" id="{9260B337-975F-FD51-D7F2-1D9F3E19973E}"/>
              </a:ext>
            </a:extLst>
          </p:cNvPr>
          <p:cNvGrpSpPr/>
          <p:nvPr/>
        </p:nvGrpSpPr>
        <p:grpSpPr>
          <a:xfrm>
            <a:off x="4353720" y="3395540"/>
            <a:ext cx="5207579" cy="2254248"/>
            <a:chOff x="4353720" y="3549650"/>
            <a:chExt cx="5207579" cy="2254248"/>
          </a:xfrm>
        </p:grpSpPr>
        <p:sp>
          <p:nvSpPr>
            <p:cNvPr id="27" name="Freeform: Shape 26">
              <a:extLst>
                <a:ext uri="{FF2B5EF4-FFF2-40B4-BE49-F238E27FC236}">
                  <a16:creationId xmlns:a16="http://schemas.microsoft.com/office/drawing/2014/main" id="{4E7D7FDE-A43E-BC96-9898-A58B8C7EC475}"/>
                </a:ext>
              </a:extLst>
            </p:cNvPr>
            <p:cNvSpPr/>
            <p:nvPr/>
          </p:nvSpPr>
          <p:spPr>
            <a:xfrm>
              <a:off x="4353720" y="3549650"/>
              <a:ext cx="5207579" cy="1504950"/>
            </a:xfrm>
            <a:custGeom>
              <a:avLst/>
              <a:gdLst>
                <a:gd name="csX0" fmla="*/ 5086350 w 5207000"/>
                <a:gd name="csY0" fmla="*/ 0 h 1492250"/>
                <a:gd name="csX1" fmla="*/ 5130800 w 5207000"/>
                <a:gd name="csY1" fmla="*/ 82550 h 1492250"/>
                <a:gd name="csX2" fmla="*/ 5207000 w 5207000"/>
                <a:gd name="csY2" fmla="*/ 114300 h 1492250"/>
                <a:gd name="csX3" fmla="*/ 4959350 w 5207000"/>
                <a:gd name="csY3" fmla="*/ 285750 h 1492250"/>
                <a:gd name="csX4" fmla="*/ 4527550 w 5207000"/>
                <a:gd name="csY4" fmla="*/ 476250 h 1492250"/>
                <a:gd name="csX5" fmla="*/ 3562350 w 5207000"/>
                <a:gd name="csY5" fmla="*/ 730250 h 1492250"/>
                <a:gd name="csX6" fmla="*/ 2540000 w 5207000"/>
                <a:gd name="csY6" fmla="*/ 1022350 h 1492250"/>
                <a:gd name="csX7" fmla="*/ 1384300 w 5207000"/>
                <a:gd name="csY7" fmla="*/ 1333500 h 1492250"/>
                <a:gd name="csX8" fmla="*/ 1073150 w 5207000"/>
                <a:gd name="csY8" fmla="*/ 1403350 h 1492250"/>
                <a:gd name="csX9" fmla="*/ 476250 w 5207000"/>
                <a:gd name="csY9" fmla="*/ 1485900 h 1492250"/>
                <a:gd name="csX10" fmla="*/ 101600 w 5207000"/>
                <a:gd name="csY10" fmla="*/ 1492250 h 1492250"/>
                <a:gd name="csX11" fmla="*/ 44450 w 5207000"/>
                <a:gd name="csY11" fmla="*/ 1358900 h 1492250"/>
                <a:gd name="csX12" fmla="*/ 0 w 5207000"/>
                <a:gd name="csY12" fmla="*/ 1314450 h 1492250"/>
                <a:gd name="csX13" fmla="*/ 317500 w 5207000"/>
                <a:gd name="csY13" fmla="*/ 1276350 h 1492250"/>
                <a:gd name="csX14" fmla="*/ 1511300 w 5207000"/>
                <a:gd name="csY14" fmla="*/ 977900 h 1492250"/>
                <a:gd name="csX15" fmla="*/ 5086350 w 5207000"/>
                <a:gd name="csY15" fmla="*/ 0 h 1492250"/>
                <a:gd name="csX0" fmla="*/ 5086350 w 5207000"/>
                <a:gd name="csY0" fmla="*/ 0 h 1504950"/>
                <a:gd name="csX1" fmla="*/ 5130800 w 5207000"/>
                <a:gd name="csY1" fmla="*/ 95250 h 1504950"/>
                <a:gd name="csX2" fmla="*/ 5207000 w 5207000"/>
                <a:gd name="csY2" fmla="*/ 127000 h 1504950"/>
                <a:gd name="csX3" fmla="*/ 4959350 w 5207000"/>
                <a:gd name="csY3" fmla="*/ 298450 h 1504950"/>
                <a:gd name="csX4" fmla="*/ 4527550 w 5207000"/>
                <a:gd name="csY4" fmla="*/ 488950 h 1504950"/>
                <a:gd name="csX5" fmla="*/ 3562350 w 5207000"/>
                <a:gd name="csY5" fmla="*/ 742950 h 1504950"/>
                <a:gd name="csX6" fmla="*/ 2540000 w 5207000"/>
                <a:gd name="csY6" fmla="*/ 1035050 h 1504950"/>
                <a:gd name="csX7" fmla="*/ 1384300 w 5207000"/>
                <a:gd name="csY7" fmla="*/ 1346200 h 1504950"/>
                <a:gd name="csX8" fmla="*/ 1073150 w 5207000"/>
                <a:gd name="csY8" fmla="*/ 1416050 h 1504950"/>
                <a:gd name="csX9" fmla="*/ 476250 w 5207000"/>
                <a:gd name="csY9" fmla="*/ 1498600 h 1504950"/>
                <a:gd name="csX10" fmla="*/ 101600 w 5207000"/>
                <a:gd name="csY10" fmla="*/ 1504950 h 1504950"/>
                <a:gd name="csX11" fmla="*/ 44450 w 5207000"/>
                <a:gd name="csY11" fmla="*/ 1371600 h 1504950"/>
                <a:gd name="csX12" fmla="*/ 0 w 5207000"/>
                <a:gd name="csY12" fmla="*/ 1327150 h 1504950"/>
                <a:gd name="csX13" fmla="*/ 317500 w 5207000"/>
                <a:gd name="csY13" fmla="*/ 1289050 h 1504950"/>
                <a:gd name="csX14" fmla="*/ 1511300 w 5207000"/>
                <a:gd name="csY14" fmla="*/ 990600 h 1504950"/>
                <a:gd name="csX15" fmla="*/ 5086350 w 5207000"/>
                <a:gd name="csY15" fmla="*/ 0 h 1504950"/>
                <a:gd name="csX0" fmla="*/ 5086350 w 5207000"/>
                <a:gd name="csY0" fmla="*/ 0 h 1504950"/>
                <a:gd name="csX1" fmla="*/ 5130800 w 5207000"/>
                <a:gd name="csY1" fmla="*/ 95250 h 1504950"/>
                <a:gd name="csX2" fmla="*/ 5207000 w 5207000"/>
                <a:gd name="csY2" fmla="*/ 127000 h 1504950"/>
                <a:gd name="csX3" fmla="*/ 4959350 w 5207000"/>
                <a:gd name="csY3" fmla="*/ 298450 h 1504950"/>
                <a:gd name="csX4" fmla="*/ 4527550 w 5207000"/>
                <a:gd name="csY4" fmla="*/ 488950 h 1504950"/>
                <a:gd name="csX5" fmla="*/ 3562350 w 5207000"/>
                <a:gd name="csY5" fmla="*/ 742950 h 1504950"/>
                <a:gd name="csX6" fmla="*/ 2540000 w 5207000"/>
                <a:gd name="csY6" fmla="*/ 1035050 h 1504950"/>
                <a:gd name="csX7" fmla="*/ 1384300 w 5207000"/>
                <a:gd name="csY7" fmla="*/ 1346200 h 1504950"/>
                <a:gd name="csX8" fmla="*/ 1073150 w 5207000"/>
                <a:gd name="csY8" fmla="*/ 1416050 h 1504950"/>
                <a:gd name="csX9" fmla="*/ 476250 w 5207000"/>
                <a:gd name="csY9" fmla="*/ 1498600 h 1504950"/>
                <a:gd name="csX10" fmla="*/ 101600 w 5207000"/>
                <a:gd name="csY10" fmla="*/ 1504950 h 1504950"/>
                <a:gd name="csX11" fmla="*/ 44450 w 5207000"/>
                <a:gd name="csY11" fmla="*/ 1371600 h 1504950"/>
                <a:gd name="csX12" fmla="*/ 0 w 5207000"/>
                <a:gd name="csY12" fmla="*/ 1327150 h 1504950"/>
                <a:gd name="csX13" fmla="*/ 317500 w 5207000"/>
                <a:gd name="csY13" fmla="*/ 1289050 h 1504950"/>
                <a:gd name="csX14" fmla="*/ 1511300 w 5207000"/>
                <a:gd name="csY14" fmla="*/ 990600 h 1504950"/>
                <a:gd name="csX15" fmla="*/ 5086350 w 5207000"/>
                <a:gd name="csY15" fmla="*/ 0 h 1504950"/>
                <a:gd name="csX0" fmla="*/ 5086350 w 5212831"/>
                <a:gd name="csY0" fmla="*/ 0 h 1504950"/>
                <a:gd name="csX1" fmla="*/ 5130800 w 5212831"/>
                <a:gd name="csY1" fmla="*/ 95250 h 1504950"/>
                <a:gd name="csX2" fmla="*/ 5207000 w 5212831"/>
                <a:gd name="csY2" fmla="*/ 127000 h 1504950"/>
                <a:gd name="csX3" fmla="*/ 4959350 w 5212831"/>
                <a:gd name="csY3" fmla="*/ 298450 h 1504950"/>
                <a:gd name="csX4" fmla="*/ 4527550 w 5212831"/>
                <a:gd name="csY4" fmla="*/ 488950 h 1504950"/>
                <a:gd name="csX5" fmla="*/ 3562350 w 5212831"/>
                <a:gd name="csY5" fmla="*/ 742950 h 1504950"/>
                <a:gd name="csX6" fmla="*/ 2540000 w 5212831"/>
                <a:gd name="csY6" fmla="*/ 1035050 h 1504950"/>
                <a:gd name="csX7" fmla="*/ 1384300 w 5212831"/>
                <a:gd name="csY7" fmla="*/ 1346200 h 1504950"/>
                <a:gd name="csX8" fmla="*/ 1073150 w 5212831"/>
                <a:gd name="csY8" fmla="*/ 1416050 h 1504950"/>
                <a:gd name="csX9" fmla="*/ 476250 w 5212831"/>
                <a:gd name="csY9" fmla="*/ 1498600 h 1504950"/>
                <a:gd name="csX10" fmla="*/ 101600 w 5212831"/>
                <a:gd name="csY10" fmla="*/ 1504950 h 1504950"/>
                <a:gd name="csX11" fmla="*/ 44450 w 5212831"/>
                <a:gd name="csY11" fmla="*/ 1371600 h 1504950"/>
                <a:gd name="csX12" fmla="*/ 0 w 5212831"/>
                <a:gd name="csY12" fmla="*/ 1327150 h 1504950"/>
                <a:gd name="csX13" fmla="*/ 317500 w 5212831"/>
                <a:gd name="csY13" fmla="*/ 1289050 h 1504950"/>
                <a:gd name="csX14" fmla="*/ 1511300 w 5212831"/>
                <a:gd name="csY14" fmla="*/ 990600 h 1504950"/>
                <a:gd name="csX15" fmla="*/ 5086350 w 5212831"/>
                <a:gd name="csY15" fmla="*/ 0 h 1504950"/>
                <a:gd name="csX0" fmla="*/ 5086350 w 5212831"/>
                <a:gd name="csY0" fmla="*/ 0 h 1504950"/>
                <a:gd name="csX1" fmla="*/ 5130800 w 5212831"/>
                <a:gd name="csY1" fmla="*/ 95250 h 1504950"/>
                <a:gd name="csX2" fmla="*/ 5207000 w 5212831"/>
                <a:gd name="csY2" fmla="*/ 127000 h 1504950"/>
                <a:gd name="csX3" fmla="*/ 4959350 w 5212831"/>
                <a:gd name="csY3" fmla="*/ 298450 h 1504950"/>
                <a:gd name="csX4" fmla="*/ 4527550 w 5212831"/>
                <a:gd name="csY4" fmla="*/ 488950 h 1504950"/>
                <a:gd name="csX5" fmla="*/ 3562350 w 5212831"/>
                <a:gd name="csY5" fmla="*/ 742950 h 1504950"/>
                <a:gd name="csX6" fmla="*/ 2540000 w 5212831"/>
                <a:gd name="csY6" fmla="*/ 1035050 h 1504950"/>
                <a:gd name="csX7" fmla="*/ 1384300 w 5212831"/>
                <a:gd name="csY7" fmla="*/ 1346200 h 1504950"/>
                <a:gd name="csX8" fmla="*/ 1073150 w 5212831"/>
                <a:gd name="csY8" fmla="*/ 1416050 h 1504950"/>
                <a:gd name="csX9" fmla="*/ 476250 w 5212831"/>
                <a:gd name="csY9" fmla="*/ 1498600 h 1504950"/>
                <a:gd name="csX10" fmla="*/ 101600 w 5212831"/>
                <a:gd name="csY10" fmla="*/ 1504950 h 1504950"/>
                <a:gd name="csX11" fmla="*/ 44450 w 5212831"/>
                <a:gd name="csY11" fmla="*/ 1371600 h 1504950"/>
                <a:gd name="csX12" fmla="*/ 0 w 5212831"/>
                <a:gd name="csY12" fmla="*/ 1327150 h 1504950"/>
                <a:gd name="csX13" fmla="*/ 317500 w 5212831"/>
                <a:gd name="csY13" fmla="*/ 1289050 h 1504950"/>
                <a:gd name="csX14" fmla="*/ 1511300 w 5212831"/>
                <a:gd name="csY14" fmla="*/ 990600 h 1504950"/>
                <a:gd name="csX15" fmla="*/ 5086350 w 5212831"/>
                <a:gd name="csY15" fmla="*/ 0 h 1504950"/>
                <a:gd name="csX0" fmla="*/ 5086350 w 5212831"/>
                <a:gd name="csY0" fmla="*/ 0 h 1504950"/>
                <a:gd name="csX1" fmla="*/ 5130800 w 5212831"/>
                <a:gd name="csY1" fmla="*/ 95250 h 1504950"/>
                <a:gd name="csX2" fmla="*/ 5207000 w 5212831"/>
                <a:gd name="csY2" fmla="*/ 127000 h 1504950"/>
                <a:gd name="csX3" fmla="*/ 4959350 w 5212831"/>
                <a:gd name="csY3" fmla="*/ 298450 h 1504950"/>
                <a:gd name="csX4" fmla="*/ 4527550 w 5212831"/>
                <a:gd name="csY4" fmla="*/ 488950 h 1504950"/>
                <a:gd name="csX5" fmla="*/ 3562350 w 5212831"/>
                <a:gd name="csY5" fmla="*/ 742950 h 1504950"/>
                <a:gd name="csX6" fmla="*/ 2540000 w 5212831"/>
                <a:gd name="csY6" fmla="*/ 1035050 h 1504950"/>
                <a:gd name="csX7" fmla="*/ 1384300 w 5212831"/>
                <a:gd name="csY7" fmla="*/ 1346200 h 1504950"/>
                <a:gd name="csX8" fmla="*/ 1073150 w 5212831"/>
                <a:gd name="csY8" fmla="*/ 1416050 h 1504950"/>
                <a:gd name="csX9" fmla="*/ 476250 w 5212831"/>
                <a:gd name="csY9" fmla="*/ 1498600 h 1504950"/>
                <a:gd name="csX10" fmla="*/ 101600 w 5212831"/>
                <a:gd name="csY10" fmla="*/ 1504950 h 1504950"/>
                <a:gd name="csX11" fmla="*/ 44450 w 5212831"/>
                <a:gd name="csY11" fmla="*/ 1371600 h 1504950"/>
                <a:gd name="csX12" fmla="*/ 0 w 5212831"/>
                <a:gd name="csY12" fmla="*/ 1327150 h 1504950"/>
                <a:gd name="csX13" fmla="*/ 317500 w 5212831"/>
                <a:gd name="csY13" fmla="*/ 1289050 h 1504950"/>
                <a:gd name="csX14" fmla="*/ 1511300 w 5212831"/>
                <a:gd name="csY14" fmla="*/ 990600 h 1504950"/>
                <a:gd name="csX15" fmla="*/ 5086350 w 5212831"/>
                <a:gd name="csY15" fmla="*/ 0 h 1504950"/>
                <a:gd name="csX0" fmla="*/ 5086350 w 5212831"/>
                <a:gd name="csY0" fmla="*/ 0 h 1504950"/>
                <a:gd name="csX1" fmla="*/ 5130800 w 5212831"/>
                <a:gd name="csY1" fmla="*/ 95250 h 1504950"/>
                <a:gd name="csX2" fmla="*/ 5207000 w 5212831"/>
                <a:gd name="csY2" fmla="*/ 127000 h 1504950"/>
                <a:gd name="csX3" fmla="*/ 4959350 w 5212831"/>
                <a:gd name="csY3" fmla="*/ 298450 h 1504950"/>
                <a:gd name="csX4" fmla="*/ 4527550 w 5212831"/>
                <a:gd name="csY4" fmla="*/ 488950 h 1504950"/>
                <a:gd name="csX5" fmla="*/ 3562350 w 5212831"/>
                <a:gd name="csY5" fmla="*/ 742950 h 1504950"/>
                <a:gd name="csX6" fmla="*/ 2540000 w 5212831"/>
                <a:gd name="csY6" fmla="*/ 1035050 h 1504950"/>
                <a:gd name="csX7" fmla="*/ 1384300 w 5212831"/>
                <a:gd name="csY7" fmla="*/ 1346200 h 1504950"/>
                <a:gd name="csX8" fmla="*/ 1073150 w 5212831"/>
                <a:gd name="csY8" fmla="*/ 1416050 h 1504950"/>
                <a:gd name="csX9" fmla="*/ 476250 w 5212831"/>
                <a:gd name="csY9" fmla="*/ 1498600 h 1504950"/>
                <a:gd name="csX10" fmla="*/ 101600 w 5212831"/>
                <a:gd name="csY10" fmla="*/ 1504950 h 1504950"/>
                <a:gd name="csX11" fmla="*/ 44450 w 5212831"/>
                <a:gd name="csY11" fmla="*/ 1371600 h 1504950"/>
                <a:gd name="csX12" fmla="*/ 0 w 5212831"/>
                <a:gd name="csY12" fmla="*/ 1327150 h 1504950"/>
                <a:gd name="csX13" fmla="*/ 317500 w 5212831"/>
                <a:gd name="csY13" fmla="*/ 1289050 h 1504950"/>
                <a:gd name="csX14" fmla="*/ 1511300 w 5212831"/>
                <a:gd name="csY14" fmla="*/ 990600 h 1504950"/>
                <a:gd name="csX15" fmla="*/ 5086350 w 5212831"/>
                <a:gd name="csY15" fmla="*/ 0 h 1504950"/>
                <a:gd name="csX0" fmla="*/ 5086350 w 5212831"/>
                <a:gd name="csY0" fmla="*/ 0 h 1504950"/>
                <a:gd name="csX1" fmla="*/ 5130800 w 5212831"/>
                <a:gd name="csY1" fmla="*/ 95250 h 1504950"/>
                <a:gd name="csX2" fmla="*/ 5207000 w 5212831"/>
                <a:gd name="csY2" fmla="*/ 127000 h 1504950"/>
                <a:gd name="csX3" fmla="*/ 4959350 w 5212831"/>
                <a:gd name="csY3" fmla="*/ 298450 h 1504950"/>
                <a:gd name="csX4" fmla="*/ 4524375 w 5212831"/>
                <a:gd name="csY4" fmla="*/ 476250 h 1504950"/>
                <a:gd name="csX5" fmla="*/ 3562350 w 5212831"/>
                <a:gd name="csY5" fmla="*/ 742950 h 1504950"/>
                <a:gd name="csX6" fmla="*/ 2540000 w 5212831"/>
                <a:gd name="csY6" fmla="*/ 1035050 h 1504950"/>
                <a:gd name="csX7" fmla="*/ 1384300 w 5212831"/>
                <a:gd name="csY7" fmla="*/ 1346200 h 1504950"/>
                <a:gd name="csX8" fmla="*/ 1073150 w 5212831"/>
                <a:gd name="csY8" fmla="*/ 1416050 h 1504950"/>
                <a:gd name="csX9" fmla="*/ 476250 w 5212831"/>
                <a:gd name="csY9" fmla="*/ 1498600 h 1504950"/>
                <a:gd name="csX10" fmla="*/ 101600 w 5212831"/>
                <a:gd name="csY10" fmla="*/ 1504950 h 1504950"/>
                <a:gd name="csX11" fmla="*/ 44450 w 5212831"/>
                <a:gd name="csY11" fmla="*/ 1371600 h 1504950"/>
                <a:gd name="csX12" fmla="*/ 0 w 5212831"/>
                <a:gd name="csY12" fmla="*/ 1327150 h 1504950"/>
                <a:gd name="csX13" fmla="*/ 317500 w 5212831"/>
                <a:gd name="csY13" fmla="*/ 1289050 h 1504950"/>
                <a:gd name="csX14" fmla="*/ 1511300 w 5212831"/>
                <a:gd name="csY14" fmla="*/ 990600 h 1504950"/>
                <a:gd name="csX15" fmla="*/ 5086350 w 5212831"/>
                <a:gd name="csY15" fmla="*/ 0 h 1504950"/>
                <a:gd name="csX0" fmla="*/ 5086350 w 5219023"/>
                <a:gd name="csY0" fmla="*/ 0 h 1504950"/>
                <a:gd name="csX1" fmla="*/ 5130800 w 5219023"/>
                <a:gd name="csY1" fmla="*/ 95250 h 1504950"/>
                <a:gd name="csX2" fmla="*/ 5175250 w 5219023"/>
                <a:gd name="csY2" fmla="*/ 107950 h 1504950"/>
                <a:gd name="csX3" fmla="*/ 5207000 w 5219023"/>
                <a:gd name="csY3" fmla="*/ 127000 h 1504950"/>
                <a:gd name="csX4" fmla="*/ 4959350 w 5219023"/>
                <a:gd name="csY4" fmla="*/ 298450 h 1504950"/>
                <a:gd name="csX5" fmla="*/ 4524375 w 5219023"/>
                <a:gd name="csY5" fmla="*/ 476250 h 1504950"/>
                <a:gd name="csX6" fmla="*/ 3562350 w 5219023"/>
                <a:gd name="csY6" fmla="*/ 742950 h 1504950"/>
                <a:gd name="csX7" fmla="*/ 2540000 w 5219023"/>
                <a:gd name="csY7" fmla="*/ 1035050 h 1504950"/>
                <a:gd name="csX8" fmla="*/ 1384300 w 5219023"/>
                <a:gd name="csY8" fmla="*/ 1346200 h 1504950"/>
                <a:gd name="csX9" fmla="*/ 1073150 w 5219023"/>
                <a:gd name="csY9" fmla="*/ 1416050 h 1504950"/>
                <a:gd name="csX10" fmla="*/ 476250 w 5219023"/>
                <a:gd name="csY10" fmla="*/ 1498600 h 1504950"/>
                <a:gd name="csX11" fmla="*/ 101600 w 5219023"/>
                <a:gd name="csY11" fmla="*/ 1504950 h 1504950"/>
                <a:gd name="csX12" fmla="*/ 44450 w 5219023"/>
                <a:gd name="csY12" fmla="*/ 1371600 h 1504950"/>
                <a:gd name="csX13" fmla="*/ 0 w 5219023"/>
                <a:gd name="csY13" fmla="*/ 1327150 h 1504950"/>
                <a:gd name="csX14" fmla="*/ 317500 w 5219023"/>
                <a:gd name="csY14" fmla="*/ 1289050 h 1504950"/>
                <a:gd name="csX15" fmla="*/ 1511300 w 5219023"/>
                <a:gd name="csY15" fmla="*/ 990600 h 1504950"/>
                <a:gd name="csX16" fmla="*/ 5086350 w 5219023"/>
                <a:gd name="csY16" fmla="*/ 0 h 1504950"/>
                <a:gd name="csX0" fmla="*/ 5086350 w 5219023"/>
                <a:gd name="csY0" fmla="*/ 0 h 1504950"/>
                <a:gd name="csX1" fmla="*/ 5130800 w 5219023"/>
                <a:gd name="csY1" fmla="*/ 95250 h 1504950"/>
                <a:gd name="csX2" fmla="*/ 5175250 w 5219023"/>
                <a:gd name="csY2" fmla="*/ 107950 h 1504950"/>
                <a:gd name="csX3" fmla="*/ 5207000 w 5219023"/>
                <a:gd name="csY3" fmla="*/ 127000 h 1504950"/>
                <a:gd name="csX4" fmla="*/ 4959350 w 5219023"/>
                <a:gd name="csY4" fmla="*/ 298450 h 1504950"/>
                <a:gd name="csX5" fmla="*/ 4524375 w 5219023"/>
                <a:gd name="csY5" fmla="*/ 476250 h 1504950"/>
                <a:gd name="csX6" fmla="*/ 3562350 w 5219023"/>
                <a:gd name="csY6" fmla="*/ 742950 h 1504950"/>
                <a:gd name="csX7" fmla="*/ 2540000 w 5219023"/>
                <a:gd name="csY7" fmla="*/ 1035050 h 1504950"/>
                <a:gd name="csX8" fmla="*/ 1384300 w 5219023"/>
                <a:gd name="csY8" fmla="*/ 1346200 h 1504950"/>
                <a:gd name="csX9" fmla="*/ 1073150 w 5219023"/>
                <a:gd name="csY9" fmla="*/ 1416050 h 1504950"/>
                <a:gd name="csX10" fmla="*/ 476250 w 5219023"/>
                <a:gd name="csY10" fmla="*/ 1498600 h 1504950"/>
                <a:gd name="csX11" fmla="*/ 101600 w 5219023"/>
                <a:gd name="csY11" fmla="*/ 1504950 h 1504950"/>
                <a:gd name="csX12" fmla="*/ 44450 w 5219023"/>
                <a:gd name="csY12" fmla="*/ 1371600 h 1504950"/>
                <a:gd name="csX13" fmla="*/ 0 w 5219023"/>
                <a:gd name="csY13" fmla="*/ 1327150 h 1504950"/>
                <a:gd name="csX14" fmla="*/ 317500 w 5219023"/>
                <a:gd name="csY14" fmla="*/ 1289050 h 1504950"/>
                <a:gd name="csX15" fmla="*/ 1511300 w 5219023"/>
                <a:gd name="csY15" fmla="*/ 990600 h 1504950"/>
                <a:gd name="csX16" fmla="*/ 5086350 w 5219023"/>
                <a:gd name="csY16" fmla="*/ 0 h 1504950"/>
                <a:gd name="csX0" fmla="*/ 5086350 w 5207000"/>
                <a:gd name="csY0" fmla="*/ 0 h 1504950"/>
                <a:gd name="csX1" fmla="*/ 5130800 w 5207000"/>
                <a:gd name="csY1" fmla="*/ 95250 h 1504950"/>
                <a:gd name="csX2" fmla="*/ 5175250 w 5207000"/>
                <a:gd name="csY2" fmla="*/ 107950 h 1504950"/>
                <a:gd name="csX3" fmla="*/ 5207000 w 5207000"/>
                <a:gd name="csY3" fmla="*/ 127000 h 1504950"/>
                <a:gd name="csX4" fmla="*/ 4959350 w 5207000"/>
                <a:gd name="csY4" fmla="*/ 298450 h 1504950"/>
                <a:gd name="csX5" fmla="*/ 4524375 w 5207000"/>
                <a:gd name="csY5" fmla="*/ 476250 h 1504950"/>
                <a:gd name="csX6" fmla="*/ 3562350 w 5207000"/>
                <a:gd name="csY6" fmla="*/ 742950 h 1504950"/>
                <a:gd name="csX7" fmla="*/ 2540000 w 5207000"/>
                <a:gd name="csY7" fmla="*/ 1035050 h 1504950"/>
                <a:gd name="csX8" fmla="*/ 1384300 w 5207000"/>
                <a:gd name="csY8" fmla="*/ 1346200 h 1504950"/>
                <a:gd name="csX9" fmla="*/ 1073150 w 5207000"/>
                <a:gd name="csY9" fmla="*/ 1416050 h 1504950"/>
                <a:gd name="csX10" fmla="*/ 476250 w 5207000"/>
                <a:gd name="csY10" fmla="*/ 1498600 h 1504950"/>
                <a:gd name="csX11" fmla="*/ 101600 w 5207000"/>
                <a:gd name="csY11" fmla="*/ 1504950 h 1504950"/>
                <a:gd name="csX12" fmla="*/ 44450 w 5207000"/>
                <a:gd name="csY12" fmla="*/ 1371600 h 1504950"/>
                <a:gd name="csX13" fmla="*/ 0 w 5207000"/>
                <a:gd name="csY13" fmla="*/ 1327150 h 1504950"/>
                <a:gd name="csX14" fmla="*/ 317500 w 5207000"/>
                <a:gd name="csY14" fmla="*/ 1289050 h 1504950"/>
                <a:gd name="csX15" fmla="*/ 1511300 w 5207000"/>
                <a:gd name="csY15" fmla="*/ 990600 h 1504950"/>
                <a:gd name="csX16" fmla="*/ 5086350 w 5207000"/>
                <a:gd name="csY16" fmla="*/ 0 h 1504950"/>
                <a:gd name="csX0" fmla="*/ 5086350 w 5207000"/>
                <a:gd name="csY0" fmla="*/ 0 h 1504950"/>
                <a:gd name="csX1" fmla="*/ 5130800 w 5207000"/>
                <a:gd name="csY1" fmla="*/ 95250 h 1504950"/>
                <a:gd name="csX2" fmla="*/ 5175250 w 5207000"/>
                <a:gd name="csY2" fmla="*/ 107950 h 1504950"/>
                <a:gd name="csX3" fmla="*/ 5207000 w 5207000"/>
                <a:gd name="csY3" fmla="*/ 127000 h 1504950"/>
                <a:gd name="csX4" fmla="*/ 4959350 w 5207000"/>
                <a:gd name="csY4" fmla="*/ 298450 h 1504950"/>
                <a:gd name="csX5" fmla="*/ 4524375 w 5207000"/>
                <a:gd name="csY5" fmla="*/ 476250 h 1504950"/>
                <a:gd name="csX6" fmla="*/ 3562350 w 5207000"/>
                <a:gd name="csY6" fmla="*/ 742950 h 1504950"/>
                <a:gd name="csX7" fmla="*/ 2540000 w 5207000"/>
                <a:gd name="csY7" fmla="*/ 1035050 h 1504950"/>
                <a:gd name="csX8" fmla="*/ 1384300 w 5207000"/>
                <a:gd name="csY8" fmla="*/ 1346200 h 1504950"/>
                <a:gd name="csX9" fmla="*/ 1073150 w 5207000"/>
                <a:gd name="csY9" fmla="*/ 1416050 h 1504950"/>
                <a:gd name="csX10" fmla="*/ 476250 w 5207000"/>
                <a:gd name="csY10" fmla="*/ 1498600 h 1504950"/>
                <a:gd name="csX11" fmla="*/ 101600 w 5207000"/>
                <a:gd name="csY11" fmla="*/ 1504950 h 1504950"/>
                <a:gd name="csX12" fmla="*/ 44450 w 5207000"/>
                <a:gd name="csY12" fmla="*/ 1371600 h 1504950"/>
                <a:gd name="csX13" fmla="*/ 0 w 5207000"/>
                <a:gd name="csY13" fmla="*/ 1327150 h 1504950"/>
                <a:gd name="csX14" fmla="*/ 317500 w 5207000"/>
                <a:gd name="csY14" fmla="*/ 1289050 h 1504950"/>
                <a:gd name="csX15" fmla="*/ 1511300 w 5207000"/>
                <a:gd name="csY15" fmla="*/ 990600 h 1504950"/>
                <a:gd name="csX16" fmla="*/ 5086350 w 5207000"/>
                <a:gd name="csY16" fmla="*/ 0 h 1504950"/>
                <a:gd name="csX0" fmla="*/ 5086350 w 5217621"/>
                <a:gd name="csY0" fmla="*/ 0 h 1504950"/>
                <a:gd name="csX1" fmla="*/ 5130800 w 5217621"/>
                <a:gd name="csY1" fmla="*/ 95250 h 1504950"/>
                <a:gd name="csX2" fmla="*/ 5168107 w 5217621"/>
                <a:gd name="csY2" fmla="*/ 112712 h 1504950"/>
                <a:gd name="csX3" fmla="*/ 5207000 w 5217621"/>
                <a:gd name="csY3" fmla="*/ 127000 h 1504950"/>
                <a:gd name="csX4" fmla="*/ 4959350 w 5217621"/>
                <a:gd name="csY4" fmla="*/ 298450 h 1504950"/>
                <a:gd name="csX5" fmla="*/ 4524375 w 5217621"/>
                <a:gd name="csY5" fmla="*/ 476250 h 1504950"/>
                <a:gd name="csX6" fmla="*/ 3562350 w 5217621"/>
                <a:gd name="csY6" fmla="*/ 742950 h 1504950"/>
                <a:gd name="csX7" fmla="*/ 2540000 w 5217621"/>
                <a:gd name="csY7" fmla="*/ 1035050 h 1504950"/>
                <a:gd name="csX8" fmla="*/ 1384300 w 5217621"/>
                <a:gd name="csY8" fmla="*/ 1346200 h 1504950"/>
                <a:gd name="csX9" fmla="*/ 1073150 w 5217621"/>
                <a:gd name="csY9" fmla="*/ 1416050 h 1504950"/>
                <a:gd name="csX10" fmla="*/ 476250 w 5217621"/>
                <a:gd name="csY10" fmla="*/ 1498600 h 1504950"/>
                <a:gd name="csX11" fmla="*/ 101600 w 5217621"/>
                <a:gd name="csY11" fmla="*/ 1504950 h 1504950"/>
                <a:gd name="csX12" fmla="*/ 44450 w 5217621"/>
                <a:gd name="csY12" fmla="*/ 1371600 h 1504950"/>
                <a:gd name="csX13" fmla="*/ 0 w 5217621"/>
                <a:gd name="csY13" fmla="*/ 1327150 h 1504950"/>
                <a:gd name="csX14" fmla="*/ 317500 w 5217621"/>
                <a:gd name="csY14" fmla="*/ 1289050 h 1504950"/>
                <a:gd name="csX15" fmla="*/ 1511300 w 5217621"/>
                <a:gd name="csY15" fmla="*/ 990600 h 1504950"/>
                <a:gd name="csX16" fmla="*/ 5086350 w 5217621"/>
                <a:gd name="csY16" fmla="*/ 0 h 1504950"/>
                <a:gd name="csX0" fmla="*/ 5086350 w 5217815"/>
                <a:gd name="csY0" fmla="*/ 0 h 1504950"/>
                <a:gd name="csX1" fmla="*/ 5118894 w 5217815"/>
                <a:gd name="csY1" fmla="*/ 76200 h 1504950"/>
                <a:gd name="csX2" fmla="*/ 5168107 w 5217815"/>
                <a:gd name="csY2" fmla="*/ 112712 h 1504950"/>
                <a:gd name="csX3" fmla="*/ 5207000 w 5217815"/>
                <a:gd name="csY3" fmla="*/ 127000 h 1504950"/>
                <a:gd name="csX4" fmla="*/ 4959350 w 5217815"/>
                <a:gd name="csY4" fmla="*/ 298450 h 1504950"/>
                <a:gd name="csX5" fmla="*/ 4524375 w 5217815"/>
                <a:gd name="csY5" fmla="*/ 476250 h 1504950"/>
                <a:gd name="csX6" fmla="*/ 3562350 w 5217815"/>
                <a:gd name="csY6" fmla="*/ 742950 h 1504950"/>
                <a:gd name="csX7" fmla="*/ 2540000 w 5217815"/>
                <a:gd name="csY7" fmla="*/ 1035050 h 1504950"/>
                <a:gd name="csX8" fmla="*/ 1384300 w 5217815"/>
                <a:gd name="csY8" fmla="*/ 1346200 h 1504950"/>
                <a:gd name="csX9" fmla="*/ 1073150 w 5217815"/>
                <a:gd name="csY9" fmla="*/ 1416050 h 1504950"/>
                <a:gd name="csX10" fmla="*/ 476250 w 5217815"/>
                <a:gd name="csY10" fmla="*/ 1498600 h 1504950"/>
                <a:gd name="csX11" fmla="*/ 101600 w 5217815"/>
                <a:gd name="csY11" fmla="*/ 1504950 h 1504950"/>
                <a:gd name="csX12" fmla="*/ 44450 w 5217815"/>
                <a:gd name="csY12" fmla="*/ 1371600 h 1504950"/>
                <a:gd name="csX13" fmla="*/ 0 w 5217815"/>
                <a:gd name="csY13" fmla="*/ 1327150 h 1504950"/>
                <a:gd name="csX14" fmla="*/ 317500 w 5217815"/>
                <a:gd name="csY14" fmla="*/ 1289050 h 1504950"/>
                <a:gd name="csX15" fmla="*/ 1511300 w 5217815"/>
                <a:gd name="csY15" fmla="*/ 990600 h 1504950"/>
                <a:gd name="csX16" fmla="*/ 5086350 w 5217815"/>
                <a:gd name="csY16"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5086350 w 5224248"/>
                <a:gd name="csY16"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3001962 w 5224248"/>
                <a:gd name="csY16" fmla="*/ 579438 h 1504950"/>
                <a:gd name="csX17" fmla="*/ 5086350 w 5224248"/>
                <a:gd name="csY17"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2635249 w 5224248"/>
                <a:gd name="csY16" fmla="*/ 679450 h 1504950"/>
                <a:gd name="csX17" fmla="*/ 3001962 w 5224248"/>
                <a:gd name="csY17" fmla="*/ 579438 h 1504950"/>
                <a:gd name="csX18" fmla="*/ 5086350 w 5224248"/>
                <a:gd name="csY18"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2987674 w 5224248"/>
                <a:gd name="csY16" fmla="*/ 741363 h 1504950"/>
                <a:gd name="csX17" fmla="*/ 3001962 w 5224248"/>
                <a:gd name="csY17" fmla="*/ 579438 h 1504950"/>
                <a:gd name="csX18" fmla="*/ 5086350 w 5224248"/>
                <a:gd name="csY18"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2987674 w 5224248"/>
                <a:gd name="csY16" fmla="*/ 741363 h 1504950"/>
                <a:gd name="csX17" fmla="*/ 3001962 w 5224248"/>
                <a:gd name="csY17" fmla="*/ 579438 h 1504950"/>
                <a:gd name="csX18" fmla="*/ 5086350 w 5224248"/>
                <a:gd name="csY18"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2987674 w 5224248"/>
                <a:gd name="csY16" fmla="*/ 741363 h 1504950"/>
                <a:gd name="csX17" fmla="*/ 3001962 w 5224248"/>
                <a:gd name="csY17" fmla="*/ 579438 h 1504950"/>
                <a:gd name="csX18" fmla="*/ 5086350 w 5224248"/>
                <a:gd name="csY18"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2225674 w 5224248"/>
                <a:gd name="csY16" fmla="*/ 912813 h 1504950"/>
                <a:gd name="csX17" fmla="*/ 2987674 w 5224248"/>
                <a:gd name="csY17" fmla="*/ 741363 h 1504950"/>
                <a:gd name="csX18" fmla="*/ 3001962 w 5224248"/>
                <a:gd name="csY18" fmla="*/ 579438 h 1504950"/>
                <a:gd name="csX19" fmla="*/ 5086350 w 5224248"/>
                <a:gd name="csY19"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1758949 w 5224248"/>
                <a:gd name="csY16" fmla="*/ 960438 h 1504950"/>
                <a:gd name="csX17" fmla="*/ 2225674 w 5224248"/>
                <a:gd name="csY17" fmla="*/ 912813 h 1504950"/>
                <a:gd name="csX18" fmla="*/ 2987674 w 5224248"/>
                <a:gd name="csY18" fmla="*/ 741363 h 1504950"/>
                <a:gd name="csX19" fmla="*/ 3001962 w 5224248"/>
                <a:gd name="csY19" fmla="*/ 579438 h 1504950"/>
                <a:gd name="csX20" fmla="*/ 5086350 w 5224248"/>
                <a:gd name="csY20"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1616074 w 5224248"/>
                <a:gd name="csY16" fmla="*/ 1069975 h 1504950"/>
                <a:gd name="csX17" fmla="*/ 2225674 w 5224248"/>
                <a:gd name="csY17" fmla="*/ 912813 h 1504950"/>
                <a:gd name="csX18" fmla="*/ 2987674 w 5224248"/>
                <a:gd name="csY18" fmla="*/ 741363 h 1504950"/>
                <a:gd name="csX19" fmla="*/ 3001962 w 5224248"/>
                <a:gd name="csY19" fmla="*/ 579438 h 1504950"/>
                <a:gd name="csX20" fmla="*/ 5086350 w 5224248"/>
                <a:gd name="csY20"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1616074 w 5224248"/>
                <a:gd name="csY16" fmla="*/ 1069975 h 1504950"/>
                <a:gd name="csX17" fmla="*/ 2225674 w 5224248"/>
                <a:gd name="csY17" fmla="*/ 912813 h 1504950"/>
                <a:gd name="csX18" fmla="*/ 2987674 w 5224248"/>
                <a:gd name="csY18" fmla="*/ 741363 h 1504950"/>
                <a:gd name="csX19" fmla="*/ 3001962 w 5224248"/>
                <a:gd name="csY19" fmla="*/ 579438 h 1504950"/>
                <a:gd name="csX20" fmla="*/ 5086350 w 5224248"/>
                <a:gd name="csY20"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1616074 w 5224248"/>
                <a:gd name="csY16" fmla="*/ 1069975 h 1504950"/>
                <a:gd name="csX17" fmla="*/ 2225674 w 5224248"/>
                <a:gd name="csY17" fmla="*/ 912813 h 1504950"/>
                <a:gd name="csX18" fmla="*/ 2582862 w 5224248"/>
                <a:gd name="csY18" fmla="*/ 846138 h 1504950"/>
                <a:gd name="csX19" fmla="*/ 2987674 w 5224248"/>
                <a:gd name="csY19" fmla="*/ 741363 h 1504950"/>
                <a:gd name="csX20" fmla="*/ 3001962 w 5224248"/>
                <a:gd name="csY20" fmla="*/ 579438 h 1504950"/>
                <a:gd name="csX21" fmla="*/ 5086350 w 5224248"/>
                <a:gd name="csY21"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1616074 w 5224248"/>
                <a:gd name="csY16" fmla="*/ 1069975 h 1504950"/>
                <a:gd name="csX17" fmla="*/ 2225674 w 5224248"/>
                <a:gd name="csY17" fmla="*/ 912813 h 1504950"/>
                <a:gd name="csX18" fmla="*/ 2582862 w 5224248"/>
                <a:gd name="csY18" fmla="*/ 860426 h 1504950"/>
                <a:gd name="csX19" fmla="*/ 2987674 w 5224248"/>
                <a:gd name="csY19" fmla="*/ 741363 h 1504950"/>
                <a:gd name="csX20" fmla="*/ 3001962 w 5224248"/>
                <a:gd name="csY20" fmla="*/ 579438 h 1504950"/>
                <a:gd name="csX21" fmla="*/ 5086350 w 5224248"/>
                <a:gd name="csY21"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1616074 w 5224248"/>
                <a:gd name="csY16" fmla="*/ 1069975 h 1504950"/>
                <a:gd name="csX17" fmla="*/ 2225674 w 5224248"/>
                <a:gd name="csY17" fmla="*/ 912813 h 1504950"/>
                <a:gd name="csX18" fmla="*/ 2582862 w 5224248"/>
                <a:gd name="csY18" fmla="*/ 860426 h 1504950"/>
                <a:gd name="csX19" fmla="*/ 2987674 w 5224248"/>
                <a:gd name="csY19" fmla="*/ 741363 h 1504950"/>
                <a:gd name="csX20" fmla="*/ 3001962 w 5224248"/>
                <a:gd name="csY20" fmla="*/ 669925 h 1504950"/>
                <a:gd name="csX21" fmla="*/ 3001962 w 5224248"/>
                <a:gd name="csY21" fmla="*/ 579438 h 1504950"/>
                <a:gd name="csX22" fmla="*/ 5086350 w 5224248"/>
                <a:gd name="csY22"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1616074 w 5224248"/>
                <a:gd name="csY16" fmla="*/ 1069975 h 1504950"/>
                <a:gd name="csX17" fmla="*/ 2225674 w 5224248"/>
                <a:gd name="csY17" fmla="*/ 912813 h 1504950"/>
                <a:gd name="csX18" fmla="*/ 2582862 w 5224248"/>
                <a:gd name="csY18" fmla="*/ 860426 h 1504950"/>
                <a:gd name="csX19" fmla="*/ 2987674 w 5224248"/>
                <a:gd name="csY19" fmla="*/ 741363 h 1504950"/>
                <a:gd name="csX20" fmla="*/ 3001962 w 5224248"/>
                <a:gd name="csY20" fmla="*/ 669925 h 1504950"/>
                <a:gd name="csX21" fmla="*/ 3001962 w 5224248"/>
                <a:gd name="csY21" fmla="*/ 579438 h 1504950"/>
                <a:gd name="csX22" fmla="*/ 5086350 w 5224248"/>
                <a:gd name="csY22"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1616074 w 5224248"/>
                <a:gd name="csY16" fmla="*/ 1069975 h 1504950"/>
                <a:gd name="csX17" fmla="*/ 2225674 w 5224248"/>
                <a:gd name="csY17" fmla="*/ 912813 h 1504950"/>
                <a:gd name="csX18" fmla="*/ 2582862 w 5224248"/>
                <a:gd name="csY18" fmla="*/ 860426 h 1504950"/>
                <a:gd name="csX19" fmla="*/ 2987674 w 5224248"/>
                <a:gd name="csY19" fmla="*/ 741363 h 1504950"/>
                <a:gd name="csX20" fmla="*/ 3001962 w 5224248"/>
                <a:gd name="csY20" fmla="*/ 669925 h 1504950"/>
                <a:gd name="csX21" fmla="*/ 3001962 w 5224248"/>
                <a:gd name="csY21" fmla="*/ 579438 h 1504950"/>
                <a:gd name="csX22" fmla="*/ 5086350 w 5224248"/>
                <a:gd name="csY22"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73150 w 5224248"/>
                <a:gd name="csY9" fmla="*/ 1416050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1616074 w 5224248"/>
                <a:gd name="csY16" fmla="*/ 1069975 h 1504950"/>
                <a:gd name="csX17" fmla="*/ 2225674 w 5224248"/>
                <a:gd name="csY17" fmla="*/ 912813 h 1504950"/>
                <a:gd name="csX18" fmla="*/ 2582862 w 5224248"/>
                <a:gd name="csY18" fmla="*/ 860426 h 1504950"/>
                <a:gd name="csX19" fmla="*/ 2987674 w 5224248"/>
                <a:gd name="csY19" fmla="*/ 741363 h 1504950"/>
                <a:gd name="csX20" fmla="*/ 3001962 w 5224248"/>
                <a:gd name="csY20" fmla="*/ 669925 h 1504950"/>
                <a:gd name="csX21" fmla="*/ 3001962 w 5224248"/>
                <a:gd name="csY21" fmla="*/ 579438 h 1504950"/>
                <a:gd name="csX22" fmla="*/ 5086350 w 5224248"/>
                <a:gd name="csY22" fmla="*/ 0 h 1504950"/>
                <a:gd name="csX0" fmla="*/ 5086350 w 5224248"/>
                <a:gd name="csY0" fmla="*/ 0 h 1504950"/>
                <a:gd name="csX1" fmla="*/ 5118894 w 5224248"/>
                <a:gd name="csY1" fmla="*/ 76200 h 1504950"/>
                <a:gd name="csX2" fmla="*/ 5168107 w 5224248"/>
                <a:gd name="csY2" fmla="*/ 112712 h 1504950"/>
                <a:gd name="csX3" fmla="*/ 5214144 w 5224248"/>
                <a:gd name="csY3" fmla="*/ 129382 h 1504950"/>
                <a:gd name="csX4" fmla="*/ 4959350 w 5224248"/>
                <a:gd name="csY4" fmla="*/ 298450 h 1504950"/>
                <a:gd name="csX5" fmla="*/ 4524375 w 5224248"/>
                <a:gd name="csY5" fmla="*/ 476250 h 1504950"/>
                <a:gd name="csX6" fmla="*/ 3562350 w 5224248"/>
                <a:gd name="csY6" fmla="*/ 742950 h 1504950"/>
                <a:gd name="csX7" fmla="*/ 2540000 w 5224248"/>
                <a:gd name="csY7" fmla="*/ 1035050 h 1504950"/>
                <a:gd name="csX8" fmla="*/ 1384300 w 5224248"/>
                <a:gd name="csY8" fmla="*/ 1346200 h 1504950"/>
                <a:gd name="csX9" fmla="*/ 1058862 w 5224248"/>
                <a:gd name="csY9" fmla="*/ 1425575 h 1504950"/>
                <a:gd name="csX10" fmla="*/ 476250 w 5224248"/>
                <a:gd name="csY10" fmla="*/ 1498600 h 1504950"/>
                <a:gd name="csX11" fmla="*/ 101600 w 5224248"/>
                <a:gd name="csY11" fmla="*/ 1504950 h 1504950"/>
                <a:gd name="csX12" fmla="*/ 44450 w 5224248"/>
                <a:gd name="csY12" fmla="*/ 1371600 h 1504950"/>
                <a:gd name="csX13" fmla="*/ 0 w 5224248"/>
                <a:gd name="csY13" fmla="*/ 1327150 h 1504950"/>
                <a:gd name="csX14" fmla="*/ 317500 w 5224248"/>
                <a:gd name="csY14" fmla="*/ 1289050 h 1504950"/>
                <a:gd name="csX15" fmla="*/ 1511300 w 5224248"/>
                <a:gd name="csY15" fmla="*/ 990600 h 1504950"/>
                <a:gd name="csX16" fmla="*/ 1616074 w 5224248"/>
                <a:gd name="csY16" fmla="*/ 1069975 h 1504950"/>
                <a:gd name="csX17" fmla="*/ 2225674 w 5224248"/>
                <a:gd name="csY17" fmla="*/ 912813 h 1504950"/>
                <a:gd name="csX18" fmla="*/ 2582862 w 5224248"/>
                <a:gd name="csY18" fmla="*/ 860426 h 1504950"/>
                <a:gd name="csX19" fmla="*/ 2987674 w 5224248"/>
                <a:gd name="csY19" fmla="*/ 741363 h 1504950"/>
                <a:gd name="csX20" fmla="*/ 3001962 w 5224248"/>
                <a:gd name="csY20" fmla="*/ 669925 h 1504950"/>
                <a:gd name="csX21" fmla="*/ 3001962 w 5224248"/>
                <a:gd name="csY21" fmla="*/ 579438 h 1504950"/>
                <a:gd name="csX22" fmla="*/ 5086350 w 5224248"/>
                <a:gd name="csY22" fmla="*/ 0 h 1504950"/>
                <a:gd name="csX0" fmla="*/ 5079206 w 5217104"/>
                <a:gd name="csY0" fmla="*/ 0 h 1504950"/>
                <a:gd name="csX1" fmla="*/ 5111750 w 5217104"/>
                <a:gd name="csY1" fmla="*/ 76200 h 1504950"/>
                <a:gd name="csX2" fmla="*/ 5160963 w 5217104"/>
                <a:gd name="csY2" fmla="*/ 112712 h 1504950"/>
                <a:gd name="csX3" fmla="*/ 5207000 w 5217104"/>
                <a:gd name="csY3" fmla="*/ 129382 h 1504950"/>
                <a:gd name="csX4" fmla="*/ 4952206 w 5217104"/>
                <a:gd name="csY4" fmla="*/ 298450 h 1504950"/>
                <a:gd name="csX5" fmla="*/ 4517231 w 5217104"/>
                <a:gd name="csY5" fmla="*/ 476250 h 1504950"/>
                <a:gd name="csX6" fmla="*/ 3555206 w 5217104"/>
                <a:gd name="csY6" fmla="*/ 742950 h 1504950"/>
                <a:gd name="csX7" fmla="*/ 2532856 w 5217104"/>
                <a:gd name="csY7" fmla="*/ 1035050 h 1504950"/>
                <a:gd name="csX8" fmla="*/ 1377156 w 5217104"/>
                <a:gd name="csY8" fmla="*/ 1346200 h 1504950"/>
                <a:gd name="csX9" fmla="*/ 1051718 w 5217104"/>
                <a:gd name="csY9" fmla="*/ 1425575 h 1504950"/>
                <a:gd name="csX10" fmla="*/ 469106 w 5217104"/>
                <a:gd name="csY10" fmla="*/ 1498600 h 1504950"/>
                <a:gd name="csX11" fmla="*/ 94456 w 5217104"/>
                <a:gd name="csY11" fmla="*/ 1504950 h 1504950"/>
                <a:gd name="csX12" fmla="*/ 37306 w 5217104"/>
                <a:gd name="csY12" fmla="*/ 1371600 h 1504950"/>
                <a:gd name="csX13" fmla="*/ 0 w 5217104"/>
                <a:gd name="csY13" fmla="*/ 1317625 h 1504950"/>
                <a:gd name="csX14" fmla="*/ 310356 w 5217104"/>
                <a:gd name="csY14" fmla="*/ 1289050 h 1504950"/>
                <a:gd name="csX15" fmla="*/ 1504156 w 5217104"/>
                <a:gd name="csY15" fmla="*/ 990600 h 1504950"/>
                <a:gd name="csX16" fmla="*/ 1608930 w 5217104"/>
                <a:gd name="csY16" fmla="*/ 1069975 h 1504950"/>
                <a:gd name="csX17" fmla="*/ 2218530 w 5217104"/>
                <a:gd name="csY17" fmla="*/ 912813 h 1504950"/>
                <a:gd name="csX18" fmla="*/ 2575718 w 5217104"/>
                <a:gd name="csY18" fmla="*/ 860426 h 1504950"/>
                <a:gd name="csX19" fmla="*/ 2980530 w 5217104"/>
                <a:gd name="csY19" fmla="*/ 741363 h 1504950"/>
                <a:gd name="csX20" fmla="*/ 2994818 w 5217104"/>
                <a:gd name="csY20" fmla="*/ 669925 h 1504950"/>
                <a:gd name="csX21" fmla="*/ 2994818 w 5217104"/>
                <a:gd name="csY21" fmla="*/ 579438 h 1504950"/>
                <a:gd name="csX22" fmla="*/ 5079206 w 5217104"/>
                <a:gd name="csY22" fmla="*/ 0 h 1504950"/>
                <a:gd name="csX0" fmla="*/ 5079206 w 5217104"/>
                <a:gd name="csY0" fmla="*/ 0 h 1504950"/>
                <a:gd name="csX1" fmla="*/ 5111750 w 5217104"/>
                <a:gd name="csY1" fmla="*/ 76200 h 1504950"/>
                <a:gd name="csX2" fmla="*/ 5160963 w 5217104"/>
                <a:gd name="csY2" fmla="*/ 112712 h 1504950"/>
                <a:gd name="csX3" fmla="*/ 5207000 w 5217104"/>
                <a:gd name="csY3" fmla="*/ 129382 h 1504950"/>
                <a:gd name="csX4" fmla="*/ 4952206 w 5217104"/>
                <a:gd name="csY4" fmla="*/ 298450 h 1504950"/>
                <a:gd name="csX5" fmla="*/ 4517231 w 5217104"/>
                <a:gd name="csY5" fmla="*/ 476250 h 1504950"/>
                <a:gd name="csX6" fmla="*/ 3555206 w 5217104"/>
                <a:gd name="csY6" fmla="*/ 742950 h 1504950"/>
                <a:gd name="csX7" fmla="*/ 2532856 w 5217104"/>
                <a:gd name="csY7" fmla="*/ 1035050 h 1504950"/>
                <a:gd name="csX8" fmla="*/ 1377156 w 5217104"/>
                <a:gd name="csY8" fmla="*/ 1346200 h 1504950"/>
                <a:gd name="csX9" fmla="*/ 1051718 w 5217104"/>
                <a:gd name="csY9" fmla="*/ 1425575 h 1504950"/>
                <a:gd name="csX10" fmla="*/ 469106 w 5217104"/>
                <a:gd name="csY10" fmla="*/ 1498600 h 1504950"/>
                <a:gd name="csX11" fmla="*/ 94456 w 5217104"/>
                <a:gd name="csY11" fmla="*/ 1504950 h 1504950"/>
                <a:gd name="csX12" fmla="*/ 44449 w 5217104"/>
                <a:gd name="csY12" fmla="*/ 1404937 h 1504950"/>
                <a:gd name="csX13" fmla="*/ 0 w 5217104"/>
                <a:gd name="csY13" fmla="*/ 1317625 h 1504950"/>
                <a:gd name="csX14" fmla="*/ 310356 w 5217104"/>
                <a:gd name="csY14" fmla="*/ 1289050 h 1504950"/>
                <a:gd name="csX15" fmla="*/ 1504156 w 5217104"/>
                <a:gd name="csY15" fmla="*/ 990600 h 1504950"/>
                <a:gd name="csX16" fmla="*/ 1608930 w 5217104"/>
                <a:gd name="csY16" fmla="*/ 1069975 h 1504950"/>
                <a:gd name="csX17" fmla="*/ 2218530 w 5217104"/>
                <a:gd name="csY17" fmla="*/ 912813 h 1504950"/>
                <a:gd name="csX18" fmla="*/ 2575718 w 5217104"/>
                <a:gd name="csY18" fmla="*/ 860426 h 1504950"/>
                <a:gd name="csX19" fmla="*/ 2980530 w 5217104"/>
                <a:gd name="csY19" fmla="*/ 741363 h 1504950"/>
                <a:gd name="csX20" fmla="*/ 2994818 w 5217104"/>
                <a:gd name="csY20" fmla="*/ 669925 h 1504950"/>
                <a:gd name="csX21" fmla="*/ 2994818 w 5217104"/>
                <a:gd name="csY21" fmla="*/ 579438 h 1504950"/>
                <a:gd name="csX22" fmla="*/ 5079206 w 5217104"/>
                <a:gd name="csY22" fmla="*/ 0 h 1504950"/>
                <a:gd name="csX0" fmla="*/ 5069681 w 5207579"/>
                <a:gd name="csY0" fmla="*/ 0 h 1504950"/>
                <a:gd name="csX1" fmla="*/ 5102225 w 5207579"/>
                <a:gd name="csY1" fmla="*/ 76200 h 1504950"/>
                <a:gd name="csX2" fmla="*/ 5151438 w 5207579"/>
                <a:gd name="csY2" fmla="*/ 112712 h 1504950"/>
                <a:gd name="csX3" fmla="*/ 5197475 w 5207579"/>
                <a:gd name="csY3" fmla="*/ 129382 h 1504950"/>
                <a:gd name="csX4" fmla="*/ 4942681 w 5207579"/>
                <a:gd name="csY4" fmla="*/ 298450 h 1504950"/>
                <a:gd name="csX5" fmla="*/ 4507706 w 5207579"/>
                <a:gd name="csY5" fmla="*/ 476250 h 1504950"/>
                <a:gd name="csX6" fmla="*/ 3545681 w 5207579"/>
                <a:gd name="csY6" fmla="*/ 742950 h 1504950"/>
                <a:gd name="csX7" fmla="*/ 2523331 w 5207579"/>
                <a:gd name="csY7" fmla="*/ 1035050 h 1504950"/>
                <a:gd name="csX8" fmla="*/ 1367631 w 5207579"/>
                <a:gd name="csY8" fmla="*/ 1346200 h 1504950"/>
                <a:gd name="csX9" fmla="*/ 1042193 w 5207579"/>
                <a:gd name="csY9" fmla="*/ 1425575 h 1504950"/>
                <a:gd name="csX10" fmla="*/ 459581 w 5207579"/>
                <a:gd name="csY10" fmla="*/ 1498600 h 1504950"/>
                <a:gd name="csX11" fmla="*/ 84931 w 5207579"/>
                <a:gd name="csY11" fmla="*/ 1504950 h 1504950"/>
                <a:gd name="csX12" fmla="*/ 34924 w 5207579"/>
                <a:gd name="csY12" fmla="*/ 1404937 h 1504950"/>
                <a:gd name="csX13" fmla="*/ 0 w 5207579"/>
                <a:gd name="csY13" fmla="*/ 1317625 h 1504950"/>
                <a:gd name="csX14" fmla="*/ 300831 w 5207579"/>
                <a:gd name="csY14" fmla="*/ 1289050 h 1504950"/>
                <a:gd name="csX15" fmla="*/ 1494631 w 5207579"/>
                <a:gd name="csY15" fmla="*/ 990600 h 1504950"/>
                <a:gd name="csX16" fmla="*/ 1599405 w 5207579"/>
                <a:gd name="csY16" fmla="*/ 1069975 h 1504950"/>
                <a:gd name="csX17" fmla="*/ 2209005 w 5207579"/>
                <a:gd name="csY17" fmla="*/ 912813 h 1504950"/>
                <a:gd name="csX18" fmla="*/ 2566193 w 5207579"/>
                <a:gd name="csY18" fmla="*/ 860426 h 1504950"/>
                <a:gd name="csX19" fmla="*/ 2971005 w 5207579"/>
                <a:gd name="csY19" fmla="*/ 741363 h 1504950"/>
                <a:gd name="csX20" fmla="*/ 2985293 w 5207579"/>
                <a:gd name="csY20" fmla="*/ 669925 h 1504950"/>
                <a:gd name="csX21" fmla="*/ 2985293 w 5207579"/>
                <a:gd name="csY21" fmla="*/ 579438 h 1504950"/>
                <a:gd name="csX22" fmla="*/ 5069681 w 5207579"/>
                <a:gd name="csY22" fmla="*/ 0 h 1504950"/>
                <a:gd name="csX0" fmla="*/ 5069681 w 5207579"/>
                <a:gd name="csY0" fmla="*/ 0 h 1504950"/>
                <a:gd name="csX1" fmla="*/ 5102225 w 5207579"/>
                <a:gd name="csY1" fmla="*/ 76200 h 1504950"/>
                <a:gd name="csX2" fmla="*/ 5151438 w 5207579"/>
                <a:gd name="csY2" fmla="*/ 112712 h 1504950"/>
                <a:gd name="csX3" fmla="*/ 5197475 w 5207579"/>
                <a:gd name="csY3" fmla="*/ 129382 h 1504950"/>
                <a:gd name="csX4" fmla="*/ 4942681 w 5207579"/>
                <a:gd name="csY4" fmla="*/ 298450 h 1504950"/>
                <a:gd name="csX5" fmla="*/ 4507706 w 5207579"/>
                <a:gd name="csY5" fmla="*/ 476250 h 1504950"/>
                <a:gd name="csX6" fmla="*/ 3545681 w 5207579"/>
                <a:gd name="csY6" fmla="*/ 742950 h 1504950"/>
                <a:gd name="csX7" fmla="*/ 2523331 w 5207579"/>
                <a:gd name="csY7" fmla="*/ 1035050 h 1504950"/>
                <a:gd name="csX8" fmla="*/ 1367631 w 5207579"/>
                <a:gd name="csY8" fmla="*/ 1346200 h 1504950"/>
                <a:gd name="csX9" fmla="*/ 1042193 w 5207579"/>
                <a:gd name="csY9" fmla="*/ 1425575 h 1504950"/>
                <a:gd name="csX10" fmla="*/ 459581 w 5207579"/>
                <a:gd name="csY10" fmla="*/ 1498600 h 1504950"/>
                <a:gd name="csX11" fmla="*/ 84931 w 5207579"/>
                <a:gd name="csY11" fmla="*/ 1504950 h 1504950"/>
                <a:gd name="csX12" fmla="*/ 34924 w 5207579"/>
                <a:gd name="csY12" fmla="*/ 1404937 h 1504950"/>
                <a:gd name="csX13" fmla="*/ 0 w 5207579"/>
                <a:gd name="csY13" fmla="*/ 1317625 h 1504950"/>
                <a:gd name="csX14" fmla="*/ 300831 w 5207579"/>
                <a:gd name="csY14" fmla="*/ 1289050 h 1504950"/>
                <a:gd name="csX15" fmla="*/ 1494631 w 5207579"/>
                <a:gd name="csY15" fmla="*/ 990600 h 1504950"/>
                <a:gd name="csX16" fmla="*/ 1599405 w 5207579"/>
                <a:gd name="csY16" fmla="*/ 1069975 h 1504950"/>
                <a:gd name="csX17" fmla="*/ 2209005 w 5207579"/>
                <a:gd name="csY17" fmla="*/ 912813 h 1504950"/>
                <a:gd name="csX18" fmla="*/ 2566193 w 5207579"/>
                <a:gd name="csY18" fmla="*/ 860426 h 1504950"/>
                <a:gd name="csX19" fmla="*/ 2971005 w 5207579"/>
                <a:gd name="csY19" fmla="*/ 741363 h 1504950"/>
                <a:gd name="csX20" fmla="*/ 2985293 w 5207579"/>
                <a:gd name="csY20" fmla="*/ 669925 h 1504950"/>
                <a:gd name="csX21" fmla="*/ 2985293 w 5207579"/>
                <a:gd name="csY21" fmla="*/ 579438 h 1504950"/>
                <a:gd name="csX22" fmla="*/ 5069681 w 5207579"/>
                <a:gd name="csY22" fmla="*/ 0 h 1504950"/>
                <a:gd name="csX0" fmla="*/ 5069681 w 5207579"/>
                <a:gd name="csY0" fmla="*/ 0 h 1504950"/>
                <a:gd name="csX1" fmla="*/ 5102225 w 5207579"/>
                <a:gd name="csY1" fmla="*/ 76200 h 1504950"/>
                <a:gd name="csX2" fmla="*/ 5151438 w 5207579"/>
                <a:gd name="csY2" fmla="*/ 112712 h 1504950"/>
                <a:gd name="csX3" fmla="*/ 5197475 w 5207579"/>
                <a:gd name="csY3" fmla="*/ 129382 h 1504950"/>
                <a:gd name="csX4" fmla="*/ 4942681 w 5207579"/>
                <a:gd name="csY4" fmla="*/ 298450 h 1504950"/>
                <a:gd name="csX5" fmla="*/ 4507706 w 5207579"/>
                <a:gd name="csY5" fmla="*/ 476250 h 1504950"/>
                <a:gd name="csX6" fmla="*/ 3545681 w 5207579"/>
                <a:gd name="csY6" fmla="*/ 742950 h 1504950"/>
                <a:gd name="csX7" fmla="*/ 2523331 w 5207579"/>
                <a:gd name="csY7" fmla="*/ 1035050 h 1504950"/>
                <a:gd name="csX8" fmla="*/ 1367631 w 5207579"/>
                <a:gd name="csY8" fmla="*/ 1346200 h 1504950"/>
                <a:gd name="csX9" fmla="*/ 1042193 w 5207579"/>
                <a:gd name="csY9" fmla="*/ 1425575 h 1504950"/>
                <a:gd name="csX10" fmla="*/ 459581 w 5207579"/>
                <a:gd name="csY10" fmla="*/ 1498600 h 1504950"/>
                <a:gd name="csX11" fmla="*/ 84931 w 5207579"/>
                <a:gd name="csY11" fmla="*/ 1504950 h 1504950"/>
                <a:gd name="csX12" fmla="*/ 34924 w 5207579"/>
                <a:gd name="csY12" fmla="*/ 1404937 h 1504950"/>
                <a:gd name="csX13" fmla="*/ 0 w 5207579"/>
                <a:gd name="csY13" fmla="*/ 1317625 h 1504950"/>
                <a:gd name="csX14" fmla="*/ 161130 w 5207579"/>
                <a:gd name="csY14" fmla="*/ 1315244 h 1504950"/>
                <a:gd name="csX15" fmla="*/ 300831 w 5207579"/>
                <a:gd name="csY15" fmla="*/ 1289050 h 1504950"/>
                <a:gd name="csX16" fmla="*/ 1494631 w 5207579"/>
                <a:gd name="csY16" fmla="*/ 990600 h 1504950"/>
                <a:gd name="csX17" fmla="*/ 1599405 w 5207579"/>
                <a:gd name="csY17" fmla="*/ 1069975 h 1504950"/>
                <a:gd name="csX18" fmla="*/ 2209005 w 5207579"/>
                <a:gd name="csY18" fmla="*/ 912813 h 1504950"/>
                <a:gd name="csX19" fmla="*/ 2566193 w 5207579"/>
                <a:gd name="csY19" fmla="*/ 860426 h 1504950"/>
                <a:gd name="csX20" fmla="*/ 2971005 w 5207579"/>
                <a:gd name="csY20" fmla="*/ 741363 h 1504950"/>
                <a:gd name="csX21" fmla="*/ 2985293 w 5207579"/>
                <a:gd name="csY21" fmla="*/ 669925 h 1504950"/>
                <a:gd name="csX22" fmla="*/ 2985293 w 5207579"/>
                <a:gd name="csY22" fmla="*/ 579438 h 1504950"/>
                <a:gd name="csX23" fmla="*/ 5069681 w 5207579"/>
                <a:gd name="csY23" fmla="*/ 0 h 1504950"/>
                <a:gd name="csX0" fmla="*/ 5069681 w 5207579"/>
                <a:gd name="csY0" fmla="*/ 0 h 1504950"/>
                <a:gd name="csX1" fmla="*/ 5102225 w 5207579"/>
                <a:gd name="csY1" fmla="*/ 76200 h 1504950"/>
                <a:gd name="csX2" fmla="*/ 5151438 w 5207579"/>
                <a:gd name="csY2" fmla="*/ 112712 h 1504950"/>
                <a:gd name="csX3" fmla="*/ 5197475 w 5207579"/>
                <a:gd name="csY3" fmla="*/ 129382 h 1504950"/>
                <a:gd name="csX4" fmla="*/ 4942681 w 5207579"/>
                <a:gd name="csY4" fmla="*/ 298450 h 1504950"/>
                <a:gd name="csX5" fmla="*/ 4507706 w 5207579"/>
                <a:gd name="csY5" fmla="*/ 476250 h 1504950"/>
                <a:gd name="csX6" fmla="*/ 3545681 w 5207579"/>
                <a:gd name="csY6" fmla="*/ 742950 h 1504950"/>
                <a:gd name="csX7" fmla="*/ 2523331 w 5207579"/>
                <a:gd name="csY7" fmla="*/ 1035050 h 1504950"/>
                <a:gd name="csX8" fmla="*/ 1367631 w 5207579"/>
                <a:gd name="csY8" fmla="*/ 1346200 h 1504950"/>
                <a:gd name="csX9" fmla="*/ 1042193 w 5207579"/>
                <a:gd name="csY9" fmla="*/ 1425575 h 1504950"/>
                <a:gd name="csX10" fmla="*/ 459581 w 5207579"/>
                <a:gd name="csY10" fmla="*/ 1498600 h 1504950"/>
                <a:gd name="csX11" fmla="*/ 84931 w 5207579"/>
                <a:gd name="csY11" fmla="*/ 1504950 h 1504950"/>
                <a:gd name="csX12" fmla="*/ 34924 w 5207579"/>
                <a:gd name="csY12" fmla="*/ 1404937 h 1504950"/>
                <a:gd name="csX13" fmla="*/ 0 w 5207579"/>
                <a:gd name="csY13" fmla="*/ 1317625 h 1504950"/>
                <a:gd name="csX14" fmla="*/ 151605 w 5207579"/>
                <a:gd name="csY14" fmla="*/ 1298575 h 1504950"/>
                <a:gd name="csX15" fmla="*/ 300831 w 5207579"/>
                <a:gd name="csY15" fmla="*/ 1289050 h 1504950"/>
                <a:gd name="csX16" fmla="*/ 1494631 w 5207579"/>
                <a:gd name="csY16" fmla="*/ 990600 h 1504950"/>
                <a:gd name="csX17" fmla="*/ 1599405 w 5207579"/>
                <a:gd name="csY17" fmla="*/ 1069975 h 1504950"/>
                <a:gd name="csX18" fmla="*/ 2209005 w 5207579"/>
                <a:gd name="csY18" fmla="*/ 912813 h 1504950"/>
                <a:gd name="csX19" fmla="*/ 2566193 w 5207579"/>
                <a:gd name="csY19" fmla="*/ 860426 h 1504950"/>
                <a:gd name="csX20" fmla="*/ 2971005 w 5207579"/>
                <a:gd name="csY20" fmla="*/ 741363 h 1504950"/>
                <a:gd name="csX21" fmla="*/ 2985293 w 5207579"/>
                <a:gd name="csY21" fmla="*/ 669925 h 1504950"/>
                <a:gd name="csX22" fmla="*/ 2985293 w 5207579"/>
                <a:gd name="csY22" fmla="*/ 579438 h 1504950"/>
                <a:gd name="csX23" fmla="*/ 5069681 w 5207579"/>
                <a:gd name="csY23" fmla="*/ 0 h 1504950"/>
                <a:gd name="csX0" fmla="*/ 5069681 w 5207579"/>
                <a:gd name="csY0" fmla="*/ 0 h 1504950"/>
                <a:gd name="csX1" fmla="*/ 5102225 w 5207579"/>
                <a:gd name="csY1" fmla="*/ 76200 h 1504950"/>
                <a:gd name="csX2" fmla="*/ 5151438 w 5207579"/>
                <a:gd name="csY2" fmla="*/ 112712 h 1504950"/>
                <a:gd name="csX3" fmla="*/ 5197475 w 5207579"/>
                <a:gd name="csY3" fmla="*/ 129382 h 1504950"/>
                <a:gd name="csX4" fmla="*/ 4942681 w 5207579"/>
                <a:gd name="csY4" fmla="*/ 298450 h 1504950"/>
                <a:gd name="csX5" fmla="*/ 4507706 w 5207579"/>
                <a:gd name="csY5" fmla="*/ 476250 h 1504950"/>
                <a:gd name="csX6" fmla="*/ 3545681 w 5207579"/>
                <a:gd name="csY6" fmla="*/ 742950 h 1504950"/>
                <a:gd name="csX7" fmla="*/ 2523331 w 5207579"/>
                <a:gd name="csY7" fmla="*/ 1035050 h 1504950"/>
                <a:gd name="csX8" fmla="*/ 1367631 w 5207579"/>
                <a:gd name="csY8" fmla="*/ 1346200 h 1504950"/>
                <a:gd name="csX9" fmla="*/ 1042193 w 5207579"/>
                <a:gd name="csY9" fmla="*/ 1425575 h 1504950"/>
                <a:gd name="csX10" fmla="*/ 459581 w 5207579"/>
                <a:gd name="csY10" fmla="*/ 1498600 h 1504950"/>
                <a:gd name="csX11" fmla="*/ 84931 w 5207579"/>
                <a:gd name="csY11" fmla="*/ 1504950 h 1504950"/>
                <a:gd name="csX12" fmla="*/ 34924 w 5207579"/>
                <a:gd name="csY12" fmla="*/ 1404937 h 1504950"/>
                <a:gd name="csX13" fmla="*/ 0 w 5207579"/>
                <a:gd name="csY13" fmla="*/ 1317625 h 1504950"/>
                <a:gd name="csX14" fmla="*/ 151605 w 5207579"/>
                <a:gd name="csY14" fmla="*/ 1298575 h 1504950"/>
                <a:gd name="csX15" fmla="*/ 300831 w 5207579"/>
                <a:gd name="csY15" fmla="*/ 1289050 h 1504950"/>
                <a:gd name="csX16" fmla="*/ 1494631 w 5207579"/>
                <a:gd name="csY16" fmla="*/ 990600 h 1504950"/>
                <a:gd name="csX17" fmla="*/ 1599405 w 5207579"/>
                <a:gd name="csY17" fmla="*/ 1069975 h 1504950"/>
                <a:gd name="csX18" fmla="*/ 2209005 w 5207579"/>
                <a:gd name="csY18" fmla="*/ 912813 h 1504950"/>
                <a:gd name="csX19" fmla="*/ 2566193 w 5207579"/>
                <a:gd name="csY19" fmla="*/ 860426 h 1504950"/>
                <a:gd name="csX20" fmla="*/ 2971005 w 5207579"/>
                <a:gd name="csY20" fmla="*/ 741363 h 1504950"/>
                <a:gd name="csX21" fmla="*/ 2985293 w 5207579"/>
                <a:gd name="csY21" fmla="*/ 669925 h 1504950"/>
                <a:gd name="csX22" fmla="*/ 2985293 w 5207579"/>
                <a:gd name="csY22" fmla="*/ 579438 h 1504950"/>
                <a:gd name="csX23" fmla="*/ 5069681 w 5207579"/>
                <a:gd name="csY23" fmla="*/ 0 h 1504950"/>
                <a:gd name="csX0" fmla="*/ 5069681 w 5207579"/>
                <a:gd name="csY0" fmla="*/ 0 h 1504950"/>
                <a:gd name="csX1" fmla="*/ 5102225 w 5207579"/>
                <a:gd name="csY1" fmla="*/ 76200 h 1504950"/>
                <a:gd name="csX2" fmla="*/ 5151438 w 5207579"/>
                <a:gd name="csY2" fmla="*/ 112712 h 1504950"/>
                <a:gd name="csX3" fmla="*/ 5197475 w 5207579"/>
                <a:gd name="csY3" fmla="*/ 129382 h 1504950"/>
                <a:gd name="csX4" fmla="*/ 4942681 w 5207579"/>
                <a:gd name="csY4" fmla="*/ 298450 h 1504950"/>
                <a:gd name="csX5" fmla="*/ 4507706 w 5207579"/>
                <a:gd name="csY5" fmla="*/ 476250 h 1504950"/>
                <a:gd name="csX6" fmla="*/ 3545681 w 5207579"/>
                <a:gd name="csY6" fmla="*/ 742950 h 1504950"/>
                <a:gd name="csX7" fmla="*/ 2523331 w 5207579"/>
                <a:gd name="csY7" fmla="*/ 1035050 h 1504950"/>
                <a:gd name="csX8" fmla="*/ 1367631 w 5207579"/>
                <a:gd name="csY8" fmla="*/ 1346200 h 1504950"/>
                <a:gd name="csX9" fmla="*/ 1042193 w 5207579"/>
                <a:gd name="csY9" fmla="*/ 1425575 h 1504950"/>
                <a:gd name="csX10" fmla="*/ 459581 w 5207579"/>
                <a:gd name="csY10" fmla="*/ 1498600 h 1504950"/>
                <a:gd name="csX11" fmla="*/ 84931 w 5207579"/>
                <a:gd name="csY11" fmla="*/ 1504950 h 1504950"/>
                <a:gd name="csX12" fmla="*/ 34924 w 5207579"/>
                <a:gd name="csY12" fmla="*/ 1404937 h 1504950"/>
                <a:gd name="csX13" fmla="*/ 0 w 5207579"/>
                <a:gd name="csY13" fmla="*/ 1317625 h 1504950"/>
                <a:gd name="csX14" fmla="*/ 151605 w 5207579"/>
                <a:gd name="csY14" fmla="*/ 1298575 h 1504950"/>
                <a:gd name="csX15" fmla="*/ 300831 w 5207579"/>
                <a:gd name="csY15" fmla="*/ 1289050 h 1504950"/>
                <a:gd name="csX16" fmla="*/ 1494631 w 5207579"/>
                <a:gd name="csY16" fmla="*/ 990600 h 1504950"/>
                <a:gd name="csX17" fmla="*/ 1599405 w 5207579"/>
                <a:gd name="csY17" fmla="*/ 1069975 h 1504950"/>
                <a:gd name="csX18" fmla="*/ 2209005 w 5207579"/>
                <a:gd name="csY18" fmla="*/ 912813 h 1504950"/>
                <a:gd name="csX19" fmla="*/ 2566193 w 5207579"/>
                <a:gd name="csY19" fmla="*/ 860426 h 1504950"/>
                <a:gd name="csX20" fmla="*/ 2971005 w 5207579"/>
                <a:gd name="csY20" fmla="*/ 741363 h 1504950"/>
                <a:gd name="csX21" fmla="*/ 2985293 w 5207579"/>
                <a:gd name="csY21" fmla="*/ 669925 h 1504950"/>
                <a:gd name="csX22" fmla="*/ 2985293 w 5207579"/>
                <a:gd name="csY22" fmla="*/ 579438 h 1504950"/>
                <a:gd name="csX23" fmla="*/ 5069681 w 5207579"/>
                <a:gd name="csY23" fmla="*/ 0 h 1504950"/>
                <a:gd name="csX0" fmla="*/ 5069681 w 5207579"/>
                <a:gd name="csY0" fmla="*/ 0 h 1504950"/>
                <a:gd name="csX1" fmla="*/ 5102225 w 5207579"/>
                <a:gd name="csY1" fmla="*/ 76200 h 1504950"/>
                <a:gd name="csX2" fmla="*/ 5151438 w 5207579"/>
                <a:gd name="csY2" fmla="*/ 112712 h 1504950"/>
                <a:gd name="csX3" fmla="*/ 5197475 w 5207579"/>
                <a:gd name="csY3" fmla="*/ 129382 h 1504950"/>
                <a:gd name="csX4" fmla="*/ 4942681 w 5207579"/>
                <a:gd name="csY4" fmla="*/ 298450 h 1504950"/>
                <a:gd name="csX5" fmla="*/ 4507706 w 5207579"/>
                <a:gd name="csY5" fmla="*/ 476250 h 1504950"/>
                <a:gd name="csX6" fmla="*/ 3545681 w 5207579"/>
                <a:gd name="csY6" fmla="*/ 742950 h 1504950"/>
                <a:gd name="csX7" fmla="*/ 2523331 w 5207579"/>
                <a:gd name="csY7" fmla="*/ 1035050 h 1504950"/>
                <a:gd name="csX8" fmla="*/ 1367631 w 5207579"/>
                <a:gd name="csY8" fmla="*/ 1346200 h 1504950"/>
                <a:gd name="csX9" fmla="*/ 1042193 w 5207579"/>
                <a:gd name="csY9" fmla="*/ 1425575 h 1504950"/>
                <a:gd name="csX10" fmla="*/ 459581 w 5207579"/>
                <a:gd name="csY10" fmla="*/ 1498600 h 1504950"/>
                <a:gd name="csX11" fmla="*/ 84931 w 5207579"/>
                <a:gd name="csY11" fmla="*/ 1504950 h 1504950"/>
                <a:gd name="csX12" fmla="*/ 34924 w 5207579"/>
                <a:gd name="csY12" fmla="*/ 1404937 h 1504950"/>
                <a:gd name="csX13" fmla="*/ 0 w 5207579"/>
                <a:gd name="csY13" fmla="*/ 1317625 h 1504950"/>
                <a:gd name="csX14" fmla="*/ 151605 w 5207579"/>
                <a:gd name="csY14" fmla="*/ 1298575 h 1504950"/>
                <a:gd name="csX15" fmla="*/ 300831 w 5207579"/>
                <a:gd name="csY15" fmla="*/ 1289050 h 1504950"/>
                <a:gd name="csX16" fmla="*/ 1494631 w 5207579"/>
                <a:gd name="csY16" fmla="*/ 990600 h 1504950"/>
                <a:gd name="csX17" fmla="*/ 1599405 w 5207579"/>
                <a:gd name="csY17" fmla="*/ 1069975 h 1504950"/>
                <a:gd name="csX18" fmla="*/ 2209005 w 5207579"/>
                <a:gd name="csY18" fmla="*/ 912813 h 1504950"/>
                <a:gd name="csX19" fmla="*/ 2566193 w 5207579"/>
                <a:gd name="csY19" fmla="*/ 860426 h 1504950"/>
                <a:gd name="csX20" fmla="*/ 2971005 w 5207579"/>
                <a:gd name="csY20" fmla="*/ 741363 h 1504950"/>
                <a:gd name="csX21" fmla="*/ 2985293 w 5207579"/>
                <a:gd name="csY21" fmla="*/ 669925 h 1504950"/>
                <a:gd name="csX22" fmla="*/ 2985293 w 5207579"/>
                <a:gd name="csY22" fmla="*/ 579438 h 1504950"/>
                <a:gd name="csX23" fmla="*/ 5069681 w 5207579"/>
                <a:gd name="csY23" fmla="*/ 0 h 1504950"/>
                <a:gd name="csX0" fmla="*/ 5069681 w 5207579"/>
                <a:gd name="csY0" fmla="*/ 0 h 1504950"/>
                <a:gd name="csX1" fmla="*/ 5102225 w 5207579"/>
                <a:gd name="csY1" fmla="*/ 76200 h 1504950"/>
                <a:gd name="csX2" fmla="*/ 5151438 w 5207579"/>
                <a:gd name="csY2" fmla="*/ 112712 h 1504950"/>
                <a:gd name="csX3" fmla="*/ 5197475 w 5207579"/>
                <a:gd name="csY3" fmla="*/ 129382 h 1504950"/>
                <a:gd name="csX4" fmla="*/ 4942681 w 5207579"/>
                <a:gd name="csY4" fmla="*/ 298450 h 1504950"/>
                <a:gd name="csX5" fmla="*/ 4507706 w 5207579"/>
                <a:gd name="csY5" fmla="*/ 476250 h 1504950"/>
                <a:gd name="csX6" fmla="*/ 3545681 w 5207579"/>
                <a:gd name="csY6" fmla="*/ 742950 h 1504950"/>
                <a:gd name="csX7" fmla="*/ 2523331 w 5207579"/>
                <a:gd name="csY7" fmla="*/ 1035050 h 1504950"/>
                <a:gd name="csX8" fmla="*/ 1367631 w 5207579"/>
                <a:gd name="csY8" fmla="*/ 1346200 h 1504950"/>
                <a:gd name="csX9" fmla="*/ 1042193 w 5207579"/>
                <a:gd name="csY9" fmla="*/ 1425575 h 1504950"/>
                <a:gd name="csX10" fmla="*/ 459581 w 5207579"/>
                <a:gd name="csY10" fmla="*/ 1498600 h 1504950"/>
                <a:gd name="csX11" fmla="*/ 84931 w 5207579"/>
                <a:gd name="csY11" fmla="*/ 1504950 h 1504950"/>
                <a:gd name="csX12" fmla="*/ 34924 w 5207579"/>
                <a:gd name="csY12" fmla="*/ 1404937 h 1504950"/>
                <a:gd name="csX13" fmla="*/ 0 w 5207579"/>
                <a:gd name="csY13" fmla="*/ 1317625 h 1504950"/>
                <a:gd name="csX14" fmla="*/ 300831 w 5207579"/>
                <a:gd name="csY14" fmla="*/ 1289050 h 1504950"/>
                <a:gd name="csX15" fmla="*/ 1494631 w 5207579"/>
                <a:gd name="csY15" fmla="*/ 990600 h 1504950"/>
                <a:gd name="csX16" fmla="*/ 1599405 w 5207579"/>
                <a:gd name="csY16" fmla="*/ 1069975 h 1504950"/>
                <a:gd name="csX17" fmla="*/ 2209005 w 5207579"/>
                <a:gd name="csY17" fmla="*/ 912813 h 1504950"/>
                <a:gd name="csX18" fmla="*/ 2566193 w 5207579"/>
                <a:gd name="csY18" fmla="*/ 860426 h 1504950"/>
                <a:gd name="csX19" fmla="*/ 2971005 w 5207579"/>
                <a:gd name="csY19" fmla="*/ 741363 h 1504950"/>
                <a:gd name="csX20" fmla="*/ 2985293 w 5207579"/>
                <a:gd name="csY20" fmla="*/ 669925 h 1504950"/>
                <a:gd name="csX21" fmla="*/ 2985293 w 5207579"/>
                <a:gd name="csY21" fmla="*/ 579438 h 1504950"/>
                <a:gd name="csX22" fmla="*/ 5069681 w 5207579"/>
                <a:gd name="csY22" fmla="*/ 0 h 1504950"/>
                <a:gd name="csX0" fmla="*/ 5069681 w 5207579"/>
                <a:gd name="csY0" fmla="*/ 0 h 1504950"/>
                <a:gd name="csX1" fmla="*/ 5102225 w 5207579"/>
                <a:gd name="csY1" fmla="*/ 76200 h 1504950"/>
                <a:gd name="csX2" fmla="*/ 5151438 w 5207579"/>
                <a:gd name="csY2" fmla="*/ 112712 h 1504950"/>
                <a:gd name="csX3" fmla="*/ 5197475 w 5207579"/>
                <a:gd name="csY3" fmla="*/ 129382 h 1504950"/>
                <a:gd name="csX4" fmla="*/ 4942681 w 5207579"/>
                <a:gd name="csY4" fmla="*/ 298450 h 1504950"/>
                <a:gd name="csX5" fmla="*/ 4507706 w 5207579"/>
                <a:gd name="csY5" fmla="*/ 476250 h 1504950"/>
                <a:gd name="csX6" fmla="*/ 3545681 w 5207579"/>
                <a:gd name="csY6" fmla="*/ 742950 h 1504950"/>
                <a:gd name="csX7" fmla="*/ 2523331 w 5207579"/>
                <a:gd name="csY7" fmla="*/ 1035050 h 1504950"/>
                <a:gd name="csX8" fmla="*/ 1367631 w 5207579"/>
                <a:gd name="csY8" fmla="*/ 1346200 h 1504950"/>
                <a:gd name="csX9" fmla="*/ 1042193 w 5207579"/>
                <a:gd name="csY9" fmla="*/ 1425575 h 1504950"/>
                <a:gd name="csX10" fmla="*/ 459581 w 5207579"/>
                <a:gd name="csY10" fmla="*/ 1498600 h 1504950"/>
                <a:gd name="csX11" fmla="*/ 84931 w 5207579"/>
                <a:gd name="csY11" fmla="*/ 1504950 h 1504950"/>
                <a:gd name="csX12" fmla="*/ 34924 w 5207579"/>
                <a:gd name="csY12" fmla="*/ 1404937 h 1504950"/>
                <a:gd name="csX13" fmla="*/ 0 w 5207579"/>
                <a:gd name="csY13" fmla="*/ 1317625 h 1504950"/>
                <a:gd name="csX14" fmla="*/ 300831 w 5207579"/>
                <a:gd name="csY14" fmla="*/ 1289050 h 1504950"/>
                <a:gd name="csX15" fmla="*/ 1494631 w 5207579"/>
                <a:gd name="csY15" fmla="*/ 990600 h 1504950"/>
                <a:gd name="csX16" fmla="*/ 1599405 w 5207579"/>
                <a:gd name="csY16" fmla="*/ 1069975 h 1504950"/>
                <a:gd name="csX17" fmla="*/ 2209005 w 5207579"/>
                <a:gd name="csY17" fmla="*/ 912813 h 1504950"/>
                <a:gd name="csX18" fmla="*/ 2566193 w 5207579"/>
                <a:gd name="csY18" fmla="*/ 860426 h 1504950"/>
                <a:gd name="csX19" fmla="*/ 2971005 w 5207579"/>
                <a:gd name="csY19" fmla="*/ 741363 h 1504950"/>
                <a:gd name="csX20" fmla="*/ 2985293 w 5207579"/>
                <a:gd name="csY20" fmla="*/ 669925 h 1504950"/>
                <a:gd name="csX21" fmla="*/ 2985293 w 5207579"/>
                <a:gd name="csY21" fmla="*/ 579438 h 1504950"/>
                <a:gd name="csX22" fmla="*/ 5069681 w 5207579"/>
                <a:gd name="csY22" fmla="*/ 0 h 1504950"/>
                <a:gd name="csX0" fmla="*/ 5069681 w 5207579"/>
                <a:gd name="csY0" fmla="*/ 0 h 1504950"/>
                <a:gd name="csX1" fmla="*/ 5102225 w 5207579"/>
                <a:gd name="csY1" fmla="*/ 76200 h 1504950"/>
                <a:gd name="csX2" fmla="*/ 5151438 w 5207579"/>
                <a:gd name="csY2" fmla="*/ 112712 h 1504950"/>
                <a:gd name="csX3" fmla="*/ 5197475 w 5207579"/>
                <a:gd name="csY3" fmla="*/ 129382 h 1504950"/>
                <a:gd name="csX4" fmla="*/ 4942681 w 5207579"/>
                <a:gd name="csY4" fmla="*/ 298450 h 1504950"/>
                <a:gd name="csX5" fmla="*/ 4507706 w 5207579"/>
                <a:gd name="csY5" fmla="*/ 476250 h 1504950"/>
                <a:gd name="csX6" fmla="*/ 3545681 w 5207579"/>
                <a:gd name="csY6" fmla="*/ 742950 h 1504950"/>
                <a:gd name="csX7" fmla="*/ 2523331 w 5207579"/>
                <a:gd name="csY7" fmla="*/ 1035050 h 1504950"/>
                <a:gd name="csX8" fmla="*/ 1367631 w 5207579"/>
                <a:gd name="csY8" fmla="*/ 1346200 h 1504950"/>
                <a:gd name="csX9" fmla="*/ 1042193 w 5207579"/>
                <a:gd name="csY9" fmla="*/ 1425575 h 1504950"/>
                <a:gd name="csX10" fmla="*/ 459581 w 5207579"/>
                <a:gd name="csY10" fmla="*/ 1498600 h 1504950"/>
                <a:gd name="csX11" fmla="*/ 84931 w 5207579"/>
                <a:gd name="csY11" fmla="*/ 1504950 h 1504950"/>
                <a:gd name="csX12" fmla="*/ 34924 w 5207579"/>
                <a:gd name="csY12" fmla="*/ 1404937 h 1504950"/>
                <a:gd name="csX13" fmla="*/ 0 w 5207579"/>
                <a:gd name="csY13" fmla="*/ 1317625 h 1504950"/>
                <a:gd name="csX14" fmla="*/ 300831 w 5207579"/>
                <a:gd name="csY14" fmla="*/ 1289050 h 1504950"/>
                <a:gd name="csX15" fmla="*/ 1494631 w 5207579"/>
                <a:gd name="csY15" fmla="*/ 990600 h 1504950"/>
                <a:gd name="csX16" fmla="*/ 1599405 w 5207579"/>
                <a:gd name="csY16" fmla="*/ 1069975 h 1504950"/>
                <a:gd name="csX17" fmla="*/ 2209005 w 5207579"/>
                <a:gd name="csY17" fmla="*/ 912813 h 1504950"/>
                <a:gd name="csX18" fmla="*/ 2566193 w 5207579"/>
                <a:gd name="csY18" fmla="*/ 860426 h 1504950"/>
                <a:gd name="csX19" fmla="*/ 2971005 w 5207579"/>
                <a:gd name="csY19" fmla="*/ 741363 h 1504950"/>
                <a:gd name="csX20" fmla="*/ 2985293 w 5207579"/>
                <a:gd name="csY20" fmla="*/ 669925 h 1504950"/>
                <a:gd name="csX21" fmla="*/ 2985293 w 5207579"/>
                <a:gd name="csY21" fmla="*/ 579438 h 1504950"/>
                <a:gd name="csX22" fmla="*/ 5069681 w 5207579"/>
                <a:gd name="csY22" fmla="*/ 0 h 1504950"/>
                <a:gd name="csX0" fmla="*/ 5069681 w 5207579"/>
                <a:gd name="csY0" fmla="*/ 0 h 1504950"/>
                <a:gd name="csX1" fmla="*/ 5102225 w 5207579"/>
                <a:gd name="csY1" fmla="*/ 76200 h 1504950"/>
                <a:gd name="csX2" fmla="*/ 5151438 w 5207579"/>
                <a:gd name="csY2" fmla="*/ 112712 h 1504950"/>
                <a:gd name="csX3" fmla="*/ 5197475 w 5207579"/>
                <a:gd name="csY3" fmla="*/ 129382 h 1504950"/>
                <a:gd name="csX4" fmla="*/ 4942681 w 5207579"/>
                <a:gd name="csY4" fmla="*/ 298450 h 1504950"/>
                <a:gd name="csX5" fmla="*/ 4507706 w 5207579"/>
                <a:gd name="csY5" fmla="*/ 476250 h 1504950"/>
                <a:gd name="csX6" fmla="*/ 3545681 w 5207579"/>
                <a:gd name="csY6" fmla="*/ 742950 h 1504950"/>
                <a:gd name="csX7" fmla="*/ 2523331 w 5207579"/>
                <a:gd name="csY7" fmla="*/ 1035050 h 1504950"/>
                <a:gd name="csX8" fmla="*/ 1367631 w 5207579"/>
                <a:gd name="csY8" fmla="*/ 1346200 h 1504950"/>
                <a:gd name="csX9" fmla="*/ 1042193 w 5207579"/>
                <a:gd name="csY9" fmla="*/ 1425575 h 1504950"/>
                <a:gd name="csX10" fmla="*/ 459581 w 5207579"/>
                <a:gd name="csY10" fmla="*/ 1498600 h 1504950"/>
                <a:gd name="csX11" fmla="*/ 84931 w 5207579"/>
                <a:gd name="csY11" fmla="*/ 1504950 h 1504950"/>
                <a:gd name="csX12" fmla="*/ 34924 w 5207579"/>
                <a:gd name="csY12" fmla="*/ 1404937 h 1504950"/>
                <a:gd name="csX13" fmla="*/ 0 w 5207579"/>
                <a:gd name="csY13" fmla="*/ 1317625 h 1504950"/>
                <a:gd name="csX14" fmla="*/ 436562 w 5207579"/>
                <a:gd name="csY14" fmla="*/ 1260475 h 1504950"/>
                <a:gd name="csX15" fmla="*/ 1494631 w 5207579"/>
                <a:gd name="csY15" fmla="*/ 990600 h 1504950"/>
                <a:gd name="csX16" fmla="*/ 1599405 w 5207579"/>
                <a:gd name="csY16" fmla="*/ 1069975 h 1504950"/>
                <a:gd name="csX17" fmla="*/ 2209005 w 5207579"/>
                <a:gd name="csY17" fmla="*/ 912813 h 1504950"/>
                <a:gd name="csX18" fmla="*/ 2566193 w 5207579"/>
                <a:gd name="csY18" fmla="*/ 860426 h 1504950"/>
                <a:gd name="csX19" fmla="*/ 2971005 w 5207579"/>
                <a:gd name="csY19" fmla="*/ 741363 h 1504950"/>
                <a:gd name="csX20" fmla="*/ 2985293 w 5207579"/>
                <a:gd name="csY20" fmla="*/ 669925 h 1504950"/>
                <a:gd name="csX21" fmla="*/ 2985293 w 5207579"/>
                <a:gd name="csY21" fmla="*/ 579438 h 1504950"/>
                <a:gd name="csX22" fmla="*/ 5069681 w 5207579"/>
                <a:gd name="csY22" fmla="*/ 0 h 1504950"/>
                <a:gd name="csX0" fmla="*/ 5069681 w 5207579"/>
                <a:gd name="csY0" fmla="*/ 0 h 1504950"/>
                <a:gd name="csX1" fmla="*/ 5102225 w 5207579"/>
                <a:gd name="csY1" fmla="*/ 76200 h 1504950"/>
                <a:gd name="csX2" fmla="*/ 5151438 w 5207579"/>
                <a:gd name="csY2" fmla="*/ 112712 h 1504950"/>
                <a:gd name="csX3" fmla="*/ 5197475 w 5207579"/>
                <a:gd name="csY3" fmla="*/ 129382 h 1504950"/>
                <a:gd name="csX4" fmla="*/ 4942681 w 5207579"/>
                <a:gd name="csY4" fmla="*/ 298450 h 1504950"/>
                <a:gd name="csX5" fmla="*/ 4507706 w 5207579"/>
                <a:gd name="csY5" fmla="*/ 476250 h 1504950"/>
                <a:gd name="csX6" fmla="*/ 3545681 w 5207579"/>
                <a:gd name="csY6" fmla="*/ 742950 h 1504950"/>
                <a:gd name="csX7" fmla="*/ 2523331 w 5207579"/>
                <a:gd name="csY7" fmla="*/ 1035050 h 1504950"/>
                <a:gd name="csX8" fmla="*/ 1367631 w 5207579"/>
                <a:gd name="csY8" fmla="*/ 1346200 h 1504950"/>
                <a:gd name="csX9" fmla="*/ 1042193 w 5207579"/>
                <a:gd name="csY9" fmla="*/ 1425575 h 1504950"/>
                <a:gd name="csX10" fmla="*/ 459581 w 5207579"/>
                <a:gd name="csY10" fmla="*/ 1498600 h 1504950"/>
                <a:gd name="csX11" fmla="*/ 84931 w 5207579"/>
                <a:gd name="csY11" fmla="*/ 1504950 h 1504950"/>
                <a:gd name="csX12" fmla="*/ 34924 w 5207579"/>
                <a:gd name="csY12" fmla="*/ 1404937 h 1504950"/>
                <a:gd name="csX13" fmla="*/ 0 w 5207579"/>
                <a:gd name="csY13" fmla="*/ 1317625 h 1504950"/>
                <a:gd name="csX14" fmla="*/ 508000 w 5207579"/>
                <a:gd name="csY14" fmla="*/ 1243806 h 1504950"/>
                <a:gd name="csX15" fmla="*/ 1494631 w 5207579"/>
                <a:gd name="csY15" fmla="*/ 990600 h 1504950"/>
                <a:gd name="csX16" fmla="*/ 1599405 w 5207579"/>
                <a:gd name="csY16" fmla="*/ 1069975 h 1504950"/>
                <a:gd name="csX17" fmla="*/ 2209005 w 5207579"/>
                <a:gd name="csY17" fmla="*/ 912813 h 1504950"/>
                <a:gd name="csX18" fmla="*/ 2566193 w 5207579"/>
                <a:gd name="csY18" fmla="*/ 860426 h 1504950"/>
                <a:gd name="csX19" fmla="*/ 2971005 w 5207579"/>
                <a:gd name="csY19" fmla="*/ 741363 h 1504950"/>
                <a:gd name="csX20" fmla="*/ 2985293 w 5207579"/>
                <a:gd name="csY20" fmla="*/ 669925 h 1504950"/>
                <a:gd name="csX21" fmla="*/ 2985293 w 5207579"/>
                <a:gd name="csY21" fmla="*/ 579438 h 1504950"/>
                <a:gd name="csX22" fmla="*/ 5069681 w 5207579"/>
                <a:gd name="csY22" fmla="*/ 0 h 1504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5207579" h="1504950">
                  <a:moveTo>
                    <a:pt x="5069681" y="0"/>
                  </a:moveTo>
                  <a:lnTo>
                    <a:pt x="5102225" y="76200"/>
                  </a:lnTo>
                  <a:cubicBezTo>
                    <a:pt x="5117042" y="94192"/>
                    <a:pt x="5135563" y="103848"/>
                    <a:pt x="5151438" y="112712"/>
                  </a:cubicBezTo>
                  <a:cubicBezTo>
                    <a:pt x="5167313" y="121576"/>
                    <a:pt x="5232268" y="98426"/>
                    <a:pt x="5197475" y="129382"/>
                  </a:cubicBezTo>
                  <a:cubicBezTo>
                    <a:pt x="5162682" y="160338"/>
                    <a:pt x="5055923" y="238125"/>
                    <a:pt x="4942681" y="298450"/>
                  </a:cubicBezTo>
                  <a:cubicBezTo>
                    <a:pt x="4829439" y="358775"/>
                    <a:pt x="4740539" y="402167"/>
                    <a:pt x="4507706" y="476250"/>
                  </a:cubicBezTo>
                  <a:cubicBezTo>
                    <a:pt x="4274873" y="550333"/>
                    <a:pt x="3876939" y="651933"/>
                    <a:pt x="3545681" y="742950"/>
                  </a:cubicBezTo>
                  <a:lnTo>
                    <a:pt x="2523331" y="1035050"/>
                  </a:lnTo>
                  <a:lnTo>
                    <a:pt x="1367631" y="1346200"/>
                  </a:lnTo>
                  <a:cubicBezTo>
                    <a:pt x="1123156" y="1409700"/>
                    <a:pt x="1193535" y="1400175"/>
                    <a:pt x="1042193" y="1425575"/>
                  </a:cubicBezTo>
                  <a:cubicBezTo>
                    <a:pt x="890851" y="1450975"/>
                    <a:pt x="621506" y="1483783"/>
                    <a:pt x="459581" y="1498600"/>
                  </a:cubicBezTo>
                  <a:lnTo>
                    <a:pt x="84931" y="1504950"/>
                  </a:lnTo>
                  <a:lnTo>
                    <a:pt x="34924" y="1404937"/>
                  </a:lnTo>
                  <a:lnTo>
                    <a:pt x="0" y="1317625"/>
                  </a:lnTo>
                  <a:cubicBezTo>
                    <a:pt x="44318" y="1298311"/>
                    <a:pt x="258895" y="1298310"/>
                    <a:pt x="508000" y="1243806"/>
                  </a:cubicBezTo>
                  <a:cubicBezTo>
                    <a:pt x="757105" y="1189302"/>
                    <a:pt x="1278202" y="1027112"/>
                    <a:pt x="1494631" y="990600"/>
                  </a:cubicBezTo>
                  <a:lnTo>
                    <a:pt x="1599405" y="1069975"/>
                  </a:lnTo>
                  <a:cubicBezTo>
                    <a:pt x="1718467" y="1057011"/>
                    <a:pt x="2004218" y="949326"/>
                    <a:pt x="2209005" y="912813"/>
                  </a:cubicBezTo>
                  <a:cubicBezTo>
                    <a:pt x="2370136" y="875507"/>
                    <a:pt x="2439193" y="889001"/>
                    <a:pt x="2566193" y="860426"/>
                  </a:cubicBezTo>
                  <a:cubicBezTo>
                    <a:pt x="2693193" y="831851"/>
                    <a:pt x="2966242" y="765176"/>
                    <a:pt x="2971005" y="741363"/>
                  </a:cubicBezTo>
                  <a:lnTo>
                    <a:pt x="2985293" y="669925"/>
                  </a:lnTo>
                  <a:lnTo>
                    <a:pt x="2985293" y="579438"/>
                  </a:lnTo>
                  <a:lnTo>
                    <a:pt x="5069681" y="0"/>
                  </a:lnTo>
                  <a:close/>
                </a:path>
              </a:pathLst>
            </a:custGeom>
            <a:solidFill>
              <a:srgbClr val="0070C0">
                <a:alpha val="25000"/>
              </a:srgbClr>
            </a:solidFill>
            <a:ln w="12700">
              <a:solidFill>
                <a:srgbClr val="0070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9A61C92-D276-42CE-F455-5C98B41A541B}"/>
                </a:ext>
              </a:extLst>
            </p:cNvPr>
            <p:cNvSpPr txBox="1"/>
            <p:nvPr/>
          </p:nvSpPr>
          <p:spPr>
            <a:xfrm>
              <a:off x="4914900" y="5434566"/>
              <a:ext cx="1371600" cy="369332"/>
            </a:xfrm>
            <a:prstGeom prst="rect">
              <a:avLst/>
            </a:prstGeom>
            <a:solidFill>
              <a:srgbClr val="0070C0"/>
            </a:solidFill>
          </p:spPr>
          <p:txBody>
            <a:bodyPr wrap="square" rtlCol="0">
              <a:spAutoFit/>
            </a:bodyPr>
            <a:lstStyle/>
            <a:p>
              <a:r>
                <a:rPr lang="en-US" b="1" dirty="0">
                  <a:solidFill>
                    <a:schemeClr val="bg1"/>
                  </a:solidFill>
                </a:rPr>
                <a:t>Cargo Area</a:t>
              </a:r>
            </a:p>
          </p:txBody>
        </p:sp>
        <p:cxnSp>
          <p:nvCxnSpPr>
            <p:cNvPr id="29" name="Straight Arrow Connector 28">
              <a:extLst>
                <a:ext uri="{FF2B5EF4-FFF2-40B4-BE49-F238E27FC236}">
                  <a16:creationId xmlns:a16="http://schemas.microsoft.com/office/drawing/2014/main" id="{5910DF76-7B9E-707C-9FD3-5D753FD16236}"/>
                </a:ext>
              </a:extLst>
            </p:cNvPr>
            <p:cNvCxnSpPr>
              <a:cxnSpLocks/>
              <a:stCxn id="28" idx="0"/>
            </p:cNvCxnSpPr>
            <p:nvPr/>
          </p:nvCxnSpPr>
          <p:spPr>
            <a:xfrm flipV="1">
              <a:off x="5600700" y="4908550"/>
              <a:ext cx="0" cy="526016"/>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sp>
        <p:nvSpPr>
          <p:cNvPr id="3" name="TextBox 2">
            <a:hlinkClick r:id="rId4"/>
            <a:extLst>
              <a:ext uri="{FF2B5EF4-FFF2-40B4-BE49-F238E27FC236}">
                <a16:creationId xmlns:a16="http://schemas.microsoft.com/office/drawing/2014/main" id="{02187E57-F9AB-E1C0-9A16-AA7991E81E44}"/>
              </a:ext>
            </a:extLst>
          </p:cNvPr>
          <p:cNvSpPr txBox="1"/>
          <p:nvPr/>
        </p:nvSpPr>
        <p:spPr>
          <a:xfrm rot="701782">
            <a:off x="4179614" y="3409023"/>
            <a:ext cx="1912847" cy="230832"/>
          </a:xfrm>
          <a:prstGeom prst="rect">
            <a:avLst/>
          </a:prstGeom>
          <a:noFill/>
        </p:spPr>
        <p:txBody>
          <a:bodyPr wrap="square" rtlCol="0">
            <a:spAutoFit/>
          </a:bodyPr>
          <a:lstStyle/>
          <a:p>
            <a:pPr algn="r"/>
            <a:r>
              <a:rPr lang="en-US" sz="900" dirty="0"/>
              <a:t>(CC2)  Wikimedia Commons, 2018</a:t>
            </a:r>
          </a:p>
        </p:txBody>
      </p:sp>
    </p:spTree>
    <p:extLst>
      <p:ext uri="{BB962C8B-B14F-4D97-AF65-F5344CB8AC3E}">
        <p14:creationId xmlns:p14="http://schemas.microsoft.com/office/powerpoint/2010/main" val="3836954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10C3B048-9187-15E6-A8EB-39CE9B6A1AA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7A9515-B136-1118-2A59-EDE71A02E0CE}"/>
              </a:ext>
            </a:extLst>
          </p:cNvPr>
          <p:cNvPicPr>
            <a:picLocks noChangeAspect="1"/>
          </p:cNvPicPr>
          <p:nvPr/>
        </p:nvPicPr>
        <p:blipFill>
          <a:blip r:embed="rId3"/>
          <a:stretch>
            <a:fillRect/>
          </a:stretch>
        </p:blipFill>
        <p:spPr>
          <a:xfrm>
            <a:off x="2212054" y="2787920"/>
            <a:ext cx="7868748" cy="2505425"/>
          </a:xfrm>
          <a:prstGeom prst="rect">
            <a:avLst/>
          </a:prstGeom>
        </p:spPr>
      </p:pic>
      <p:sp>
        <p:nvSpPr>
          <p:cNvPr id="2" name="Title 1">
            <a:extLst>
              <a:ext uri="{FF2B5EF4-FFF2-40B4-BE49-F238E27FC236}">
                <a16:creationId xmlns:a16="http://schemas.microsoft.com/office/drawing/2014/main" id="{E14DE42A-DCAB-6EFB-D5AC-71C293C4E8AB}"/>
              </a:ext>
            </a:extLst>
          </p:cNvPr>
          <p:cNvSpPr>
            <a:spLocks noGrp="1"/>
          </p:cNvSpPr>
          <p:nvPr>
            <p:ph type="title"/>
          </p:nvPr>
        </p:nvSpPr>
        <p:spPr>
          <a:xfrm>
            <a:off x="365760" y="365125"/>
            <a:ext cx="10515600" cy="786384"/>
          </a:xfrm>
        </p:spPr>
        <p:txBody>
          <a:bodyPr/>
          <a:lstStyle/>
          <a:p>
            <a:r>
              <a:rPr lang="en-US" dirty="0"/>
              <a:t>The Wings</a:t>
            </a:r>
          </a:p>
        </p:txBody>
      </p:sp>
      <p:grpSp>
        <p:nvGrpSpPr>
          <p:cNvPr id="11" name="Group 10">
            <a:extLst>
              <a:ext uri="{FF2B5EF4-FFF2-40B4-BE49-F238E27FC236}">
                <a16:creationId xmlns:a16="http://schemas.microsoft.com/office/drawing/2014/main" id="{1A0E4D5A-E9B7-359F-BB8B-FB40BB97B80B}"/>
              </a:ext>
            </a:extLst>
          </p:cNvPr>
          <p:cNvGrpSpPr/>
          <p:nvPr/>
        </p:nvGrpSpPr>
        <p:grpSpPr>
          <a:xfrm>
            <a:off x="4092575" y="2182402"/>
            <a:ext cx="3330286" cy="1752888"/>
            <a:chOff x="4092575" y="2336512"/>
            <a:chExt cx="3330286" cy="1752888"/>
          </a:xfrm>
        </p:grpSpPr>
        <p:sp>
          <p:nvSpPr>
            <p:cNvPr id="9" name="TextBox 8">
              <a:extLst>
                <a:ext uri="{FF2B5EF4-FFF2-40B4-BE49-F238E27FC236}">
                  <a16:creationId xmlns:a16="http://schemas.microsoft.com/office/drawing/2014/main" id="{9FD61CC7-C74C-7555-BF94-2BF1C10EC3FB}"/>
                </a:ext>
              </a:extLst>
            </p:cNvPr>
            <p:cNvSpPr txBox="1"/>
            <p:nvPr/>
          </p:nvSpPr>
          <p:spPr>
            <a:xfrm>
              <a:off x="5854411" y="2336512"/>
              <a:ext cx="1568450" cy="369332"/>
            </a:xfrm>
            <a:prstGeom prst="rect">
              <a:avLst/>
            </a:prstGeom>
            <a:solidFill>
              <a:srgbClr val="0070C0"/>
            </a:solidFill>
          </p:spPr>
          <p:txBody>
            <a:bodyPr wrap="square" rtlCol="0">
              <a:spAutoFit/>
            </a:bodyPr>
            <a:lstStyle/>
            <a:p>
              <a:r>
                <a:rPr lang="en-US" b="1" dirty="0">
                  <a:solidFill>
                    <a:schemeClr val="bg1"/>
                  </a:solidFill>
                </a:rPr>
                <a:t>Leading Edge</a:t>
              </a:r>
            </a:p>
          </p:txBody>
        </p:sp>
        <p:sp>
          <p:nvSpPr>
            <p:cNvPr id="4" name="Freeform: Shape 3">
              <a:extLst>
                <a:ext uri="{FF2B5EF4-FFF2-40B4-BE49-F238E27FC236}">
                  <a16:creationId xmlns:a16="http://schemas.microsoft.com/office/drawing/2014/main" id="{9ABB5A27-90CD-DCB1-8086-7E305D5AD7B3}"/>
                </a:ext>
              </a:extLst>
            </p:cNvPr>
            <p:cNvSpPr/>
            <p:nvPr/>
          </p:nvSpPr>
          <p:spPr>
            <a:xfrm>
              <a:off x="4092575" y="3536950"/>
              <a:ext cx="2362200" cy="552450"/>
            </a:xfrm>
            <a:custGeom>
              <a:avLst/>
              <a:gdLst>
                <a:gd name="csX0" fmla="*/ 2330450 w 2330450"/>
                <a:gd name="csY0" fmla="*/ 552450 h 552450"/>
                <a:gd name="csX1" fmla="*/ 6350 w 2330450"/>
                <a:gd name="csY1" fmla="*/ 44450 h 552450"/>
                <a:gd name="csX2" fmla="*/ 0 w 2330450"/>
                <a:gd name="csY2" fmla="*/ 0 h 552450"/>
                <a:gd name="csX3" fmla="*/ 2330450 w 2330450"/>
                <a:gd name="csY3" fmla="*/ 552450 h 552450"/>
                <a:gd name="csX0" fmla="*/ 2330450 w 2330450"/>
                <a:gd name="csY0" fmla="*/ 552450 h 552450"/>
                <a:gd name="csX1" fmla="*/ 6350 w 2330450"/>
                <a:gd name="csY1" fmla="*/ 44450 h 552450"/>
                <a:gd name="csX2" fmla="*/ 0 w 2330450"/>
                <a:gd name="csY2" fmla="*/ 0 h 552450"/>
                <a:gd name="csX3" fmla="*/ 1831975 w 2330450"/>
                <a:gd name="csY3" fmla="*/ 434975 h 552450"/>
                <a:gd name="csX4" fmla="*/ 2330450 w 2330450"/>
                <a:gd name="csY4" fmla="*/ 552450 h 552450"/>
                <a:gd name="csX0" fmla="*/ 2330450 w 2330450"/>
                <a:gd name="csY0" fmla="*/ 552450 h 552450"/>
                <a:gd name="csX1" fmla="*/ 6350 w 2330450"/>
                <a:gd name="csY1" fmla="*/ 44450 h 552450"/>
                <a:gd name="csX2" fmla="*/ 0 w 2330450"/>
                <a:gd name="csY2" fmla="*/ 0 h 552450"/>
                <a:gd name="csX3" fmla="*/ 2298700 w 2330450"/>
                <a:gd name="csY3" fmla="*/ 485775 h 552450"/>
                <a:gd name="csX4" fmla="*/ 2330450 w 2330450"/>
                <a:gd name="csY4" fmla="*/ 552450 h 552450"/>
                <a:gd name="csX0" fmla="*/ 2339975 w 2339975"/>
                <a:gd name="csY0" fmla="*/ 552450 h 552450"/>
                <a:gd name="csX1" fmla="*/ 6350 w 2339975"/>
                <a:gd name="csY1" fmla="*/ 44450 h 552450"/>
                <a:gd name="csX2" fmla="*/ 0 w 2339975"/>
                <a:gd name="csY2" fmla="*/ 0 h 552450"/>
                <a:gd name="csX3" fmla="*/ 2298700 w 2339975"/>
                <a:gd name="csY3" fmla="*/ 485775 h 552450"/>
                <a:gd name="csX4" fmla="*/ 2339975 w 2339975"/>
                <a:gd name="csY4" fmla="*/ 552450 h 552450"/>
                <a:gd name="csX0" fmla="*/ 2362200 w 2362200"/>
                <a:gd name="csY0" fmla="*/ 552450 h 552450"/>
                <a:gd name="csX1" fmla="*/ 0 w 2362200"/>
                <a:gd name="csY1" fmla="*/ 6350 h 552450"/>
                <a:gd name="csX2" fmla="*/ 22225 w 2362200"/>
                <a:gd name="csY2" fmla="*/ 0 h 552450"/>
                <a:gd name="csX3" fmla="*/ 2320925 w 2362200"/>
                <a:gd name="csY3" fmla="*/ 485775 h 552450"/>
                <a:gd name="csX4" fmla="*/ 2362200 w 2362200"/>
                <a:gd name="csY4" fmla="*/ 552450 h 552450"/>
              </a:gdLst>
              <a:ahLst/>
              <a:cxnLst>
                <a:cxn ang="0">
                  <a:pos x="csX0" y="csY0"/>
                </a:cxn>
                <a:cxn ang="0">
                  <a:pos x="csX1" y="csY1"/>
                </a:cxn>
                <a:cxn ang="0">
                  <a:pos x="csX2" y="csY2"/>
                </a:cxn>
                <a:cxn ang="0">
                  <a:pos x="csX3" y="csY3"/>
                </a:cxn>
                <a:cxn ang="0">
                  <a:pos x="csX4" y="csY4"/>
                </a:cxn>
              </a:cxnLst>
              <a:rect l="l" t="t" r="r" b="b"/>
              <a:pathLst>
                <a:path w="2362200" h="552450">
                  <a:moveTo>
                    <a:pt x="2362200" y="552450"/>
                  </a:moveTo>
                  <a:lnTo>
                    <a:pt x="0" y="6350"/>
                  </a:lnTo>
                  <a:lnTo>
                    <a:pt x="22225" y="0"/>
                  </a:lnTo>
                  <a:lnTo>
                    <a:pt x="2320925" y="485775"/>
                  </a:lnTo>
                  <a:lnTo>
                    <a:pt x="2362200" y="552450"/>
                  </a:lnTo>
                  <a:close/>
                </a:path>
              </a:pathLst>
            </a:custGeom>
            <a:solidFill>
              <a:srgbClr val="FFFF00">
                <a:alpha val="25000"/>
              </a:srgbClr>
            </a:solidFill>
            <a:ln w="12700">
              <a:solidFill>
                <a:srgbClr val="FFC00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4BCA85EC-0258-14CC-C96E-D25C758DA543}"/>
                </a:ext>
              </a:extLst>
            </p:cNvPr>
            <p:cNvCxnSpPr>
              <a:cxnSpLocks/>
              <a:stCxn id="9" idx="2"/>
            </p:cNvCxnSpPr>
            <p:nvPr/>
          </p:nvCxnSpPr>
          <p:spPr>
            <a:xfrm flipH="1">
              <a:off x="6051550" y="2705844"/>
              <a:ext cx="587086" cy="1250206"/>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FBDDA836-658F-2EBC-E3C6-8AB5B67C68FF}"/>
              </a:ext>
            </a:extLst>
          </p:cNvPr>
          <p:cNvGrpSpPr/>
          <p:nvPr/>
        </p:nvGrpSpPr>
        <p:grpSpPr>
          <a:xfrm>
            <a:off x="3827462" y="3457958"/>
            <a:ext cx="3595399" cy="2129230"/>
            <a:chOff x="2946544" y="1623198"/>
            <a:chExt cx="3595399" cy="2129230"/>
          </a:xfrm>
        </p:grpSpPr>
        <p:sp>
          <p:nvSpPr>
            <p:cNvPr id="14" name="TextBox 13">
              <a:extLst>
                <a:ext uri="{FF2B5EF4-FFF2-40B4-BE49-F238E27FC236}">
                  <a16:creationId xmlns:a16="http://schemas.microsoft.com/office/drawing/2014/main" id="{DD4ED322-A0E1-DAB7-4E7A-DC756FC4276A}"/>
                </a:ext>
              </a:extLst>
            </p:cNvPr>
            <p:cNvSpPr txBox="1"/>
            <p:nvPr/>
          </p:nvSpPr>
          <p:spPr>
            <a:xfrm>
              <a:off x="4973493" y="3383096"/>
              <a:ext cx="1568450" cy="369332"/>
            </a:xfrm>
            <a:prstGeom prst="rect">
              <a:avLst/>
            </a:prstGeom>
            <a:solidFill>
              <a:srgbClr val="0070C0"/>
            </a:solidFill>
          </p:spPr>
          <p:txBody>
            <a:bodyPr wrap="square" rtlCol="0">
              <a:spAutoFit/>
            </a:bodyPr>
            <a:lstStyle/>
            <a:p>
              <a:r>
                <a:rPr lang="en-US" b="1" dirty="0">
                  <a:solidFill>
                    <a:schemeClr val="bg1"/>
                  </a:solidFill>
                </a:rPr>
                <a:t>Trailing Edge</a:t>
              </a:r>
            </a:p>
          </p:txBody>
        </p:sp>
        <p:sp>
          <p:nvSpPr>
            <p:cNvPr id="19" name="Freeform: Shape 18">
              <a:extLst>
                <a:ext uri="{FF2B5EF4-FFF2-40B4-BE49-F238E27FC236}">
                  <a16:creationId xmlns:a16="http://schemas.microsoft.com/office/drawing/2014/main" id="{733DFBA9-FDDA-1C7F-A59C-10F9E34D3C8C}"/>
                </a:ext>
              </a:extLst>
            </p:cNvPr>
            <p:cNvSpPr/>
            <p:nvPr/>
          </p:nvSpPr>
          <p:spPr>
            <a:xfrm>
              <a:off x="2946544" y="1623198"/>
              <a:ext cx="2220913" cy="1025764"/>
            </a:xfrm>
            <a:custGeom>
              <a:avLst/>
              <a:gdLst>
                <a:gd name="csX0" fmla="*/ 2330450 w 2330450"/>
                <a:gd name="csY0" fmla="*/ 552450 h 552450"/>
                <a:gd name="csX1" fmla="*/ 6350 w 2330450"/>
                <a:gd name="csY1" fmla="*/ 44450 h 552450"/>
                <a:gd name="csX2" fmla="*/ 0 w 2330450"/>
                <a:gd name="csY2" fmla="*/ 0 h 552450"/>
                <a:gd name="csX3" fmla="*/ 2330450 w 2330450"/>
                <a:gd name="csY3" fmla="*/ 552450 h 552450"/>
                <a:gd name="csX0" fmla="*/ 2330450 w 2330450"/>
                <a:gd name="csY0" fmla="*/ 552450 h 552450"/>
                <a:gd name="csX1" fmla="*/ 6350 w 2330450"/>
                <a:gd name="csY1" fmla="*/ 44450 h 552450"/>
                <a:gd name="csX2" fmla="*/ 0 w 2330450"/>
                <a:gd name="csY2" fmla="*/ 0 h 552450"/>
                <a:gd name="csX3" fmla="*/ 1831975 w 2330450"/>
                <a:gd name="csY3" fmla="*/ 434975 h 552450"/>
                <a:gd name="csX4" fmla="*/ 2330450 w 2330450"/>
                <a:gd name="csY4" fmla="*/ 552450 h 552450"/>
                <a:gd name="csX0" fmla="*/ 2330450 w 2330450"/>
                <a:gd name="csY0" fmla="*/ 552450 h 552450"/>
                <a:gd name="csX1" fmla="*/ 6350 w 2330450"/>
                <a:gd name="csY1" fmla="*/ 44450 h 552450"/>
                <a:gd name="csX2" fmla="*/ 0 w 2330450"/>
                <a:gd name="csY2" fmla="*/ 0 h 552450"/>
                <a:gd name="csX3" fmla="*/ 2298700 w 2330450"/>
                <a:gd name="csY3" fmla="*/ 485775 h 552450"/>
                <a:gd name="csX4" fmla="*/ 2330450 w 2330450"/>
                <a:gd name="csY4" fmla="*/ 552450 h 552450"/>
                <a:gd name="csX0" fmla="*/ 2339975 w 2339975"/>
                <a:gd name="csY0" fmla="*/ 552450 h 552450"/>
                <a:gd name="csX1" fmla="*/ 6350 w 2339975"/>
                <a:gd name="csY1" fmla="*/ 44450 h 552450"/>
                <a:gd name="csX2" fmla="*/ 0 w 2339975"/>
                <a:gd name="csY2" fmla="*/ 0 h 552450"/>
                <a:gd name="csX3" fmla="*/ 2298700 w 2339975"/>
                <a:gd name="csY3" fmla="*/ 485775 h 552450"/>
                <a:gd name="csX4" fmla="*/ 2339975 w 2339975"/>
                <a:gd name="csY4" fmla="*/ 552450 h 552450"/>
                <a:gd name="csX0" fmla="*/ 2362200 w 2362200"/>
                <a:gd name="csY0" fmla="*/ 552450 h 552450"/>
                <a:gd name="csX1" fmla="*/ 0 w 2362200"/>
                <a:gd name="csY1" fmla="*/ 6350 h 552450"/>
                <a:gd name="csX2" fmla="*/ 22225 w 2362200"/>
                <a:gd name="csY2" fmla="*/ 0 h 552450"/>
                <a:gd name="csX3" fmla="*/ 2320925 w 2362200"/>
                <a:gd name="csY3" fmla="*/ 485775 h 552450"/>
                <a:gd name="csX4" fmla="*/ 2362200 w 2362200"/>
                <a:gd name="csY4" fmla="*/ 552450 h 552450"/>
                <a:gd name="csX0" fmla="*/ 2157412 w 2320925"/>
                <a:gd name="csY0" fmla="*/ 602830 h 602830"/>
                <a:gd name="csX1" fmla="*/ 0 w 2320925"/>
                <a:gd name="csY1" fmla="*/ 6350 h 602830"/>
                <a:gd name="csX2" fmla="*/ 22225 w 2320925"/>
                <a:gd name="csY2" fmla="*/ 0 h 602830"/>
                <a:gd name="csX3" fmla="*/ 2320925 w 2320925"/>
                <a:gd name="csY3" fmla="*/ 485775 h 602830"/>
                <a:gd name="csX4" fmla="*/ 2157412 w 2320925"/>
                <a:gd name="csY4" fmla="*/ 602830 h 602830"/>
                <a:gd name="csX0" fmla="*/ 2157412 w 2320925"/>
                <a:gd name="csY0" fmla="*/ 602830 h 602830"/>
                <a:gd name="csX1" fmla="*/ 1592263 w 2320925"/>
                <a:gd name="csY1" fmla="*/ 452187 h 602830"/>
                <a:gd name="csX2" fmla="*/ 0 w 2320925"/>
                <a:gd name="csY2" fmla="*/ 6350 h 602830"/>
                <a:gd name="csX3" fmla="*/ 22225 w 2320925"/>
                <a:gd name="csY3" fmla="*/ 0 h 602830"/>
                <a:gd name="csX4" fmla="*/ 2320925 w 2320925"/>
                <a:gd name="csY4" fmla="*/ 485775 h 602830"/>
                <a:gd name="csX5" fmla="*/ 2157412 w 2320925"/>
                <a:gd name="csY5" fmla="*/ 602830 h 602830"/>
                <a:gd name="csX0" fmla="*/ 2157412 w 2320925"/>
                <a:gd name="csY0" fmla="*/ 602830 h 602830"/>
                <a:gd name="csX1" fmla="*/ 1682751 w 2320925"/>
                <a:gd name="csY1" fmla="*/ 413003 h 602830"/>
                <a:gd name="csX2" fmla="*/ 0 w 2320925"/>
                <a:gd name="csY2" fmla="*/ 6350 h 602830"/>
                <a:gd name="csX3" fmla="*/ 22225 w 2320925"/>
                <a:gd name="csY3" fmla="*/ 0 h 602830"/>
                <a:gd name="csX4" fmla="*/ 2320925 w 2320925"/>
                <a:gd name="csY4" fmla="*/ 485775 h 602830"/>
                <a:gd name="csX5" fmla="*/ 2157412 w 2320925"/>
                <a:gd name="csY5" fmla="*/ 602830 h 602830"/>
                <a:gd name="csX0" fmla="*/ 2157412 w 2320925"/>
                <a:gd name="csY0" fmla="*/ 602830 h 602830"/>
                <a:gd name="csX1" fmla="*/ 1682751 w 2320925"/>
                <a:gd name="csY1" fmla="*/ 413003 h 602830"/>
                <a:gd name="csX2" fmla="*/ 0 w 2320925"/>
                <a:gd name="csY2" fmla="*/ 6350 h 602830"/>
                <a:gd name="csX3" fmla="*/ 22225 w 2320925"/>
                <a:gd name="csY3" fmla="*/ 0 h 602830"/>
                <a:gd name="csX4" fmla="*/ 1754188 w 2320925"/>
                <a:gd name="csY4" fmla="*/ 371020 h 602830"/>
                <a:gd name="csX5" fmla="*/ 2320925 w 2320925"/>
                <a:gd name="csY5" fmla="*/ 485775 h 602830"/>
                <a:gd name="csX6" fmla="*/ 2157412 w 2320925"/>
                <a:gd name="csY6" fmla="*/ 602830 h 602830"/>
                <a:gd name="csX0" fmla="*/ 2157412 w 2220913"/>
                <a:gd name="csY0" fmla="*/ 602830 h 602830"/>
                <a:gd name="csX1" fmla="*/ 1682751 w 2220913"/>
                <a:gd name="csY1" fmla="*/ 413003 h 602830"/>
                <a:gd name="csX2" fmla="*/ 0 w 2220913"/>
                <a:gd name="csY2" fmla="*/ 6350 h 602830"/>
                <a:gd name="csX3" fmla="*/ 22225 w 2220913"/>
                <a:gd name="csY3" fmla="*/ 0 h 602830"/>
                <a:gd name="csX4" fmla="*/ 1754188 w 2220913"/>
                <a:gd name="csY4" fmla="*/ 371020 h 602830"/>
                <a:gd name="csX5" fmla="*/ 2220913 w 2220913"/>
                <a:gd name="csY5" fmla="*/ 538953 h 602830"/>
                <a:gd name="csX6" fmla="*/ 2157412 w 2220913"/>
                <a:gd name="csY6" fmla="*/ 602830 h 6028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20913" h="602830">
                  <a:moveTo>
                    <a:pt x="2157412" y="602830"/>
                  </a:moveTo>
                  <a:lnTo>
                    <a:pt x="1682751" y="413003"/>
                  </a:lnTo>
                  <a:lnTo>
                    <a:pt x="0" y="6350"/>
                  </a:lnTo>
                  <a:lnTo>
                    <a:pt x="22225" y="0"/>
                  </a:lnTo>
                  <a:lnTo>
                    <a:pt x="1754188" y="371020"/>
                  </a:lnTo>
                  <a:lnTo>
                    <a:pt x="2220913" y="538953"/>
                  </a:lnTo>
                  <a:lnTo>
                    <a:pt x="2157412" y="602830"/>
                  </a:lnTo>
                  <a:close/>
                </a:path>
              </a:pathLst>
            </a:custGeom>
            <a:solidFill>
              <a:srgbClr val="FFFF00">
                <a:alpha val="25000"/>
              </a:srgbClr>
            </a:solidFill>
            <a:ln w="12700">
              <a:solidFill>
                <a:srgbClr val="FFC00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26956375-58F8-9392-43A5-C121359A78F9}"/>
                </a:ext>
              </a:extLst>
            </p:cNvPr>
            <p:cNvCxnSpPr>
              <a:cxnSpLocks/>
              <a:stCxn id="14" idx="0"/>
              <a:endCxn id="19" idx="0"/>
            </p:cNvCxnSpPr>
            <p:nvPr/>
          </p:nvCxnSpPr>
          <p:spPr>
            <a:xfrm flipH="1" flipV="1">
              <a:off x="5103956" y="2648962"/>
              <a:ext cx="653762" cy="734134"/>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AD2854F6-6F9E-CB72-F75A-2A7F1CE9E372}"/>
              </a:ext>
            </a:extLst>
          </p:cNvPr>
          <p:cNvGrpSpPr/>
          <p:nvPr/>
        </p:nvGrpSpPr>
        <p:grpSpPr>
          <a:xfrm>
            <a:off x="3453101" y="3461558"/>
            <a:ext cx="947882" cy="2125630"/>
            <a:chOff x="2419783" y="1474398"/>
            <a:chExt cx="947882" cy="2125630"/>
          </a:xfrm>
        </p:grpSpPr>
        <p:sp>
          <p:nvSpPr>
            <p:cNvPr id="34" name="TextBox 33">
              <a:extLst>
                <a:ext uri="{FF2B5EF4-FFF2-40B4-BE49-F238E27FC236}">
                  <a16:creationId xmlns:a16="http://schemas.microsoft.com/office/drawing/2014/main" id="{933EDB82-0BEC-F37D-177E-8015179DAAD2}"/>
                </a:ext>
              </a:extLst>
            </p:cNvPr>
            <p:cNvSpPr txBox="1"/>
            <p:nvPr/>
          </p:nvSpPr>
          <p:spPr>
            <a:xfrm>
              <a:off x="2419783" y="3230696"/>
              <a:ext cx="947882" cy="369332"/>
            </a:xfrm>
            <a:prstGeom prst="rect">
              <a:avLst/>
            </a:prstGeom>
            <a:solidFill>
              <a:srgbClr val="0070C0"/>
            </a:solidFill>
          </p:spPr>
          <p:txBody>
            <a:bodyPr wrap="square" rtlCol="0">
              <a:spAutoFit/>
            </a:bodyPr>
            <a:lstStyle/>
            <a:p>
              <a:r>
                <a:rPr lang="en-US" b="1" dirty="0">
                  <a:solidFill>
                    <a:schemeClr val="bg1"/>
                  </a:solidFill>
                </a:rPr>
                <a:t>Aileron</a:t>
              </a:r>
            </a:p>
          </p:txBody>
        </p:sp>
        <p:sp>
          <p:nvSpPr>
            <p:cNvPr id="35" name="Freeform: Shape 34">
              <a:extLst>
                <a:ext uri="{FF2B5EF4-FFF2-40B4-BE49-F238E27FC236}">
                  <a16:creationId xmlns:a16="http://schemas.microsoft.com/office/drawing/2014/main" id="{42DA088E-EB2E-1956-4E6B-D7E93AC0DEF0}"/>
                </a:ext>
              </a:extLst>
            </p:cNvPr>
            <p:cNvSpPr/>
            <p:nvPr/>
          </p:nvSpPr>
          <p:spPr>
            <a:xfrm>
              <a:off x="2794144" y="1474398"/>
              <a:ext cx="427038" cy="172534"/>
            </a:xfrm>
            <a:custGeom>
              <a:avLst/>
              <a:gdLst>
                <a:gd name="csX0" fmla="*/ 2330450 w 2330450"/>
                <a:gd name="csY0" fmla="*/ 552450 h 552450"/>
                <a:gd name="csX1" fmla="*/ 6350 w 2330450"/>
                <a:gd name="csY1" fmla="*/ 44450 h 552450"/>
                <a:gd name="csX2" fmla="*/ 0 w 2330450"/>
                <a:gd name="csY2" fmla="*/ 0 h 552450"/>
                <a:gd name="csX3" fmla="*/ 2330450 w 2330450"/>
                <a:gd name="csY3" fmla="*/ 552450 h 552450"/>
                <a:gd name="csX0" fmla="*/ 2330450 w 2330450"/>
                <a:gd name="csY0" fmla="*/ 552450 h 552450"/>
                <a:gd name="csX1" fmla="*/ 6350 w 2330450"/>
                <a:gd name="csY1" fmla="*/ 44450 h 552450"/>
                <a:gd name="csX2" fmla="*/ 0 w 2330450"/>
                <a:gd name="csY2" fmla="*/ 0 h 552450"/>
                <a:gd name="csX3" fmla="*/ 1831975 w 2330450"/>
                <a:gd name="csY3" fmla="*/ 434975 h 552450"/>
                <a:gd name="csX4" fmla="*/ 2330450 w 2330450"/>
                <a:gd name="csY4" fmla="*/ 552450 h 552450"/>
                <a:gd name="csX0" fmla="*/ 2330450 w 2330450"/>
                <a:gd name="csY0" fmla="*/ 552450 h 552450"/>
                <a:gd name="csX1" fmla="*/ 6350 w 2330450"/>
                <a:gd name="csY1" fmla="*/ 44450 h 552450"/>
                <a:gd name="csX2" fmla="*/ 0 w 2330450"/>
                <a:gd name="csY2" fmla="*/ 0 h 552450"/>
                <a:gd name="csX3" fmla="*/ 2298700 w 2330450"/>
                <a:gd name="csY3" fmla="*/ 485775 h 552450"/>
                <a:gd name="csX4" fmla="*/ 2330450 w 2330450"/>
                <a:gd name="csY4" fmla="*/ 552450 h 552450"/>
                <a:gd name="csX0" fmla="*/ 2339975 w 2339975"/>
                <a:gd name="csY0" fmla="*/ 552450 h 552450"/>
                <a:gd name="csX1" fmla="*/ 6350 w 2339975"/>
                <a:gd name="csY1" fmla="*/ 44450 h 552450"/>
                <a:gd name="csX2" fmla="*/ 0 w 2339975"/>
                <a:gd name="csY2" fmla="*/ 0 h 552450"/>
                <a:gd name="csX3" fmla="*/ 2298700 w 2339975"/>
                <a:gd name="csY3" fmla="*/ 485775 h 552450"/>
                <a:gd name="csX4" fmla="*/ 2339975 w 2339975"/>
                <a:gd name="csY4" fmla="*/ 552450 h 552450"/>
                <a:gd name="csX0" fmla="*/ 2362200 w 2362200"/>
                <a:gd name="csY0" fmla="*/ 552450 h 552450"/>
                <a:gd name="csX1" fmla="*/ 0 w 2362200"/>
                <a:gd name="csY1" fmla="*/ 6350 h 552450"/>
                <a:gd name="csX2" fmla="*/ 22225 w 2362200"/>
                <a:gd name="csY2" fmla="*/ 0 h 552450"/>
                <a:gd name="csX3" fmla="*/ 2320925 w 2362200"/>
                <a:gd name="csY3" fmla="*/ 485775 h 552450"/>
                <a:gd name="csX4" fmla="*/ 2362200 w 2362200"/>
                <a:gd name="csY4" fmla="*/ 552450 h 552450"/>
                <a:gd name="csX0" fmla="*/ 2157412 w 2320925"/>
                <a:gd name="csY0" fmla="*/ 602830 h 602830"/>
                <a:gd name="csX1" fmla="*/ 0 w 2320925"/>
                <a:gd name="csY1" fmla="*/ 6350 h 602830"/>
                <a:gd name="csX2" fmla="*/ 22225 w 2320925"/>
                <a:gd name="csY2" fmla="*/ 0 h 602830"/>
                <a:gd name="csX3" fmla="*/ 2320925 w 2320925"/>
                <a:gd name="csY3" fmla="*/ 485775 h 602830"/>
                <a:gd name="csX4" fmla="*/ 2157412 w 2320925"/>
                <a:gd name="csY4" fmla="*/ 602830 h 602830"/>
                <a:gd name="csX0" fmla="*/ 2157412 w 2320925"/>
                <a:gd name="csY0" fmla="*/ 602830 h 602830"/>
                <a:gd name="csX1" fmla="*/ 1592263 w 2320925"/>
                <a:gd name="csY1" fmla="*/ 452187 h 602830"/>
                <a:gd name="csX2" fmla="*/ 0 w 2320925"/>
                <a:gd name="csY2" fmla="*/ 6350 h 602830"/>
                <a:gd name="csX3" fmla="*/ 22225 w 2320925"/>
                <a:gd name="csY3" fmla="*/ 0 h 602830"/>
                <a:gd name="csX4" fmla="*/ 2320925 w 2320925"/>
                <a:gd name="csY4" fmla="*/ 485775 h 602830"/>
                <a:gd name="csX5" fmla="*/ 2157412 w 2320925"/>
                <a:gd name="csY5" fmla="*/ 602830 h 602830"/>
                <a:gd name="csX0" fmla="*/ 2157412 w 2320925"/>
                <a:gd name="csY0" fmla="*/ 602830 h 602830"/>
                <a:gd name="csX1" fmla="*/ 1682751 w 2320925"/>
                <a:gd name="csY1" fmla="*/ 413003 h 602830"/>
                <a:gd name="csX2" fmla="*/ 0 w 2320925"/>
                <a:gd name="csY2" fmla="*/ 6350 h 602830"/>
                <a:gd name="csX3" fmla="*/ 22225 w 2320925"/>
                <a:gd name="csY3" fmla="*/ 0 h 602830"/>
                <a:gd name="csX4" fmla="*/ 2320925 w 2320925"/>
                <a:gd name="csY4" fmla="*/ 485775 h 602830"/>
                <a:gd name="csX5" fmla="*/ 2157412 w 2320925"/>
                <a:gd name="csY5" fmla="*/ 602830 h 602830"/>
                <a:gd name="csX0" fmla="*/ 2157412 w 2320925"/>
                <a:gd name="csY0" fmla="*/ 602830 h 602830"/>
                <a:gd name="csX1" fmla="*/ 1682751 w 2320925"/>
                <a:gd name="csY1" fmla="*/ 413003 h 602830"/>
                <a:gd name="csX2" fmla="*/ 0 w 2320925"/>
                <a:gd name="csY2" fmla="*/ 6350 h 602830"/>
                <a:gd name="csX3" fmla="*/ 22225 w 2320925"/>
                <a:gd name="csY3" fmla="*/ 0 h 602830"/>
                <a:gd name="csX4" fmla="*/ 1754188 w 2320925"/>
                <a:gd name="csY4" fmla="*/ 371020 h 602830"/>
                <a:gd name="csX5" fmla="*/ 2320925 w 2320925"/>
                <a:gd name="csY5" fmla="*/ 485775 h 602830"/>
                <a:gd name="csX6" fmla="*/ 2157412 w 2320925"/>
                <a:gd name="csY6" fmla="*/ 602830 h 602830"/>
                <a:gd name="csX0" fmla="*/ 2157412 w 2220913"/>
                <a:gd name="csY0" fmla="*/ 602830 h 602830"/>
                <a:gd name="csX1" fmla="*/ 1682751 w 2220913"/>
                <a:gd name="csY1" fmla="*/ 413003 h 602830"/>
                <a:gd name="csX2" fmla="*/ 0 w 2220913"/>
                <a:gd name="csY2" fmla="*/ 6350 h 602830"/>
                <a:gd name="csX3" fmla="*/ 22225 w 2220913"/>
                <a:gd name="csY3" fmla="*/ 0 h 602830"/>
                <a:gd name="csX4" fmla="*/ 1754188 w 2220913"/>
                <a:gd name="csY4" fmla="*/ 371020 h 602830"/>
                <a:gd name="csX5" fmla="*/ 2220913 w 2220913"/>
                <a:gd name="csY5" fmla="*/ 538953 h 602830"/>
                <a:gd name="csX6" fmla="*/ 2157412 w 2220913"/>
                <a:gd name="csY6" fmla="*/ 602830 h 602830"/>
                <a:gd name="csX0" fmla="*/ 2220913 w 2220913"/>
                <a:gd name="csY0" fmla="*/ 538953 h 538953"/>
                <a:gd name="csX1" fmla="*/ 1682751 w 2220913"/>
                <a:gd name="csY1" fmla="*/ 413003 h 538953"/>
                <a:gd name="csX2" fmla="*/ 0 w 2220913"/>
                <a:gd name="csY2" fmla="*/ 6350 h 538953"/>
                <a:gd name="csX3" fmla="*/ 22225 w 2220913"/>
                <a:gd name="csY3" fmla="*/ 0 h 538953"/>
                <a:gd name="csX4" fmla="*/ 1754188 w 2220913"/>
                <a:gd name="csY4" fmla="*/ 371020 h 538953"/>
                <a:gd name="csX5" fmla="*/ 2220913 w 2220913"/>
                <a:gd name="csY5" fmla="*/ 538953 h 538953"/>
                <a:gd name="csX0" fmla="*/ 1754188 w 1754188"/>
                <a:gd name="csY0" fmla="*/ 371020 h 413003"/>
                <a:gd name="csX1" fmla="*/ 1682751 w 1754188"/>
                <a:gd name="csY1" fmla="*/ 413003 h 413003"/>
                <a:gd name="csX2" fmla="*/ 0 w 1754188"/>
                <a:gd name="csY2" fmla="*/ 6350 h 413003"/>
                <a:gd name="csX3" fmla="*/ 22225 w 1754188"/>
                <a:gd name="csY3" fmla="*/ 0 h 413003"/>
                <a:gd name="csX4" fmla="*/ 1754188 w 1754188"/>
                <a:gd name="csY4" fmla="*/ 371020 h 413003"/>
                <a:gd name="csX0" fmla="*/ 1754188 w 1754188"/>
                <a:gd name="csY0" fmla="*/ 371020 h 371020"/>
                <a:gd name="csX1" fmla="*/ 396876 w 1754188"/>
                <a:gd name="csY1" fmla="*/ 101396 h 371020"/>
                <a:gd name="csX2" fmla="*/ 0 w 1754188"/>
                <a:gd name="csY2" fmla="*/ 6350 h 371020"/>
                <a:gd name="csX3" fmla="*/ 22225 w 1754188"/>
                <a:gd name="csY3" fmla="*/ 0 h 371020"/>
                <a:gd name="csX4" fmla="*/ 1754188 w 1754188"/>
                <a:gd name="csY4" fmla="*/ 371020 h 371020"/>
                <a:gd name="csX0" fmla="*/ 427038 w 427038"/>
                <a:gd name="csY0" fmla="*/ 83670 h 101396"/>
                <a:gd name="csX1" fmla="*/ 396876 w 427038"/>
                <a:gd name="csY1" fmla="*/ 101396 h 101396"/>
                <a:gd name="csX2" fmla="*/ 0 w 427038"/>
                <a:gd name="csY2" fmla="*/ 6350 h 101396"/>
                <a:gd name="csX3" fmla="*/ 22225 w 427038"/>
                <a:gd name="csY3" fmla="*/ 0 h 101396"/>
                <a:gd name="csX4" fmla="*/ 427038 w 427038"/>
                <a:gd name="csY4" fmla="*/ 83670 h 101396"/>
              </a:gdLst>
              <a:ahLst/>
              <a:cxnLst>
                <a:cxn ang="0">
                  <a:pos x="csX0" y="csY0"/>
                </a:cxn>
                <a:cxn ang="0">
                  <a:pos x="csX1" y="csY1"/>
                </a:cxn>
                <a:cxn ang="0">
                  <a:pos x="csX2" y="csY2"/>
                </a:cxn>
                <a:cxn ang="0">
                  <a:pos x="csX3" y="csY3"/>
                </a:cxn>
                <a:cxn ang="0">
                  <a:pos x="csX4" y="csY4"/>
                </a:cxn>
              </a:cxnLst>
              <a:rect l="l" t="t" r="r" b="b"/>
              <a:pathLst>
                <a:path w="427038" h="101396">
                  <a:moveTo>
                    <a:pt x="427038" y="83670"/>
                  </a:moveTo>
                  <a:lnTo>
                    <a:pt x="396876" y="101396"/>
                  </a:lnTo>
                  <a:lnTo>
                    <a:pt x="0" y="6350"/>
                  </a:lnTo>
                  <a:lnTo>
                    <a:pt x="22225" y="0"/>
                  </a:lnTo>
                  <a:lnTo>
                    <a:pt x="427038" y="83670"/>
                  </a:lnTo>
                  <a:close/>
                </a:path>
              </a:pathLst>
            </a:custGeom>
            <a:solidFill>
              <a:srgbClr val="00B050">
                <a:alpha val="50000"/>
              </a:srgbClr>
            </a:solidFill>
            <a:ln w="12700">
              <a:solidFill>
                <a:srgbClr val="00B05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D46BE09C-FB23-7C04-BE1C-1FD5D4937F09}"/>
                </a:ext>
              </a:extLst>
            </p:cNvPr>
            <p:cNvCxnSpPr>
              <a:cxnSpLocks/>
              <a:stCxn id="34" idx="0"/>
            </p:cNvCxnSpPr>
            <p:nvPr/>
          </p:nvCxnSpPr>
          <p:spPr>
            <a:xfrm flipV="1">
              <a:off x="2893724" y="1608405"/>
              <a:ext cx="44793" cy="1622291"/>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47" name="Group 46">
            <a:extLst>
              <a:ext uri="{FF2B5EF4-FFF2-40B4-BE49-F238E27FC236}">
                <a16:creationId xmlns:a16="http://schemas.microsoft.com/office/drawing/2014/main" id="{4B0331B1-2456-788A-7176-1BCE3BFAEA17}"/>
              </a:ext>
            </a:extLst>
          </p:cNvPr>
          <p:cNvGrpSpPr/>
          <p:nvPr/>
        </p:nvGrpSpPr>
        <p:grpSpPr>
          <a:xfrm>
            <a:off x="4236244" y="3604637"/>
            <a:ext cx="1816894" cy="1981592"/>
            <a:chOff x="4231482" y="3759706"/>
            <a:chExt cx="1816894" cy="1981592"/>
          </a:xfrm>
        </p:grpSpPr>
        <p:sp>
          <p:nvSpPr>
            <p:cNvPr id="42" name="TextBox 41">
              <a:extLst>
                <a:ext uri="{FF2B5EF4-FFF2-40B4-BE49-F238E27FC236}">
                  <a16:creationId xmlns:a16="http://schemas.microsoft.com/office/drawing/2014/main" id="{DCA42743-0DAA-523C-BD73-03781C5963C3}"/>
                </a:ext>
              </a:extLst>
            </p:cNvPr>
            <p:cNvSpPr txBox="1"/>
            <p:nvPr/>
          </p:nvSpPr>
          <p:spPr>
            <a:xfrm>
              <a:off x="4558046" y="5371966"/>
              <a:ext cx="760079" cy="369332"/>
            </a:xfrm>
            <a:prstGeom prst="rect">
              <a:avLst/>
            </a:prstGeom>
            <a:solidFill>
              <a:srgbClr val="0070C0"/>
            </a:solidFill>
          </p:spPr>
          <p:txBody>
            <a:bodyPr wrap="square" rtlCol="0">
              <a:spAutoFit/>
            </a:bodyPr>
            <a:lstStyle/>
            <a:p>
              <a:r>
                <a:rPr lang="en-US" b="1" dirty="0">
                  <a:solidFill>
                    <a:schemeClr val="bg1"/>
                  </a:solidFill>
                </a:rPr>
                <a:t>Flaps</a:t>
              </a:r>
            </a:p>
          </p:txBody>
        </p:sp>
        <p:sp>
          <p:nvSpPr>
            <p:cNvPr id="43" name="Freeform: Shape 42">
              <a:extLst>
                <a:ext uri="{FF2B5EF4-FFF2-40B4-BE49-F238E27FC236}">
                  <a16:creationId xmlns:a16="http://schemas.microsoft.com/office/drawing/2014/main" id="{2C2C5A1B-4ABB-11D4-C67E-2CB1609D0633}"/>
                </a:ext>
              </a:extLst>
            </p:cNvPr>
            <p:cNvSpPr/>
            <p:nvPr/>
          </p:nvSpPr>
          <p:spPr>
            <a:xfrm>
              <a:off x="4231482" y="3759706"/>
              <a:ext cx="1816894" cy="878126"/>
            </a:xfrm>
            <a:custGeom>
              <a:avLst/>
              <a:gdLst>
                <a:gd name="csX0" fmla="*/ 2330450 w 2330450"/>
                <a:gd name="csY0" fmla="*/ 552450 h 552450"/>
                <a:gd name="csX1" fmla="*/ 6350 w 2330450"/>
                <a:gd name="csY1" fmla="*/ 44450 h 552450"/>
                <a:gd name="csX2" fmla="*/ 0 w 2330450"/>
                <a:gd name="csY2" fmla="*/ 0 h 552450"/>
                <a:gd name="csX3" fmla="*/ 2330450 w 2330450"/>
                <a:gd name="csY3" fmla="*/ 552450 h 552450"/>
                <a:gd name="csX0" fmla="*/ 2330450 w 2330450"/>
                <a:gd name="csY0" fmla="*/ 552450 h 552450"/>
                <a:gd name="csX1" fmla="*/ 6350 w 2330450"/>
                <a:gd name="csY1" fmla="*/ 44450 h 552450"/>
                <a:gd name="csX2" fmla="*/ 0 w 2330450"/>
                <a:gd name="csY2" fmla="*/ 0 h 552450"/>
                <a:gd name="csX3" fmla="*/ 1831975 w 2330450"/>
                <a:gd name="csY3" fmla="*/ 434975 h 552450"/>
                <a:gd name="csX4" fmla="*/ 2330450 w 2330450"/>
                <a:gd name="csY4" fmla="*/ 552450 h 552450"/>
                <a:gd name="csX0" fmla="*/ 2330450 w 2330450"/>
                <a:gd name="csY0" fmla="*/ 552450 h 552450"/>
                <a:gd name="csX1" fmla="*/ 6350 w 2330450"/>
                <a:gd name="csY1" fmla="*/ 44450 h 552450"/>
                <a:gd name="csX2" fmla="*/ 0 w 2330450"/>
                <a:gd name="csY2" fmla="*/ 0 h 552450"/>
                <a:gd name="csX3" fmla="*/ 2298700 w 2330450"/>
                <a:gd name="csY3" fmla="*/ 485775 h 552450"/>
                <a:gd name="csX4" fmla="*/ 2330450 w 2330450"/>
                <a:gd name="csY4" fmla="*/ 552450 h 552450"/>
                <a:gd name="csX0" fmla="*/ 2339975 w 2339975"/>
                <a:gd name="csY0" fmla="*/ 552450 h 552450"/>
                <a:gd name="csX1" fmla="*/ 6350 w 2339975"/>
                <a:gd name="csY1" fmla="*/ 44450 h 552450"/>
                <a:gd name="csX2" fmla="*/ 0 w 2339975"/>
                <a:gd name="csY2" fmla="*/ 0 h 552450"/>
                <a:gd name="csX3" fmla="*/ 2298700 w 2339975"/>
                <a:gd name="csY3" fmla="*/ 485775 h 552450"/>
                <a:gd name="csX4" fmla="*/ 2339975 w 2339975"/>
                <a:gd name="csY4" fmla="*/ 552450 h 552450"/>
                <a:gd name="csX0" fmla="*/ 2362200 w 2362200"/>
                <a:gd name="csY0" fmla="*/ 552450 h 552450"/>
                <a:gd name="csX1" fmla="*/ 0 w 2362200"/>
                <a:gd name="csY1" fmla="*/ 6350 h 552450"/>
                <a:gd name="csX2" fmla="*/ 22225 w 2362200"/>
                <a:gd name="csY2" fmla="*/ 0 h 552450"/>
                <a:gd name="csX3" fmla="*/ 2320925 w 2362200"/>
                <a:gd name="csY3" fmla="*/ 485775 h 552450"/>
                <a:gd name="csX4" fmla="*/ 2362200 w 2362200"/>
                <a:gd name="csY4" fmla="*/ 552450 h 552450"/>
                <a:gd name="csX0" fmla="*/ 2157412 w 2320925"/>
                <a:gd name="csY0" fmla="*/ 602830 h 602830"/>
                <a:gd name="csX1" fmla="*/ 0 w 2320925"/>
                <a:gd name="csY1" fmla="*/ 6350 h 602830"/>
                <a:gd name="csX2" fmla="*/ 22225 w 2320925"/>
                <a:gd name="csY2" fmla="*/ 0 h 602830"/>
                <a:gd name="csX3" fmla="*/ 2320925 w 2320925"/>
                <a:gd name="csY3" fmla="*/ 485775 h 602830"/>
                <a:gd name="csX4" fmla="*/ 2157412 w 2320925"/>
                <a:gd name="csY4" fmla="*/ 602830 h 602830"/>
                <a:gd name="csX0" fmla="*/ 2157412 w 2320925"/>
                <a:gd name="csY0" fmla="*/ 602830 h 602830"/>
                <a:gd name="csX1" fmla="*/ 1592263 w 2320925"/>
                <a:gd name="csY1" fmla="*/ 452187 h 602830"/>
                <a:gd name="csX2" fmla="*/ 0 w 2320925"/>
                <a:gd name="csY2" fmla="*/ 6350 h 602830"/>
                <a:gd name="csX3" fmla="*/ 22225 w 2320925"/>
                <a:gd name="csY3" fmla="*/ 0 h 602830"/>
                <a:gd name="csX4" fmla="*/ 2320925 w 2320925"/>
                <a:gd name="csY4" fmla="*/ 485775 h 602830"/>
                <a:gd name="csX5" fmla="*/ 2157412 w 2320925"/>
                <a:gd name="csY5" fmla="*/ 602830 h 602830"/>
                <a:gd name="csX0" fmla="*/ 2157412 w 2320925"/>
                <a:gd name="csY0" fmla="*/ 602830 h 602830"/>
                <a:gd name="csX1" fmla="*/ 1682751 w 2320925"/>
                <a:gd name="csY1" fmla="*/ 413003 h 602830"/>
                <a:gd name="csX2" fmla="*/ 0 w 2320925"/>
                <a:gd name="csY2" fmla="*/ 6350 h 602830"/>
                <a:gd name="csX3" fmla="*/ 22225 w 2320925"/>
                <a:gd name="csY3" fmla="*/ 0 h 602830"/>
                <a:gd name="csX4" fmla="*/ 2320925 w 2320925"/>
                <a:gd name="csY4" fmla="*/ 485775 h 602830"/>
                <a:gd name="csX5" fmla="*/ 2157412 w 2320925"/>
                <a:gd name="csY5" fmla="*/ 602830 h 602830"/>
                <a:gd name="csX0" fmla="*/ 2157412 w 2320925"/>
                <a:gd name="csY0" fmla="*/ 602830 h 602830"/>
                <a:gd name="csX1" fmla="*/ 1682751 w 2320925"/>
                <a:gd name="csY1" fmla="*/ 413003 h 602830"/>
                <a:gd name="csX2" fmla="*/ 0 w 2320925"/>
                <a:gd name="csY2" fmla="*/ 6350 h 602830"/>
                <a:gd name="csX3" fmla="*/ 22225 w 2320925"/>
                <a:gd name="csY3" fmla="*/ 0 h 602830"/>
                <a:gd name="csX4" fmla="*/ 1754188 w 2320925"/>
                <a:gd name="csY4" fmla="*/ 371020 h 602830"/>
                <a:gd name="csX5" fmla="*/ 2320925 w 2320925"/>
                <a:gd name="csY5" fmla="*/ 485775 h 602830"/>
                <a:gd name="csX6" fmla="*/ 2157412 w 2320925"/>
                <a:gd name="csY6" fmla="*/ 602830 h 602830"/>
                <a:gd name="csX0" fmla="*/ 2157412 w 2220913"/>
                <a:gd name="csY0" fmla="*/ 602830 h 602830"/>
                <a:gd name="csX1" fmla="*/ 1682751 w 2220913"/>
                <a:gd name="csY1" fmla="*/ 413003 h 602830"/>
                <a:gd name="csX2" fmla="*/ 0 w 2220913"/>
                <a:gd name="csY2" fmla="*/ 6350 h 602830"/>
                <a:gd name="csX3" fmla="*/ 22225 w 2220913"/>
                <a:gd name="csY3" fmla="*/ 0 h 602830"/>
                <a:gd name="csX4" fmla="*/ 1754188 w 2220913"/>
                <a:gd name="csY4" fmla="*/ 371020 h 602830"/>
                <a:gd name="csX5" fmla="*/ 2220913 w 2220913"/>
                <a:gd name="csY5" fmla="*/ 538953 h 602830"/>
                <a:gd name="csX6" fmla="*/ 2157412 w 2220913"/>
                <a:gd name="csY6" fmla="*/ 602830 h 602830"/>
                <a:gd name="csX0" fmla="*/ 2135187 w 2198688"/>
                <a:gd name="csY0" fmla="*/ 602830 h 602830"/>
                <a:gd name="csX1" fmla="*/ 1660526 w 2198688"/>
                <a:gd name="csY1" fmla="*/ 413003 h 602830"/>
                <a:gd name="csX2" fmla="*/ 384175 w 2198688"/>
                <a:gd name="csY2" fmla="*/ 103377 h 602830"/>
                <a:gd name="csX3" fmla="*/ 0 w 2198688"/>
                <a:gd name="csY3" fmla="*/ 0 h 602830"/>
                <a:gd name="csX4" fmla="*/ 1731963 w 2198688"/>
                <a:gd name="csY4" fmla="*/ 371020 h 602830"/>
                <a:gd name="csX5" fmla="*/ 2198688 w 2198688"/>
                <a:gd name="csY5" fmla="*/ 538953 h 602830"/>
                <a:gd name="csX6" fmla="*/ 2135187 w 2198688"/>
                <a:gd name="csY6" fmla="*/ 602830 h 602830"/>
                <a:gd name="csX0" fmla="*/ 1751012 w 1814513"/>
                <a:gd name="csY0" fmla="*/ 516065 h 516065"/>
                <a:gd name="csX1" fmla="*/ 1276351 w 1814513"/>
                <a:gd name="csY1" fmla="*/ 326238 h 516065"/>
                <a:gd name="csX2" fmla="*/ 0 w 1814513"/>
                <a:gd name="csY2" fmla="*/ 16612 h 516065"/>
                <a:gd name="csX3" fmla="*/ 30162 w 1814513"/>
                <a:gd name="csY3" fmla="*/ 0 h 516065"/>
                <a:gd name="csX4" fmla="*/ 1347788 w 1814513"/>
                <a:gd name="csY4" fmla="*/ 284255 h 516065"/>
                <a:gd name="csX5" fmla="*/ 1814513 w 1814513"/>
                <a:gd name="csY5" fmla="*/ 452188 h 516065"/>
                <a:gd name="csX6" fmla="*/ 1751012 w 1814513"/>
                <a:gd name="csY6" fmla="*/ 516065 h 516065"/>
                <a:gd name="csX0" fmla="*/ 1753393 w 1816894"/>
                <a:gd name="csY0" fmla="*/ 516065 h 516065"/>
                <a:gd name="csX1" fmla="*/ 1278732 w 1816894"/>
                <a:gd name="csY1" fmla="*/ 326238 h 516065"/>
                <a:gd name="csX2" fmla="*/ 0 w 1816894"/>
                <a:gd name="csY2" fmla="*/ 18012 h 516065"/>
                <a:gd name="csX3" fmla="*/ 32543 w 1816894"/>
                <a:gd name="csY3" fmla="*/ 0 h 516065"/>
                <a:gd name="csX4" fmla="*/ 1350169 w 1816894"/>
                <a:gd name="csY4" fmla="*/ 284255 h 516065"/>
                <a:gd name="csX5" fmla="*/ 1816894 w 1816894"/>
                <a:gd name="csY5" fmla="*/ 452188 h 516065"/>
                <a:gd name="csX6" fmla="*/ 1753393 w 1816894"/>
                <a:gd name="csY6" fmla="*/ 516065 h 5160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816894" h="516065">
                  <a:moveTo>
                    <a:pt x="1753393" y="516065"/>
                  </a:moveTo>
                  <a:lnTo>
                    <a:pt x="1278732" y="326238"/>
                  </a:lnTo>
                  <a:lnTo>
                    <a:pt x="0" y="18012"/>
                  </a:lnTo>
                  <a:lnTo>
                    <a:pt x="32543" y="0"/>
                  </a:lnTo>
                  <a:lnTo>
                    <a:pt x="1350169" y="284255"/>
                  </a:lnTo>
                  <a:lnTo>
                    <a:pt x="1816894" y="452188"/>
                  </a:lnTo>
                  <a:lnTo>
                    <a:pt x="1753393" y="516065"/>
                  </a:lnTo>
                  <a:close/>
                </a:path>
              </a:pathLst>
            </a:custGeom>
            <a:solidFill>
              <a:srgbClr val="0070C0">
                <a:alpha val="50000"/>
              </a:srgbClr>
            </a:solidFill>
            <a:ln w="12700">
              <a:solidFill>
                <a:srgbClr val="0070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F1334311-772D-32AA-6ECE-33F5413EE69B}"/>
                </a:ext>
              </a:extLst>
            </p:cNvPr>
            <p:cNvCxnSpPr>
              <a:cxnSpLocks/>
            </p:cNvCxnSpPr>
            <p:nvPr/>
          </p:nvCxnSpPr>
          <p:spPr>
            <a:xfrm flipV="1">
              <a:off x="4960792" y="4124950"/>
              <a:ext cx="0" cy="1247016"/>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sp>
        <p:nvSpPr>
          <p:cNvPr id="3" name="TextBox 2">
            <a:hlinkClick r:id="rId4"/>
            <a:extLst>
              <a:ext uri="{FF2B5EF4-FFF2-40B4-BE49-F238E27FC236}">
                <a16:creationId xmlns:a16="http://schemas.microsoft.com/office/drawing/2014/main" id="{7034BD66-1FCD-5902-3D71-8F8B53E50BC6}"/>
              </a:ext>
            </a:extLst>
          </p:cNvPr>
          <p:cNvSpPr txBox="1"/>
          <p:nvPr/>
        </p:nvSpPr>
        <p:spPr>
          <a:xfrm rot="20705866">
            <a:off x="6484933" y="3209726"/>
            <a:ext cx="1912847" cy="230832"/>
          </a:xfrm>
          <a:prstGeom prst="rect">
            <a:avLst/>
          </a:prstGeom>
          <a:noFill/>
        </p:spPr>
        <p:txBody>
          <a:bodyPr wrap="square" rtlCol="0">
            <a:spAutoFit/>
          </a:bodyPr>
          <a:lstStyle/>
          <a:p>
            <a:pPr algn="r"/>
            <a:r>
              <a:rPr lang="en-US" sz="900" dirty="0"/>
              <a:t>(CC2)  Wikimedia Commons, 2018</a:t>
            </a:r>
          </a:p>
        </p:txBody>
      </p:sp>
    </p:spTree>
    <p:extLst>
      <p:ext uri="{BB962C8B-B14F-4D97-AF65-F5344CB8AC3E}">
        <p14:creationId xmlns:p14="http://schemas.microsoft.com/office/powerpoint/2010/main" val="2790197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A17B2617-CB94-D663-D488-F5900ACA4BF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BBD34FD-7BFD-23E9-E0F7-E5F479A548B6}"/>
              </a:ext>
            </a:extLst>
          </p:cNvPr>
          <p:cNvPicPr>
            <a:picLocks noChangeAspect="1"/>
          </p:cNvPicPr>
          <p:nvPr/>
        </p:nvPicPr>
        <p:blipFill>
          <a:blip r:embed="rId3"/>
          <a:stretch>
            <a:fillRect/>
          </a:stretch>
        </p:blipFill>
        <p:spPr>
          <a:xfrm>
            <a:off x="2212054" y="2787920"/>
            <a:ext cx="7868748" cy="2505425"/>
          </a:xfrm>
          <a:prstGeom prst="rect">
            <a:avLst/>
          </a:prstGeom>
        </p:spPr>
      </p:pic>
      <p:sp>
        <p:nvSpPr>
          <p:cNvPr id="2" name="Title 1">
            <a:extLst>
              <a:ext uri="{FF2B5EF4-FFF2-40B4-BE49-F238E27FC236}">
                <a16:creationId xmlns:a16="http://schemas.microsoft.com/office/drawing/2014/main" id="{276BB45B-9FE3-7807-511A-DCC39C7CEEF9}"/>
              </a:ext>
            </a:extLst>
          </p:cNvPr>
          <p:cNvSpPr>
            <a:spLocks noGrp="1"/>
          </p:cNvSpPr>
          <p:nvPr>
            <p:ph type="title"/>
          </p:nvPr>
        </p:nvSpPr>
        <p:spPr>
          <a:xfrm>
            <a:off x="365760" y="365126"/>
            <a:ext cx="10515600" cy="786384"/>
          </a:xfrm>
          <a:noFill/>
        </p:spPr>
        <p:txBody>
          <a:bodyPr/>
          <a:lstStyle/>
          <a:p>
            <a:r>
              <a:rPr lang="en-US" dirty="0"/>
              <a:t>The Empennage</a:t>
            </a:r>
          </a:p>
        </p:txBody>
      </p:sp>
      <p:grpSp>
        <p:nvGrpSpPr>
          <p:cNvPr id="11" name="Group 10">
            <a:extLst>
              <a:ext uri="{FF2B5EF4-FFF2-40B4-BE49-F238E27FC236}">
                <a16:creationId xmlns:a16="http://schemas.microsoft.com/office/drawing/2014/main" id="{683DA577-521E-0C3B-49FB-7660A4920496}"/>
              </a:ext>
            </a:extLst>
          </p:cNvPr>
          <p:cNvGrpSpPr/>
          <p:nvPr/>
        </p:nvGrpSpPr>
        <p:grpSpPr>
          <a:xfrm>
            <a:off x="3018494" y="2137834"/>
            <a:ext cx="2861643" cy="2342446"/>
            <a:chOff x="3018494" y="2291944"/>
            <a:chExt cx="2861643" cy="2342446"/>
          </a:xfrm>
        </p:grpSpPr>
        <p:sp>
          <p:nvSpPr>
            <p:cNvPr id="9" name="TextBox 8">
              <a:extLst>
                <a:ext uri="{FF2B5EF4-FFF2-40B4-BE49-F238E27FC236}">
                  <a16:creationId xmlns:a16="http://schemas.microsoft.com/office/drawing/2014/main" id="{357B5FEF-54CE-8522-F04A-B16732613FB7}"/>
                </a:ext>
              </a:extLst>
            </p:cNvPr>
            <p:cNvSpPr txBox="1"/>
            <p:nvPr/>
          </p:nvSpPr>
          <p:spPr>
            <a:xfrm>
              <a:off x="3723685" y="2291944"/>
              <a:ext cx="2156452" cy="369332"/>
            </a:xfrm>
            <a:prstGeom prst="rect">
              <a:avLst/>
            </a:prstGeom>
            <a:solidFill>
              <a:srgbClr val="0070C0"/>
            </a:solidFill>
          </p:spPr>
          <p:txBody>
            <a:bodyPr wrap="square" rtlCol="0">
              <a:spAutoFit/>
            </a:bodyPr>
            <a:lstStyle/>
            <a:p>
              <a:r>
                <a:rPr lang="en-US" b="1" dirty="0">
                  <a:solidFill>
                    <a:schemeClr val="bg1"/>
                  </a:solidFill>
                </a:rPr>
                <a:t>Vertical Stabilizer</a:t>
              </a:r>
            </a:p>
          </p:txBody>
        </p:sp>
        <p:sp>
          <p:nvSpPr>
            <p:cNvPr id="4" name="Freeform: Shape 3">
              <a:extLst>
                <a:ext uri="{FF2B5EF4-FFF2-40B4-BE49-F238E27FC236}">
                  <a16:creationId xmlns:a16="http://schemas.microsoft.com/office/drawing/2014/main" id="{97957D58-240F-B7FC-B8E8-DB7F2B77D153}"/>
                </a:ext>
              </a:extLst>
            </p:cNvPr>
            <p:cNvSpPr/>
            <p:nvPr/>
          </p:nvSpPr>
          <p:spPr>
            <a:xfrm>
              <a:off x="3018494" y="3330022"/>
              <a:ext cx="1952439" cy="1304368"/>
            </a:xfrm>
            <a:custGeom>
              <a:avLst/>
              <a:gdLst>
                <a:gd name="csX0" fmla="*/ 2330450 w 2330450"/>
                <a:gd name="csY0" fmla="*/ 552450 h 552450"/>
                <a:gd name="csX1" fmla="*/ 6350 w 2330450"/>
                <a:gd name="csY1" fmla="*/ 44450 h 552450"/>
                <a:gd name="csX2" fmla="*/ 0 w 2330450"/>
                <a:gd name="csY2" fmla="*/ 0 h 552450"/>
                <a:gd name="csX3" fmla="*/ 2330450 w 2330450"/>
                <a:gd name="csY3" fmla="*/ 552450 h 552450"/>
                <a:gd name="csX0" fmla="*/ 2330450 w 2330450"/>
                <a:gd name="csY0" fmla="*/ 552450 h 552450"/>
                <a:gd name="csX1" fmla="*/ 6350 w 2330450"/>
                <a:gd name="csY1" fmla="*/ 44450 h 552450"/>
                <a:gd name="csX2" fmla="*/ 0 w 2330450"/>
                <a:gd name="csY2" fmla="*/ 0 h 552450"/>
                <a:gd name="csX3" fmla="*/ 1831975 w 2330450"/>
                <a:gd name="csY3" fmla="*/ 434975 h 552450"/>
                <a:gd name="csX4" fmla="*/ 2330450 w 2330450"/>
                <a:gd name="csY4" fmla="*/ 552450 h 552450"/>
                <a:gd name="csX0" fmla="*/ 2330450 w 2330450"/>
                <a:gd name="csY0" fmla="*/ 552450 h 552450"/>
                <a:gd name="csX1" fmla="*/ 6350 w 2330450"/>
                <a:gd name="csY1" fmla="*/ 44450 h 552450"/>
                <a:gd name="csX2" fmla="*/ 0 w 2330450"/>
                <a:gd name="csY2" fmla="*/ 0 h 552450"/>
                <a:gd name="csX3" fmla="*/ 2298700 w 2330450"/>
                <a:gd name="csY3" fmla="*/ 485775 h 552450"/>
                <a:gd name="csX4" fmla="*/ 2330450 w 2330450"/>
                <a:gd name="csY4" fmla="*/ 552450 h 552450"/>
                <a:gd name="csX0" fmla="*/ 2339975 w 2339975"/>
                <a:gd name="csY0" fmla="*/ 552450 h 552450"/>
                <a:gd name="csX1" fmla="*/ 6350 w 2339975"/>
                <a:gd name="csY1" fmla="*/ 44450 h 552450"/>
                <a:gd name="csX2" fmla="*/ 0 w 2339975"/>
                <a:gd name="csY2" fmla="*/ 0 h 552450"/>
                <a:gd name="csX3" fmla="*/ 2298700 w 2339975"/>
                <a:gd name="csY3" fmla="*/ 485775 h 552450"/>
                <a:gd name="csX4" fmla="*/ 2339975 w 2339975"/>
                <a:gd name="csY4" fmla="*/ 552450 h 552450"/>
                <a:gd name="csX0" fmla="*/ 2362200 w 2362200"/>
                <a:gd name="csY0" fmla="*/ 552450 h 552450"/>
                <a:gd name="csX1" fmla="*/ 0 w 2362200"/>
                <a:gd name="csY1" fmla="*/ 6350 h 552450"/>
                <a:gd name="csX2" fmla="*/ 22225 w 2362200"/>
                <a:gd name="csY2" fmla="*/ 0 h 552450"/>
                <a:gd name="csX3" fmla="*/ 2320925 w 2362200"/>
                <a:gd name="csY3" fmla="*/ 485775 h 552450"/>
                <a:gd name="csX4" fmla="*/ 2362200 w 2362200"/>
                <a:gd name="csY4" fmla="*/ 552450 h 552450"/>
                <a:gd name="csX0" fmla="*/ 3079832 w 3079832"/>
                <a:gd name="csY0" fmla="*/ 552450 h 552450"/>
                <a:gd name="csX1" fmla="*/ 0 w 3079832"/>
                <a:gd name="csY1" fmla="*/ 44824 h 552450"/>
                <a:gd name="csX2" fmla="*/ 739857 w 3079832"/>
                <a:gd name="csY2" fmla="*/ 0 h 552450"/>
                <a:gd name="csX3" fmla="*/ 3038557 w 3079832"/>
                <a:gd name="csY3" fmla="*/ 485775 h 552450"/>
                <a:gd name="csX4" fmla="*/ 3079832 w 3079832"/>
                <a:gd name="csY4" fmla="*/ 552450 h 552450"/>
                <a:gd name="csX0" fmla="*/ 3079832 w 3079832"/>
                <a:gd name="csY0" fmla="*/ 553732 h 553732"/>
                <a:gd name="csX1" fmla="*/ 0 w 3079832"/>
                <a:gd name="csY1" fmla="*/ 46106 h 553732"/>
                <a:gd name="csX2" fmla="*/ 702368 w 3079832"/>
                <a:gd name="csY2" fmla="*/ 0 h 553732"/>
                <a:gd name="csX3" fmla="*/ 3038557 w 3079832"/>
                <a:gd name="csY3" fmla="*/ 487057 h 553732"/>
                <a:gd name="csX4" fmla="*/ 3079832 w 3079832"/>
                <a:gd name="csY4" fmla="*/ 553732 h 553732"/>
                <a:gd name="csX0" fmla="*/ 3079832 w 3079832"/>
                <a:gd name="csY0" fmla="*/ 553732 h 553732"/>
                <a:gd name="csX1" fmla="*/ 0 w 3079832"/>
                <a:gd name="csY1" fmla="*/ 46106 h 553732"/>
                <a:gd name="csX2" fmla="*/ 702368 w 3079832"/>
                <a:gd name="csY2" fmla="*/ 0 h 553732"/>
                <a:gd name="csX3" fmla="*/ 2979648 w 3079832"/>
                <a:gd name="csY3" fmla="*/ 460124 h 553732"/>
                <a:gd name="csX4" fmla="*/ 3079832 w 3079832"/>
                <a:gd name="csY4" fmla="*/ 553732 h 553732"/>
                <a:gd name="csX0" fmla="*/ 3079832 w 3110272"/>
                <a:gd name="csY0" fmla="*/ 553732 h 553732"/>
                <a:gd name="csX1" fmla="*/ 0 w 3110272"/>
                <a:gd name="csY1" fmla="*/ 46106 h 553732"/>
                <a:gd name="csX2" fmla="*/ 702368 w 3110272"/>
                <a:gd name="csY2" fmla="*/ 0 h 553732"/>
                <a:gd name="csX3" fmla="*/ 2979648 w 3110272"/>
                <a:gd name="csY3" fmla="*/ 460124 h 553732"/>
                <a:gd name="csX4" fmla="*/ 3079832 w 3110272"/>
                <a:gd name="csY4" fmla="*/ 553732 h 553732"/>
                <a:gd name="csX0" fmla="*/ 3079832 w 3319740"/>
                <a:gd name="csY0" fmla="*/ 553732 h 579650"/>
                <a:gd name="csX1" fmla="*/ 0 w 3319740"/>
                <a:gd name="csY1" fmla="*/ 46106 h 579650"/>
                <a:gd name="csX2" fmla="*/ 702368 w 3319740"/>
                <a:gd name="csY2" fmla="*/ 0 h 579650"/>
                <a:gd name="csX3" fmla="*/ 2979648 w 3319740"/>
                <a:gd name="csY3" fmla="*/ 460124 h 579650"/>
                <a:gd name="csX4" fmla="*/ 3102900 w 3319740"/>
                <a:gd name="csY4" fmla="*/ 500893 h 579650"/>
                <a:gd name="csX5" fmla="*/ 3079832 w 3319740"/>
                <a:gd name="csY5" fmla="*/ 553732 h 579650"/>
                <a:gd name="csX0" fmla="*/ 3079832 w 4383108"/>
                <a:gd name="csY0" fmla="*/ 553732 h 579847"/>
                <a:gd name="csX1" fmla="*/ 0 w 4383108"/>
                <a:gd name="csY1" fmla="*/ 46106 h 579847"/>
                <a:gd name="csX2" fmla="*/ 702368 w 4383108"/>
                <a:gd name="csY2" fmla="*/ 0 h 579847"/>
                <a:gd name="csX3" fmla="*/ 2979648 w 4383108"/>
                <a:gd name="csY3" fmla="*/ 460124 h 579847"/>
                <a:gd name="csX4" fmla="*/ 4382851 w 4383108"/>
                <a:gd name="csY4" fmla="*/ 502175 h 579847"/>
                <a:gd name="csX5" fmla="*/ 3079832 w 4383108"/>
                <a:gd name="csY5" fmla="*/ 553732 h 579847"/>
                <a:gd name="csX0" fmla="*/ 3079832 w 4386070"/>
                <a:gd name="csY0" fmla="*/ 553732 h 579847"/>
                <a:gd name="csX1" fmla="*/ 0 w 4386070"/>
                <a:gd name="csY1" fmla="*/ 46106 h 579847"/>
                <a:gd name="csX2" fmla="*/ 702368 w 4386070"/>
                <a:gd name="csY2" fmla="*/ 0 h 579847"/>
                <a:gd name="csX3" fmla="*/ 2979648 w 4386070"/>
                <a:gd name="csY3" fmla="*/ 460124 h 579847"/>
                <a:gd name="csX4" fmla="*/ 3434939 w 4386070"/>
                <a:gd name="csY4" fmla="*/ 500892 h 579847"/>
                <a:gd name="csX5" fmla="*/ 4382851 w 4386070"/>
                <a:gd name="csY5" fmla="*/ 502175 h 579847"/>
                <a:gd name="csX6" fmla="*/ 3079832 w 4386070"/>
                <a:gd name="csY6" fmla="*/ 553732 h 579847"/>
                <a:gd name="csX0" fmla="*/ 3079832 w 4385969"/>
                <a:gd name="csY0" fmla="*/ 553732 h 579847"/>
                <a:gd name="csX1" fmla="*/ 0 w 4385969"/>
                <a:gd name="csY1" fmla="*/ 46106 h 579847"/>
                <a:gd name="csX2" fmla="*/ 702368 w 4385969"/>
                <a:gd name="csY2" fmla="*/ 0 h 579847"/>
                <a:gd name="csX3" fmla="*/ 2979648 w 4385969"/>
                <a:gd name="csY3" fmla="*/ 460124 h 579847"/>
                <a:gd name="csX4" fmla="*/ 3408162 w 4385969"/>
                <a:gd name="csY4" fmla="*/ 486784 h 579847"/>
                <a:gd name="csX5" fmla="*/ 4382851 w 4385969"/>
                <a:gd name="csY5" fmla="*/ 502175 h 579847"/>
                <a:gd name="csX6" fmla="*/ 3079832 w 4385969"/>
                <a:gd name="csY6" fmla="*/ 553732 h 579847"/>
                <a:gd name="csX0" fmla="*/ 3079832 w 4385969"/>
                <a:gd name="csY0" fmla="*/ 553732 h 579847"/>
                <a:gd name="csX1" fmla="*/ 0 w 4385969"/>
                <a:gd name="csY1" fmla="*/ 46106 h 579847"/>
                <a:gd name="csX2" fmla="*/ 702368 w 4385969"/>
                <a:gd name="csY2" fmla="*/ 0 h 579847"/>
                <a:gd name="csX3" fmla="*/ 2979648 w 4385969"/>
                <a:gd name="csY3" fmla="*/ 460124 h 579847"/>
                <a:gd name="csX4" fmla="*/ 3408162 w 4385969"/>
                <a:gd name="csY4" fmla="*/ 486784 h 579847"/>
                <a:gd name="csX5" fmla="*/ 4382851 w 4385969"/>
                <a:gd name="csY5" fmla="*/ 502175 h 579847"/>
                <a:gd name="csX6" fmla="*/ 3079832 w 4385969"/>
                <a:gd name="csY6" fmla="*/ 553732 h 579847"/>
                <a:gd name="csX0" fmla="*/ 1200067 w 4385969"/>
                <a:gd name="csY0" fmla="*/ 729432 h 742137"/>
                <a:gd name="csX1" fmla="*/ 0 w 4385969"/>
                <a:gd name="csY1" fmla="*/ 46106 h 742137"/>
                <a:gd name="csX2" fmla="*/ 702368 w 4385969"/>
                <a:gd name="csY2" fmla="*/ 0 h 742137"/>
                <a:gd name="csX3" fmla="*/ 2979648 w 4385969"/>
                <a:gd name="csY3" fmla="*/ 460124 h 742137"/>
                <a:gd name="csX4" fmla="*/ 3408162 w 4385969"/>
                <a:gd name="csY4" fmla="*/ 486784 h 742137"/>
                <a:gd name="csX5" fmla="*/ 4382851 w 4385969"/>
                <a:gd name="csY5" fmla="*/ 502175 h 742137"/>
                <a:gd name="csX6" fmla="*/ 1200067 w 4385969"/>
                <a:gd name="csY6" fmla="*/ 729432 h 742137"/>
                <a:gd name="csX0" fmla="*/ 1200067 w 4385969"/>
                <a:gd name="csY0" fmla="*/ 729432 h 729432"/>
                <a:gd name="csX1" fmla="*/ 0 w 4385969"/>
                <a:gd name="csY1" fmla="*/ 46106 h 729432"/>
                <a:gd name="csX2" fmla="*/ 702368 w 4385969"/>
                <a:gd name="csY2" fmla="*/ 0 h 729432"/>
                <a:gd name="csX3" fmla="*/ 2979648 w 4385969"/>
                <a:gd name="csY3" fmla="*/ 460124 h 729432"/>
                <a:gd name="csX4" fmla="*/ 3408162 w 4385969"/>
                <a:gd name="csY4" fmla="*/ 486784 h 729432"/>
                <a:gd name="csX5" fmla="*/ 4382851 w 4385969"/>
                <a:gd name="csY5" fmla="*/ 502175 h 729432"/>
                <a:gd name="csX6" fmla="*/ 1200067 w 4385969"/>
                <a:gd name="csY6" fmla="*/ 729432 h 729432"/>
                <a:gd name="csX0" fmla="*/ 1200067 w 4385969"/>
                <a:gd name="csY0" fmla="*/ 729432 h 729432"/>
                <a:gd name="csX1" fmla="*/ 1201716 w 4385969"/>
                <a:gd name="csY1" fmla="*/ 727892 h 729432"/>
                <a:gd name="csX2" fmla="*/ 0 w 4385969"/>
                <a:gd name="csY2" fmla="*/ 46106 h 729432"/>
                <a:gd name="csX3" fmla="*/ 702368 w 4385969"/>
                <a:gd name="csY3" fmla="*/ 0 h 729432"/>
                <a:gd name="csX4" fmla="*/ 2979648 w 4385969"/>
                <a:gd name="csY4" fmla="*/ 460124 h 729432"/>
                <a:gd name="csX5" fmla="*/ 3408162 w 4385969"/>
                <a:gd name="csY5" fmla="*/ 486784 h 729432"/>
                <a:gd name="csX6" fmla="*/ 4382851 w 4385969"/>
                <a:gd name="csY6" fmla="*/ 502175 h 729432"/>
                <a:gd name="csX7" fmla="*/ 1200067 w 4385969"/>
                <a:gd name="csY7" fmla="*/ 729432 h 729432"/>
                <a:gd name="csX0" fmla="*/ 1200067 w 4385969"/>
                <a:gd name="csY0" fmla="*/ 729432 h 729432"/>
                <a:gd name="csX1" fmla="*/ 1201716 w 4385969"/>
                <a:gd name="csY1" fmla="*/ 727892 h 729432"/>
                <a:gd name="csX2" fmla="*/ 1132093 w 4385969"/>
                <a:gd name="csY2" fmla="*/ 685570 h 729432"/>
                <a:gd name="csX3" fmla="*/ 0 w 4385969"/>
                <a:gd name="csY3" fmla="*/ 46106 h 729432"/>
                <a:gd name="csX4" fmla="*/ 702368 w 4385969"/>
                <a:gd name="csY4" fmla="*/ 0 h 729432"/>
                <a:gd name="csX5" fmla="*/ 2979648 w 4385969"/>
                <a:gd name="csY5" fmla="*/ 460124 h 729432"/>
                <a:gd name="csX6" fmla="*/ 3408162 w 4385969"/>
                <a:gd name="csY6" fmla="*/ 486784 h 729432"/>
                <a:gd name="csX7" fmla="*/ 4382851 w 4385969"/>
                <a:gd name="csY7" fmla="*/ 502175 h 729432"/>
                <a:gd name="csX8" fmla="*/ 1200067 w 4385969"/>
                <a:gd name="csY8" fmla="*/ 729432 h 729432"/>
                <a:gd name="csX0" fmla="*/ 1585660 w 4385969"/>
                <a:gd name="csY0" fmla="*/ 702500 h 727892"/>
                <a:gd name="csX1" fmla="*/ 1201716 w 4385969"/>
                <a:gd name="csY1" fmla="*/ 727892 h 727892"/>
                <a:gd name="csX2" fmla="*/ 1132093 w 4385969"/>
                <a:gd name="csY2" fmla="*/ 685570 h 727892"/>
                <a:gd name="csX3" fmla="*/ 0 w 4385969"/>
                <a:gd name="csY3" fmla="*/ 46106 h 727892"/>
                <a:gd name="csX4" fmla="*/ 702368 w 4385969"/>
                <a:gd name="csY4" fmla="*/ 0 h 727892"/>
                <a:gd name="csX5" fmla="*/ 2979648 w 4385969"/>
                <a:gd name="csY5" fmla="*/ 460124 h 727892"/>
                <a:gd name="csX6" fmla="*/ 3408162 w 4385969"/>
                <a:gd name="csY6" fmla="*/ 486784 h 727892"/>
                <a:gd name="csX7" fmla="*/ 4382851 w 4385969"/>
                <a:gd name="csY7" fmla="*/ 502175 h 727892"/>
                <a:gd name="csX8" fmla="*/ 1585660 w 4385969"/>
                <a:gd name="csY8" fmla="*/ 702500 h 727892"/>
                <a:gd name="csX0" fmla="*/ 1585660 w 4385969"/>
                <a:gd name="csY0" fmla="*/ 702500 h 702500"/>
                <a:gd name="csX1" fmla="*/ 1132093 w 4385969"/>
                <a:gd name="csY1" fmla="*/ 685570 h 702500"/>
                <a:gd name="csX2" fmla="*/ 0 w 4385969"/>
                <a:gd name="csY2" fmla="*/ 46106 h 702500"/>
                <a:gd name="csX3" fmla="*/ 702368 w 4385969"/>
                <a:gd name="csY3" fmla="*/ 0 h 702500"/>
                <a:gd name="csX4" fmla="*/ 2979648 w 4385969"/>
                <a:gd name="csY4" fmla="*/ 460124 h 702500"/>
                <a:gd name="csX5" fmla="*/ 3408162 w 4385969"/>
                <a:gd name="csY5" fmla="*/ 486784 h 702500"/>
                <a:gd name="csX6" fmla="*/ 4382851 w 4385969"/>
                <a:gd name="csY6" fmla="*/ 502175 h 702500"/>
                <a:gd name="csX7" fmla="*/ 1585660 w 4385969"/>
                <a:gd name="csY7" fmla="*/ 702500 h 702500"/>
                <a:gd name="csX0" fmla="*/ 1585660 w 4412651"/>
                <a:gd name="csY0" fmla="*/ 702500 h 702500"/>
                <a:gd name="csX1" fmla="*/ 1132093 w 4412651"/>
                <a:gd name="csY1" fmla="*/ 685570 h 702500"/>
                <a:gd name="csX2" fmla="*/ 0 w 4412651"/>
                <a:gd name="csY2" fmla="*/ 46106 h 702500"/>
                <a:gd name="csX3" fmla="*/ 702368 w 4412651"/>
                <a:gd name="csY3" fmla="*/ 0 h 702500"/>
                <a:gd name="csX4" fmla="*/ 2979648 w 4412651"/>
                <a:gd name="csY4" fmla="*/ 460124 h 702500"/>
                <a:gd name="csX5" fmla="*/ 3408162 w 4412651"/>
                <a:gd name="csY5" fmla="*/ 486784 h 702500"/>
                <a:gd name="csX6" fmla="*/ 4409629 w 4412651"/>
                <a:gd name="csY6" fmla="*/ 498327 h 702500"/>
                <a:gd name="csX7" fmla="*/ 1585660 w 4412651"/>
                <a:gd name="csY7" fmla="*/ 702500 h 702500"/>
                <a:gd name="csX0" fmla="*/ 1585660 w 4466029"/>
                <a:gd name="csY0" fmla="*/ 702500 h 702500"/>
                <a:gd name="csX1" fmla="*/ 1132093 w 4466029"/>
                <a:gd name="csY1" fmla="*/ 685570 h 702500"/>
                <a:gd name="csX2" fmla="*/ 0 w 4466029"/>
                <a:gd name="csY2" fmla="*/ 46106 h 702500"/>
                <a:gd name="csX3" fmla="*/ 702368 w 4466029"/>
                <a:gd name="csY3" fmla="*/ 0 h 702500"/>
                <a:gd name="csX4" fmla="*/ 2979648 w 4466029"/>
                <a:gd name="csY4" fmla="*/ 460124 h 702500"/>
                <a:gd name="csX5" fmla="*/ 3408162 w 4466029"/>
                <a:gd name="csY5" fmla="*/ 486784 h 702500"/>
                <a:gd name="csX6" fmla="*/ 4463182 w 4466029"/>
                <a:gd name="csY6" fmla="*/ 494480 h 702500"/>
                <a:gd name="csX7" fmla="*/ 1585660 w 4466029"/>
                <a:gd name="csY7" fmla="*/ 702500 h 702500"/>
                <a:gd name="csX0" fmla="*/ 1585660 w 4466029"/>
                <a:gd name="csY0" fmla="*/ 702500 h 702500"/>
                <a:gd name="csX1" fmla="*/ 1132093 w 4466029"/>
                <a:gd name="csY1" fmla="*/ 685570 h 702500"/>
                <a:gd name="csX2" fmla="*/ 0 w 4466029"/>
                <a:gd name="csY2" fmla="*/ 46106 h 702500"/>
                <a:gd name="csX3" fmla="*/ 702368 w 4466029"/>
                <a:gd name="csY3" fmla="*/ 0 h 702500"/>
                <a:gd name="csX4" fmla="*/ 2979648 w 4466029"/>
                <a:gd name="csY4" fmla="*/ 460124 h 702500"/>
                <a:gd name="csX5" fmla="*/ 3408162 w 4466029"/>
                <a:gd name="csY5" fmla="*/ 486784 h 702500"/>
                <a:gd name="csX6" fmla="*/ 4463182 w 4466029"/>
                <a:gd name="csY6" fmla="*/ 494480 h 702500"/>
                <a:gd name="csX7" fmla="*/ 1585660 w 4466029"/>
                <a:gd name="csY7" fmla="*/ 702500 h 702500"/>
                <a:gd name="csX0" fmla="*/ 1585660 w 4466029"/>
                <a:gd name="csY0" fmla="*/ 702500 h 702500"/>
                <a:gd name="csX1" fmla="*/ 1132093 w 4466029"/>
                <a:gd name="csY1" fmla="*/ 685570 h 702500"/>
                <a:gd name="csX2" fmla="*/ 0 w 4466029"/>
                <a:gd name="csY2" fmla="*/ 46106 h 702500"/>
                <a:gd name="csX3" fmla="*/ 702368 w 4466029"/>
                <a:gd name="csY3" fmla="*/ 0 h 702500"/>
                <a:gd name="csX4" fmla="*/ 2979648 w 4466029"/>
                <a:gd name="csY4" fmla="*/ 460124 h 702500"/>
                <a:gd name="csX5" fmla="*/ 3408162 w 4466029"/>
                <a:gd name="csY5" fmla="*/ 486784 h 702500"/>
                <a:gd name="csX6" fmla="*/ 4463182 w 4466029"/>
                <a:gd name="csY6" fmla="*/ 494480 h 702500"/>
                <a:gd name="csX7" fmla="*/ 1585660 w 4466029"/>
                <a:gd name="csY7" fmla="*/ 702500 h 702500"/>
                <a:gd name="csX0" fmla="*/ 1510685 w 4391054"/>
                <a:gd name="csY0" fmla="*/ 702500 h 702500"/>
                <a:gd name="csX1" fmla="*/ 1057118 w 4391054"/>
                <a:gd name="csY1" fmla="*/ 685570 h 702500"/>
                <a:gd name="csX2" fmla="*/ 0 w 4391054"/>
                <a:gd name="csY2" fmla="*/ 39693 h 702500"/>
                <a:gd name="csX3" fmla="*/ 627393 w 4391054"/>
                <a:gd name="csY3" fmla="*/ 0 h 702500"/>
                <a:gd name="csX4" fmla="*/ 2904673 w 4391054"/>
                <a:gd name="csY4" fmla="*/ 460124 h 702500"/>
                <a:gd name="csX5" fmla="*/ 3333187 w 4391054"/>
                <a:gd name="csY5" fmla="*/ 486784 h 702500"/>
                <a:gd name="csX6" fmla="*/ 4388207 w 4391054"/>
                <a:gd name="csY6" fmla="*/ 494480 h 702500"/>
                <a:gd name="csX7" fmla="*/ 1510685 w 4391054"/>
                <a:gd name="csY7" fmla="*/ 702500 h 702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391054" h="702500">
                  <a:moveTo>
                    <a:pt x="1510685" y="702500"/>
                  </a:moveTo>
                  <a:lnTo>
                    <a:pt x="1057118" y="685570"/>
                  </a:lnTo>
                  <a:lnTo>
                    <a:pt x="0" y="39693"/>
                  </a:lnTo>
                  <a:lnTo>
                    <a:pt x="627393" y="0"/>
                  </a:lnTo>
                  <a:cubicBezTo>
                    <a:pt x="1124001" y="69003"/>
                    <a:pt x="2764322" y="440552"/>
                    <a:pt x="2904673" y="460124"/>
                  </a:cubicBezTo>
                  <a:cubicBezTo>
                    <a:pt x="3045024" y="479696"/>
                    <a:pt x="3085931" y="481058"/>
                    <a:pt x="3333187" y="486784"/>
                  </a:cubicBezTo>
                  <a:cubicBezTo>
                    <a:pt x="3567054" y="493792"/>
                    <a:pt x="4447391" y="485673"/>
                    <a:pt x="4388207" y="494480"/>
                  </a:cubicBezTo>
                  <a:lnTo>
                    <a:pt x="1510685" y="702500"/>
                  </a:lnTo>
                  <a:close/>
                </a:path>
              </a:pathLst>
            </a:custGeom>
            <a:solidFill>
              <a:srgbClr val="FFFF00">
                <a:alpha val="25000"/>
              </a:srgbClr>
            </a:solidFill>
            <a:ln w="12700">
              <a:solidFill>
                <a:srgbClr val="FFC00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3AD4D399-FEFC-E8CD-9ABB-A24C9BF1E2BB}"/>
                </a:ext>
              </a:extLst>
            </p:cNvPr>
            <p:cNvCxnSpPr>
              <a:cxnSpLocks/>
              <a:stCxn id="9" idx="2"/>
            </p:cNvCxnSpPr>
            <p:nvPr/>
          </p:nvCxnSpPr>
          <p:spPr>
            <a:xfrm flipH="1">
              <a:off x="3949700" y="2661276"/>
              <a:ext cx="852211" cy="1218574"/>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0A2BA536-9EFB-75DF-B5DA-2B9B2669F560}"/>
              </a:ext>
            </a:extLst>
          </p:cNvPr>
          <p:cNvGrpSpPr/>
          <p:nvPr/>
        </p:nvGrpSpPr>
        <p:grpSpPr>
          <a:xfrm>
            <a:off x="2413001" y="4325021"/>
            <a:ext cx="4203699" cy="1409385"/>
            <a:chOff x="1532083" y="2490261"/>
            <a:chExt cx="4203699" cy="1409385"/>
          </a:xfrm>
        </p:grpSpPr>
        <p:sp>
          <p:nvSpPr>
            <p:cNvPr id="14" name="TextBox 13">
              <a:extLst>
                <a:ext uri="{FF2B5EF4-FFF2-40B4-BE49-F238E27FC236}">
                  <a16:creationId xmlns:a16="http://schemas.microsoft.com/office/drawing/2014/main" id="{7B93A614-BF5A-6C19-A2DF-9053954D442B}"/>
                </a:ext>
              </a:extLst>
            </p:cNvPr>
            <p:cNvSpPr txBox="1"/>
            <p:nvPr/>
          </p:nvSpPr>
          <p:spPr>
            <a:xfrm>
              <a:off x="3272774" y="3530314"/>
              <a:ext cx="2463008" cy="369332"/>
            </a:xfrm>
            <a:prstGeom prst="rect">
              <a:avLst/>
            </a:prstGeom>
            <a:solidFill>
              <a:srgbClr val="0070C0"/>
            </a:solidFill>
          </p:spPr>
          <p:txBody>
            <a:bodyPr wrap="square" rtlCol="0">
              <a:spAutoFit/>
            </a:bodyPr>
            <a:lstStyle/>
            <a:p>
              <a:r>
                <a:rPr lang="en-US" b="1" dirty="0">
                  <a:solidFill>
                    <a:schemeClr val="bg1"/>
                  </a:solidFill>
                </a:rPr>
                <a:t>Horizontal Stabilizer</a:t>
              </a:r>
            </a:p>
          </p:txBody>
        </p:sp>
        <p:sp>
          <p:nvSpPr>
            <p:cNvPr id="19" name="Freeform: Shape 18">
              <a:extLst>
                <a:ext uri="{FF2B5EF4-FFF2-40B4-BE49-F238E27FC236}">
                  <a16:creationId xmlns:a16="http://schemas.microsoft.com/office/drawing/2014/main" id="{3BE59E12-2B92-8AA3-848B-F24363EA663D}"/>
                </a:ext>
              </a:extLst>
            </p:cNvPr>
            <p:cNvSpPr/>
            <p:nvPr/>
          </p:nvSpPr>
          <p:spPr>
            <a:xfrm>
              <a:off x="1532083" y="2490261"/>
              <a:ext cx="1560045" cy="369382"/>
            </a:xfrm>
            <a:custGeom>
              <a:avLst/>
              <a:gdLst>
                <a:gd name="csX0" fmla="*/ 2330450 w 2330450"/>
                <a:gd name="csY0" fmla="*/ 552450 h 552450"/>
                <a:gd name="csX1" fmla="*/ 6350 w 2330450"/>
                <a:gd name="csY1" fmla="*/ 44450 h 552450"/>
                <a:gd name="csX2" fmla="*/ 0 w 2330450"/>
                <a:gd name="csY2" fmla="*/ 0 h 552450"/>
                <a:gd name="csX3" fmla="*/ 2330450 w 2330450"/>
                <a:gd name="csY3" fmla="*/ 552450 h 552450"/>
                <a:gd name="csX0" fmla="*/ 2330450 w 2330450"/>
                <a:gd name="csY0" fmla="*/ 552450 h 552450"/>
                <a:gd name="csX1" fmla="*/ 6350 w 2330450"/>
                <a:gd name="csY1" fmla="*/ 44450 h 552450"/>
                <a:gd name="csX2" fmla="*/ 0 w 2330450"/>
                <a:gd name="csY2" fmla="*/ 0 h 552450"/>
                <a:gd name="csX3" fmla="*/ 1831975 w 2330450"/>
                <a:gd name="csY3" fmla="*/ 434975 h 552450"/>
                <a:gd name="csX4" fmla="*/ 2330450 w 2330450"/>
                <a:gd name="csY4" fmla="*/ 552450 h 552450"/>
                <a:gd name="csX0" fmla="*/ 2330450 w 2330450"/>
                <a:gd name="csY0" fmla="*/ 552450 h 552450"/>
                <a:gd name="csX1" fmla="*/ 6350 w 2330450"/>
                <a:gd name="csY1" fmla="*/ 44450 h 552450"/>
                <a:gd name="csX2" fmla="*/ 0 w 2330450"/>
                <a:gd name="csY2" fmla="*/ 0 h 552450"/>
                <a:gd name="csX3" fmla="*/ 2298700 w 2330450"/>
                <a:gd name="csY3" fmla="*/ 485775 h 552450"/>
                <a:gd name="csX4" fmla="*/ 2330450 w 2330450"/>
                <a:gd name="csY4" fmla="*/ 552450 h 552450"/>
                <a:gd name="csX0" fmla="*/ 2339975 w 2339975"/>
                <a:gd name="csY0" fmla="*/ 552450 h 552450"/>
                <a:gd name="csX1" fmla="*/ 6350 w 2339975"/>
                <a:gd name="csY1" fmla="*/ 44450 h 552450"/>
                <a:gd name="csX2" fmla="*/ 0 w 2339975"/>
                <a:gd name="csY2" fmla="*/ 0 h 552450"/>
                <a:gd name="csX3" fmla="*/ 2298700 w 2339975"/>
                <a:gd name="csY3" fmla="*/ 485775 h 552450"/>
                <a:gd name="csX4" fmla="*/ 2339975 w 2339975"/>
                <a:gd name="csY4" fmla="*/ 552450 h 552450"/>
                <a:gd name="csX0" fmla="*/ 2362200 w 2362200"/>
                <a:gd name="csY0" fmla="*/ 552450 h 552450"/>
                <a:gd name="csX1" fmla="*/ 0 w 2362200"/>
                <a:gd name="csY1" fmla="*/ 6350 h 552450"/>
                <a:gd name="csX2" fmla="*/ 22225 w 2362200"/>
                <a:gd name="csY2" fmla="*/ 0 h 552450"/>
                <a:gd name="csX3" fmla="*/ 2320925 w 2362200"/>
                <a:gd name="csY3" fmla="*/ 485775 h 552450"/>
                <a:gd name="csX4" fmla="*/ 2362200 w 2362200"/>
                <a:gd name="csY4" fmla="*/ 552450 h 552450"/>
                <a:gd name="csX0" fmla="*/ 2157412 w 2320925"/>
                <a:gd name="csY0" fmla="*/ 602830 h 602830"/>
                <a:gd name="csX1" fmla="*/ 0 w 2320925"/>
                <a:gd name="csY1" fmla="*/ 6350 h 602830"/>
                <a:gd name="csX2" fmla="*/ 22225 w 2320925"/>
                <a:gd name="csY2" fmla="*/ 0 h 602830"/>
                <a:gd name="csX3" fmla="*/ 2320925 w 2320925"/>
                <a:gd name="csY3" fmla="*/ 485775 h 602830"/>
                <a:gd name="csX4" fmla="*/ 2157412 w 2320925"/>
                <a:gd name="csY4" fmla="*/ 602830 h 602830"/>
                <a:gd name="csX0" fmla="*/ 2157412 w 2320925"/>
                <a:gd name="csY0" fmla="*/ 602830 h 602830"/>
                <a:gd name="csX1" fmla="*/ 1592263 w 2320925"/>
                <a:gd name="csY1" fmla="*/ 452187 h 602830"/>
                <a:gd name="csX2" fmla="*/ 0 w 2320925"/>
                <a:gd name="csY2" fmla="*/ 6350 h 602830"/>
                <a:gd name="csX3" fmla="*/ 22225 w 2320925"/>
                <a:gd name="csY3" fmla="*/ 0 h 602830"/>
                <a:gd name="csX4" fmla="*/ 2320925 w 2320925"/>
                <a:gd name="csY4" fmla="*/ 485775 h 602830"/>
                <a:gd name="csX5" fmla="*/ 2157412 w 2320925"/>
                <a:gd name="csY5" fmla="*/ 602830 h 602830"/>
                <a:gd name="csX0" fmla="*/ 2157412 w 2320925"/>
                <a:gd name="csY0" fmla="*/ 602830 h 602830"/>
                <a:gd name="csX1" fmla="*/ 1682751 w 2320925"/>
                <a:gd name="csY1" fmla="*/ 413003 h 602830"/>
                <a:gd name="csX2" fmla="*/ 0 w 2320925"/>
                <a:gd name="csY2" fmla="*/ 6350 h 602830"/>
                <a:gd name="csX3" fmla="*/ 22225 w 2320925"/>
                <a:gd name="csY3" fmla="*/ 0 h 602830"/>
                <a:gd name="csX4" fmla="*/ 2320925 w 2320925"/>
                <a:gd name="csY4" fmla="*/ 485775 h 602830"/>
                <a:gd name="csX5" fmla="*/ 2157412 w 2320925"/>
                <a:gd name="csY5" fmla="*/ 602830 h 602830"/>
                <a:gd name="csX0" fmla="*/ 2157412 w 2320925"/>
                <a:gd name="csY0" fmla="*/ 602830 h 602830"/>
                <a:gd name="csX1" fmla="*/ 1682751 w 2320925"/>
                <a:gd name="csY1" fmla="*/ 413003 h 602830"/>
                <a:gd name="csX2" fmla="*/ 0 w 2320925"/>
                <a:gd name="csY2" fmla="*/ 6350 h 602830"/>
                <a:gd name="csX3" fmla="*/ 22225 w 2320925"/>
                <a:gd name="csY3" fmla="*/ 0 h 602830"/>
                <a:gd name="csX4" fmla="*/ 1754188 w 2320925"/>
                <a:gd name="csY4" fmla="*/ 371020 h 602830"/>
                <a:gd name="csX5" fmla="*/ 2320925 w 2320925"/>
                <a:gd name="csY5" fmla="*/ 485775 h 602830"/>
                <a:gd name="csX6" fmla="*/ 2157412 w 2320925"/>
                <a:gd name="csY6" fmla="*/ 602830 h 602830"/>
                <a:gd name="csX0" fmla="*/ 2157412 w 2220913"/>
                <a:gd name="csY0" fmla="*/ 602830 h 602830"/>
                <a:gd name="csX1" fmla="*/ 1682751 w 2220913"/>
                <a:gd name="csY1" fmla="*/ 413003 h 602830"/>
                <a:gd name="csX2" fmla="*/ 0 w 2220913"/>
                <a:gd name="csY2" fmla="*/ 6350 h 602830"/>
                <a:gd name="csX3" fmla="*/ 22225 w 2220913"/>
                <a:gd name="csY3" fmla="*/ 0 h 602830"/>
                <a:gd name="csX4" fmla="*/ 1754188 w 2220913"/>
                <a:gd name="csY4" fmla="*/ 371020 h 602830"/>
                <a:gd name="csX5" fmla="*/ 2220913 w 2220913"/>
                <a:gd name="csY5" fmla="*/ 538953 h 602830"/>
                <a:gd name="csX6" fmla="*/ 2157412 w 2220913"/>
                <a:gd name="csY6" fmla="*/ 602830 h 602830"/>
                <a:gd name="csX0" fmla="*/ 2157412 w 2220913"/>
                <a:gd name="csY0" fmla="*/ 608428 h 608428"/>
                <a:gd name="csX1" fmla="*/ 1682751 w 2220913"/>
                <a:gd name="csY1" fmla="*/ 418601 h 608428"/>
                <a:gd name="csX2" fmla="*/ 0 w 2220913"/>
                <a:gd name="csY2" fmla="*/ 11948 h 608428"/>
                <a:gd name="csX3" fmla="*/ 160312 w 2220913"/>
                <a:gd name="csY3" fmla="*/ 0 h 608428"/>
                <a:gd name="csX4" fmla="*/ 1754188 w 2220913"/>
                <a:gd name="csY4" fmla="*/ 376618 h 608428"/>
                <a:gd name="csX5" fmla="*/ 2220913 w 2220913"/>
                <a:gd name="csY5" fmla="*/ 544551 h 608428"/>
                <a:gd name="csX6" fmla="*/ 2157412 w 2220913"/>
                <a:gd name="csY6" fmla="*/ 608428 h 608428"/>
                <a:gd name="csX0" fmla="*/ 2164316 w 2227817"/>
                <a:gd name="csY0" fmla="*/ 608428 h 608428"/>
                <a:gd name="csX1" fmla="*/ 1689655 w 2227817"/>
                <a:gd name="csY1" fmla="*/ 418601 h 608428"/>
                <a:gd name="csX2" fmla="*/ 0 w 2227817"/>
                <a:gd name="csY2" fmla="*/ 18945 h 608428"/>
                <a:gd name="csX3" fmla="*/ 167216 w 2227817"/>
                <a:gd name="csY3" fmla="*/ 0 h 608428"/>
                <a:gd name="csX4" fmla="*/ 1761092 w 2227817"/>
                <a:gd name="csY4" fmla="*/ 376618 h 608428"/>
                <a:gd name="csX5" fmla="*/ 2227817 w 2227817"/>
                <a:gd name="csY5" fmla="*/ 544551 h 608428"/>
                <a:gd name="csX6" fmla="*/ 2164316 w 2227817"/>
                <a:gd name="csY6" fmla="*/ 608428 h 608428"/>
                <a:gd name="csX0" fmla="*/ 2164316 w 2227817"/>
                <a:gd name="csY0" fmla="*/ 611227 h 611227"/>
                <a:gd name="csX1" fmla="*/ 1689655 w 2227817"/>
                <a:gd name="csY1" fmla="*/ 421400 h 611227"/>
                <a:gd name="csX2" fmla="*/ 0 w 2227817"/>
                <a:gd name="csY2" fmla="*/ 21744 h 611227"/>
                <a:gd name="csX3" fmla="*/ 156859 w 2227817"/>
                <a:gd name="csY3" fmla="*/ 0 h 611227"/>
                <a:gd name="csX4" fmla="*/ 1761092 w 2227817"/>
                <a:gd name="csY4" fmla="*/ 379417 h 611227"/>
                <a:gd name="csX5" fmla="*/ 2227817 w 2227817"/>
                <a:gd name="csY5" fmla="*/ 547350 h 611227"/>
                <a:gd name="csX6" fmla="*/ 2164316 w 2227817"/>
                <a:gd name="csY6" fmla="*/ 611227 h 611227"/>
                <a:gd name="csX0" fmla="*/ 2164316 w 2227817"/>
                <a:gd name="csY0" fmla="*/ 611227 h 611227"/>
                <a:gd name="csX1" fmla="*/ 1689655 w 2227817"/>
                <a:gd name="csY1" fmla="*/ 421400 h 611227"/>
                <a:gd name="csX2" fmla="*/ 0 w 2227817"/>
                <a:gd name="csY2" fmla="*/ 21744 h 611227"/>
                <a:gd name="csX3" fmla="*/ 156859 w 2227817"/>
                <a:gd name="csY3" fmla="*/ 0 h 611227"/>
                <a:gd name="csX4" fmla="*/ 1761092 w 2227817"/>
                <a:gd name="csY4" fmla="*/ 379417 h 611227"/>
                <a:gd name="csX5" fmla="*/ 2227817 w 2227817"/>
                <a:gd name="csY5" fmla="*/ 547350 h 611227"/>
                <a:gd name="csX6" fmla="*/ 2164316 w 2227817"/>
                <a:gd name="csY6" fmla="*/ 611227 h 611227"/>
                <a:gd name="csX0" fmla="*/ 2164316 w 2261661"/>
                <a:gd name="csY0" fmla="*/ 611227 h 611227"/>
                <a:gd name="csX1" fmla="*/ 1689655 w 2261661"/>
                <a:gd name="csY1" fmla="*/ 421400 h 611227"/>
                <a:gd name="csX2" fmla="*/ 0 w 2261661"/>
                <a:gd name="csY2" fmla="*/ 21744 h 611227"/>
                <a:gd name="csX3" fmla="*/ 156859 w 2261661"/>
                <a:gd name="csY3" fmla="*/ 0 h 611227"/>
                <a:gd name="csX4" fmla="*/ 2261661 w 2261661"/>
                <a:gd name="csY4" fmla="*/ 105128 h 611227"/>
                <a:gd name="csX5" fmla="*/ 2227817 w 2261661"/>
                <a:gd name="csY5" fmla="*/ 547350 h 611227"/>
                <a:gd name="csX6" fmla="*/ 2164316 w 2261661"/>
                <a:gd name="csY6" fmla="*/ 611227 h 611227"/>
                <a:gd name="csX0" fmla="*/ 2164316 w 2261661"/>
                <a:gd name="csY0" fmla="*/ 611227 h 611227"/>
                <a:gd name="csX1" fmla="*/ 1689655 w 2261661"/>
                <a:gd name="csY1" fmla="*/ 421400 h 611227"/>
                <a:gd name="csX2" fmla="*/ 0 w 2261661"/>
                <a:gd name="csY2" fmla="*/ 21744 h 611227"/>
                <a:gd name="csX3" fmla="*/ 156859 w 2261661"/>
                <a:gd name="csY3" fmla="*/ 0 h 611227"/>
                <a:gd name="csX4" fmla="*/ 2261661 w 2261661"/>
                <a:gd name="csY4" fmla="*/ 105128 h 611227"/>
                <a:gd name="csX5" fmla="*/ 2227817 w 2261661"/>
                <a:gd name="csY5" fmla="*/ 547350 h 611227"/>
                <a:gd name="csX6" fmla="*/ 2164316 w 2261661"/>
                <a:gd name="csY6" fmla="*/ 611227 h 611227"/>
                <a:gd name="csX0" fmla="*/ 2164316 w 2261661"/>
                <a:gd name="csY0" fmla="*/ 611227 h 611227"/>
                <a:gd name="csX1" fmla="*/ 1689655 w 2261661"/>
                <a:gd name="csY1" fmla="*/ 421400 h 611227"/>
                <a:gd name="csX2" fmla="*/ 0 w 2261661"/>
                <a:gd name="csY2" fmla="*/ 21744 h 611227"/>
                <a:gd name="csX3" fmla="*/ 156859 w 2261661"/>
                <a:gd name="csY3" fmla="*/ 0 h 611227"/>
                <a:gd name="csX4" fmla="*/ 2261661 w 2261661"/>
                <a:gd name="csY4" fmla="*/ 105128 h 611227"/>
                <a:gd name="csX5" fmla="*/ 2055208 w 2261661"/>
                <a:gd name="csY5" fmla="*/ 175100 h 611227"/>
                <a:gd name="csX6" fmla="*/ 2164316 w 2261661"/>
                <a:gd name="csY6" fmla="*/ 611227 h 611227"/>
                <a:gd name="csX0" fmla="*/ 1853620 w 2261661"/>
                <a:gd name="csY0" fmla="*/ 202592 h 421400"/>
                <a:gd name="csX1" fmla="*/ 1689655 w 2261661"/>
                <a:gd name="csY1" fmla="*/ 421400 h 421400"/>
                <a:gd name="csX2" fmla="*/ 0 w 2261661"/>
                <a:gd name="csY2" fmla="*/ 21744 h 421400"/>
                <a:gd name="csX3" fmla="*/ 156859 w 2261661"/>
                <a:gd name="csY3" fmla="*/ 0 h 421400"/>
                <a:gd name="csX4" fmla="*/ 2261661 w 2261661"/>
                <a:gd name="csY4" fmla="*/ 105128 h 421400"/>
                <a:gd name="csX5" fmla="*/ 2055208 w 2261661"/>
                <a:gd name="csY5" fmla="*/ 175100 h 421400"/>
                <a:gd name="csX6" fmla="*/ 1853620 w 2261661"/>
                <a:gd name="csY6" fmla="*/ 202592 h 421400"/>
                <a:gd name="csX0" fmla="*/ 1853620 w 2261661"/>
                <a:gd name="csY0" fmla="*/ 202592 h 217082"/>
                <a:gd name="csX1" fmla="*/ 1468715 w 2261661"/>
                <a:gd name="csY1" fmla="*/ 217082 h 217082"/>
                <a:gd name="csX2" fmla="*/ 0 w 2261661"/>
                <a:gd name="csY2" fmla="*/ 21744 h 217082"/>
                <a:gd name="csX3" fmla="*/ 156859 w 2261661"/>
                <a:gd name="csY3" fmla="*/ 0 h 217082"/>
                <a:gd name="csX4" fmla="*/ 2261661 w 2261661"/>
                <a:gd name="csY4" fmla="*/ 105128 h 217082"/>
                <a:gd name="csX5" fmla="*/ 2055208 w 2261661"/>
                <a:gd name="csY5" fmla="*/ 175100 h 217082"/>
                <a:gd name="csX6" fmla="*/ 1853620 w 2261661"/>
                <a:gd name="csY6" fmla="*/ 202592 h 217082"/>
                <a:gd name="csX0" fmla="*/ 1853620 w 2261661"/>
                <a:gd name="csY0" fmla="*/ 202592 h 217082"/>
                <a:gd name="csX1" fmla="*/ 1468715 w 2261661"/>
                <a:gd name="csY1" fmla="*/ 217082 h 217082"/>
                <a:gd name="csX2" fmla="*/ 0 w 2261661"/>
                <a:gd name="csY2" fmla="*/ 21744 h 217082"/>
                <a:gd name="csX3" fmla="*/ 156859 w 2261661"/>
                <a:gd name="csY3" fmla="*/ 0 h 217082"/>
                <a:gd name="csX4" fmla="*/ 2261661 w 2261661"/>
                <a:gd name="csY4" fmla="*/ 105128 h 217082"/>
                <a:gd name="csX5" fmla="*/ 2055208 w 2261661"/>
                <a:gd name="csY5" fmla="*/ 175100 h 217082"/>
                <a:gd name="csX6" fmla="*/ 1853620 w 2261661"/>
                <a:gd name="csY6" fmla="*/ 202592 h 21708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61661" h="217082">
                  <a:moveTo>
                    <a:pt x="1853620" y="202592"/>
                  </a:moveTo>
                  <a:lnTo>
                    <a:pt x="1468715" y="217082"/>
                  </a:lnTo>
                  <a:lnTo>
                    <a:pt x="0" y="21744"/>
                  </a:lnTo>
                  <a:lnTo>
                    <a:pt x="156859" y="0"/>
                  </a:lnTo>
                  <a:cubicBezTo>
                    <a:pt x="2144977" y="106880"/>
                    <a:pt x="2082492" y="117200"/>
                    <a:pt x="2261661" y="105128"/>
                  </a:cubicBezTo>
                  <a:lnTo>
                    <a:pt x="2055208" y="175100"/>
                  </a:lnTo>
                  <a:cubicBezTo>
                    <a:pt x="1987201" y="191344"/>
                    <a:pt x="1951369" y="195595"/>
                    <a:pt x="1853620" y="202592"/>
                  </a:cubicBezTo>
                  <a:close/>
                </a:path>
              </a:pathLst>
            </a:custGeom>
            <a:solidFill>
              <a:srgbClr val="FFFF00">
                <a:alpha val="25000"/>
              </a:srgbClr>
            </a:solidFill>
            <a:ln w="12700">
              <a:solidFill>
                <a:srgbClr val="FFC00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EC7DF347-5B38-9B3F-E681-3EB90F1FA137}"/>
                </a:ext>
              </a:extLst>
            </p:cNvPr>
            <p:cNvCxnSpPr>
              <a:cxnSpLocks/>
              <a:stCxn id="14" idx="0"/>
              <a:endCxn id="19" idx="5"/>
            </p:cNvCxnSpPr>
            <p:nvPr/>
          </p:nvCxnSpPr>
          <p:spPr>
            <a:xfrm flipH="1" flipV="1">
              <a:off x="2949721" y="2788207"/>
              <a:ext cx="1554557" cy="742107"/>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32" name="Group 31">
            <a:extLst>
              <a:ext uri="{FF2B5EF4-FFF2-40B4-BE49-F238E27FC236}">
                <a16:creationId xmlns:a16="http://schemas.microsoft.com/office/drawing/2014/main" id="{07A48F3A-55E0-5F19-FEEE-368841402E0D}"/>
              </a:ext>
            </a:extLst>
          </p:cNvPr>
          <p:cNvGrpSpPr/>
          <p:nvPr/>
        </p:nvGrpSpPr>
        <p:grpSpPr>
          <a:xfrm>
            <a:off x="1751767" y="3265363"/>
            <a:ext cx="1883824" cy="1186947"/>
            <a:chOff x="1561195" y="1464871"/>
            <a:chExt cx="1883824" cy="1186947"/>
          </a:xfrm>
        </p:grpSpPr>
        <p:sp>
          <p:nvSpPr>
            <p:cNvPr id="34" name="TextBox 33">
              <a:extLst>
                <a:ext uri="{FF2B5EF4-FFF2-40B4-BE49-F238E27FC236}">
                  <a16:creationId xmlns:a16="http://schemas.microsoft.com/office/drawing/2014/main" id="{84A2DF66-4DBA-FFED-2392-7DAD54B8901C}"/>
                </a:ext>
              </a:extLst>
            </p:cNvPr>
            <p:cNvSpPr txBox="1"/>
            <p:nvPr/>
          </p:nvSpPr>
          <p:spPr>
            <a:xfrm>
              <a:off x="1561195" y="1625368"/>
              <a:ext cx="947882" cy="369332"/>
            </a:xfrm>
            <a:prstGeom prst="rect">
              <a:avLst/>
            </a:prstGeom>
            <a:solidFill>
              <a:srgbClr val="0070C0"/>
            </a:solidFill>
          </p:spPr>
          <p:txBody>
            <a:bodyPr wrap="square" rtlCol="0">
              <a:spAutoFit/>
            </a:bodyPr>
            <a:lstStyle/>
            <a:p>
              <a:r>
                <a:rPr lang="en-US" b="1" dirty="0">
                  <a:solidFill>
                    <a:schemeClr val="bg1"/>
                  </a:solidFill>
                </a:rPr>
                <a:t>Rudder</a:t>
              </a:r>
            </a:p>
          </p:txBody>
        </p:sp>
        <p:sp>
          <p:nvSpPr>
            <p:cNvPr id="35" name="Freeform: Shape 34">
              <a:extLst>
                <a:ext uri="{FF2B5EF4-FFF2-40B4-BE49-F238E27FC236}">
                  <a16:creationId xmlns:a16="http://schemas.microsoft.com/office/drawing/2014/main" id="{7774B981-9DF0-A6F6-AD70-07DD988A54BA}"/>
                </a:ext>
              </a:extLst>
            </p:cNvPr>
            <p:cNvSpPr/>
            <p:nvPr/>
          </p:nvSpPr>
          <p:spPr>
            <a:xfrm>
              <a:off x="2846532" y="1464871"/>
              <a:ext cx="598487" cy="1186947"/>
            </a:xfrm>
            <a:custGeom>
              <a:avLst/>
              <a:gdLst>
                <a:gd name="csX0" fmla="*/ 2330450 w 2330450"/>
                <a:gd name="csY0" fmla="*/ 552450 h 552450"/>
                <a:gd name="csX1" fmla="*/ 6350 w 2330450"/>
                <a:gd name="csY1" fmla="*/ 44450 h 552450"/>
                <a:gd name="csX2" fmla="*/ 0 w 2330450"/>
                <a:gd name="csY2" fmla="*/ 0 h 552450"/>
                <a:gd name="csX3" fmla="*/ 2330450 w 2330450"/>
                <a:gd name="csY3" fmla="*/ 552450 h 552450"/>
                <a:gd name="csX0" fmla="*/ 2330450 w 2330450"/>
                <a:gd name="csY0" fmla="*/ 552450 h 552450"/>
                <a:gd name="csX1" fmla="*/ 6350 w 2330450"/>
                <a:gd name="csY1" fmla="*/ 44450 h 552450"/>
                <a:gd name="csX2" fmla="*/ 0 w 2330450"/>
                <a:gd name="csY2" fmla="*/ 0 h 552450"/>
                <a:gd name="csX3" fmla="*/ 1831975 w 2330450"/>
                <a:gd name="csY3" fmla="*/ 434975 h 552450"/>
                <a:gd name="csX4" fmla="*/ 2330450 w 2330450"/>
                <a:gd name="csY4" fmla="*/ 552450 h 552450"/>
                <a:gd name="csX0" fmla="*/ 2330450 w 2330450"/>
                <a:gd name="csY0" fmla="*/ 552450 h 552450"/>
                <a:gd name="csX1" fmla="*/ 6350 w 2330450"/>
                <a:gd name="csY1" fmla="*/ 44450 h 552450"/>
                <a:gd name="csX2" fmla="*/ 0 w 2330450"/>
                <a:gd name="csY2" fmla="*/ 0 h 552450"/>
                <a:gd name="csX3" fmla="*/ 2298700 w 2330450"/>
                <a:gd name="csY3" fmla="*/ 485775 h 552450"/>
                <a:gd name="csX4" fmla="*/ 2330450 w 2330450"/>
                <a:gd name="csY4" fmla="*/ 552450 h 552450"/>
                <a:gd name="csX0" fmla="*/ 2339975 w 2339975"/>
                <a:gd name="csY0" fmla="*/ 552450 h 552450"/>
                <a:gd name="csX1" fmla="*/ 6350 w 2339975"/>
                <a:gd name="csY1" fmla="*/ 44450 h 552450"/>
                <a:gd name="csX2" fmla="*/ 0 w 2339975"/>
                <a:gd name="csY2" fmla="*/ 0 h 552450"/>
                <a:gd name="csX3" fmla="*/ 2298700 w 2339975"/>
                <a:gd name="csY3" fmla="*/ 485775 h 552450"/>
                <a:gd name="csX4" fmla="*/ 2339975 w 2339975"/>
                <a:gd name="csY4" fmla="*/ 552450 h 552450"/>
                <a:gd name="csX0" fmla="*/ 2362200 w 2362200"/>
                <a:gd name="csY0" fmla="*/ 552450 h 552450"/>
                <a:gd name="csX1" fmla="*/ 0 w 2362200"/>
                <a:gd name="csY1" fmla="*/ 6350 h 552450"/>
                <a:gd name="csX2" fmla="*/ 22225 w 2362200"/>
                <a:gd name="csY2" fmla="*/ 0 h 552450"/>
                <a:gd name="csX3" fmla="*/ 2320925 w 2362200"/>
                <a:gd name="csY3" fmla="*/ 485775 h 552450"/>
                <a:gd name="csX4" fmla="*/ 2362200 w 2362200"/>
                <a:gd name="csY4" fmla="*/ 552450 h 552450"/>
                <a:gd name="csX0" fmla="*/ 2157412 w 2320925"/>
                <a:gd name="csY0" fmla="*/ 602830 h 602830"/>
                <a:gd name="csX1" fmla="*/ 0 w 2320925"/>
                <a:gd name="csY1" fmla="*/ 6350 h 602830"/>
                <a:gd name="csX2" fmla="*/ 22225 w 2320925"/>
                <a:gd name="csY2" fmla="*/ 0 h 602830"/>
                <a:gd name="csX3" fmla="*/ 2320925 w 2320925"/>
                <a:gd name="csY3" fmla="*/ 485775 h 602830"/>
                <a:gd name="csX4" fmla="*/ 2157412 w 2320925"/>
                <a:gd name="csY4" fmla="*/ 602830 h 602830"/>
                <a:gd name="csX0" fmla="*/ 2157412 w 2320925"/>
                <a:gd name="csY0" fmla="*/ 602830 h 602830"/>
                <a:gd name="csX1" fmla="*/ 1592263 w 2320925"/>
                <a:gd name="csY1" fmla="*/ 452187 h 602830"/>
                <a:gd name="csX2" fmla="*/ 0 w 2320925"/>
                <a:gd name="csY2" fmla="*/ 6350 h 602830"/>
                <a:gd name="csX3" fmla="*/ 22225 w 2320925"/>
                <a:gd name="csY3" fmla="*/ 0 h 602830"/>
                <a:gd name="csX4" fmla="*/ 2320925 w 2320925"/>
                <a:gd name="csY4" fmla="*/ 485775 h 602830"/>
                <a:gd name="csX5" fmla="*/ 2157412 w 2320925"/>
                <a:gd name="csY5" fmla="*/ 602830 h 602830"/>
                <a:gd name="csX0" fmla="*/ 2157412 w 2320925"/>
                <a:gd name="csY0" fmla="*/ 602830 h 602830"/>
                <a:gd name="csX1" fmla="*/ 1682751 w 2320925"/>
                <a:gd name="csY1" fmla="*/ 413003 h 602830"/>
                <a:gd name="csX2" fmla="*/ 0 w 2320925"/>
                <a:gd name="csY2" fmla="*/ 6350 h 602830"/>
                <a:gd name="csX3" fmla="*/ 22225 w 2320925"/>
                <a:gd name="csY3" fmla="*/ 0 h 602830"/>
                <a:gd name="csX4" fmla="*/ 2320925 w 2320925"/>
                <a:gd name="csY4" fmla="*/ 485775 h 602830"/>
                <a:gd name="csX5" fmla="*/ 2157412 w 2320925"/>
                <a:gd name="csY5" fmla="*/ 602830 h 602830"/>
                <a:gd name="csX0" fmla="*/ 2157412 w 2320925"/>
                <a:gd name="csY0" fmla="*/ 602830 h 602830"/>
                <a:gd name="csX1" fmla="*/ 1682751 w 2320925"/>
                <a:gd name="csY1" fmla="*/ 413003 h 602830"/>
                <a:gd name="csX2" fmla="*/ 0 w 2320925"/>
                <a:gd name="csY2" fmla="*/ 6350 h 602830"/>
                <a:gd name="csX3" fmla="*/ 22225 w 2320925"/>
                <a:gd name="csY3" fmla="*/ 0 h 602830"/>
                <a:gd name="csX4" fmla="*/ 1754188 w 2320925"/>
                <a:gd name="csY4" fmla="*/ 371020 h 602830"/>
                <a:gd name="csX5" fmla="*/ 2320925 w 2320925"/>
                <a:gd name="csY5" fmla="*/ 485775 h 602830"/>
                <a:gd name="csX6" fmla="*/ 2157412 w 2320925"/>
                <a:gd name="csY6" fmla="*/ 602830 h 602830"/>
                <a:gd name="csX0" fmla="*/ 2157412 w 2220913"/>
                <a:gd name="csY0" fmla="*/ 602830 h 602830"/>
                <a:gd name="csX1" fmla="*/ 1682751 w 2220913"/>
                <a:gd name="csY1" fmla="*/ 413003 h 602830"/>
                <a:gd name="csX2" fmla="*/ 0 w 2220913"/>
                <a:gd name="csY2" fmla="*/ 6350 h 602830"/>
                <a:gd name="csX3" fmla="*/ 22225 w 2220913"/>
                <a:gd name="csY3" fmla="*/ 0 h 602830"/>
                <a:gd name="csX4" fmla="*/ 1754188 w 2220913"/>
                <a:gd name="csY4" fmla="*/ 371020 h 602830"/>
                <a:gd name="csX5" fmla="*/ 2220913 w 2220913"/>
                <a:gd name="csY5" fmla="*/ 538953 h 602830"/>
                <a:gd name="csX6" fmla="*/ 2157412 w 2220913"/>
                <a:gd name="csY6" fmla="*/ 602830 h 602830"/>
                <a:gd name="csX0" fmla="*/ 2220913 w 2220913"/>
                <a:gd name="csY0" fmla="*/ 538953 h 538953"/>
                <a:gd name="csX1" fmla="*/ 1682751 w 2220913"/>
                <a:gd name="csY1" fmla="*/ 413003 h 538953"/>
                <a:gd name="csX2" fmla="*/ 0 w 2220913"/>
                <a:gd name="csY2" fmla="*/ 6350 h 538953"/>
                <a:gd name="csX3" fmla="*/ 22225 w 2220913"/>
                <a:gd name="csY3" fmla="*/ 0 h 538953"/>
                <a:gd name="csX4" fmla="*/ 1754188 w 2220913"/>
                <a:gd name="csY4" fmla="*/ 371020 h 538953"/>
                <a:gd name="csX5" fmla="*/ 2220913 w 2220913"/>
                <a:gd name="csY5" fmla="*/ 538953 h 538953"/>
                <a:gd name="csX0" fmla="*/ 1754188 w 1754188"/>
                <a:gd name="csY0" fmla="*/ 371020 h 413003"/>
                <a:gd name="csX1" fmla="*/ 1682751 w 1754188"/>
                <a:gd name="csY1" fmla="*/ 413003 h 413003"/>
                <a:gd name="csX2" fmla="*/ 0 w 1754188"/>
                <a:gd name="csY2" fmla="*/ 6350 h 413003"/>
                <a:gd name="csX3" fmla="*/ 22225 w 1754188"/>
                <a:gd name="csY3" fmla="*/ 0 h 413003"/>
                <a:gd name="csX4" fmla="*/ 1754188 w 1754188"/>
                <a:gd name="csY4" fmla="*/ 371020 h 413003"/>
                <a:gd name="csX0" fmla="*/ 1754188 w 1754188"/>
                <a:gd name="csY0" fmla="*/ 371020 h 371020"/>
                <a:gd name="csX1" fmla="*/ 396876 w 1754188"/>
                <a:gd name="csY1" fmla="*/ 101396 h 371020"/>
                <a:gd name="csX2" fmla="*/ 0 w 1754188"/>
                <a:gd name="csY2" fmla="*/ 6350 h 371020"/>
                <a:gd name="csX3" fmla="*/ 22225 w 1754188"/>
                <a:gd name="csY3" fmla="*/ 0 h 371020"/>
                <a:gd name="csX4" fmla="*/ 1754188 w 1754188"/>
                <a:gd name="csY4" fmla="*/ 371020 h 371020"/>
                <a:gd name="csX0" fmla="*/ 427038 w 427038"/>
                <a:gd name="csY0" fmla="*/ 83670 h 101396"/>
                <a:gd name="csX1" fmla="*/ 396876 w 427038"/>
                <a:gd name="csY1" fmla="*/ 101396 h 101396"/>
                <a:gd name="csX2" fmla="*/ 0 w 427038"/>
                <a:gd name="csY2" fmla="*/ 6350 h 101396"/>
                <a:gd name="csX3" fmla="*/ 22225 w 427038"/>
                <a:gd name="csY3" fmla="*/ 0 h 101396"/>
                <a:gd name="csX4" fmla="*/ 427038 w 427038"/>
                <a:gd name="csY4" fmla="*/ 83670 h 101396"/>
                <a:gd name="csX0" fmla="*/ 427038 w 427038"/>
                <a:gd name="csY0" fmla="*/ 94865 h 112591"/>
                <a:gd name="csX1" fmla="*/ 396876 w 427038"/>
                <a:gd name="csY1" fmla="*/ 112591 h 112591"/>
                <a:gd name="csX2" fmla="*/ 0 w 427038"/>
                <a:gd name="csY2" fmla="*/ 17545 h 112591"/>
                <a:gd name="csX3" fmla="*/ 29369 w 427038"/>
                <a:gd name="csY3" fmla="*/ 0 h 112591"/>
                <a:gd name="csX4" fmla="*/ 427038 w 427038"/>
                <a:gd name="csY4" fmla="*/ 94865 h 112591"/>
                <a:gd name="csX0" fmla="*/ 431800 w 431800"/>
                <a:gd name="csY0" fmla="*/ 94865 h 112591"/>
                <a:gd name="csX1" fmla="*/ 401638 w 431800"/>
                <a:gd name="csY1" fmla="*/ 112591 h 112591"/>
                <a:gd name="csX2" fmla="*/ 0 w 431800"/>
                <a:gd name="csY2" fmla="*/ 6349 h 112591"/>
                <a:gd name="csX3" fmla="*/ 34131 w 431800"/>
                <a:gd name="csY3" fmla="*/ 0 h 112591"/>
                <a:gd name="csX4" fmla="*/ 431800 w 431800"/>
                <a:gd name="csY4" fmla="*/ 94865 h 112591"/>
                <a:gd name="csX0" fmla="*/ 431800 w 511175"/>
                <a:gd name="csY0" fmla="*/ 94865 h 703151"/>
                <a:gd name="csX1" fmla="*/ 511175 w 511175"/>
                <a:gd name="csY1" fmla="*/ 703151 h 703151"/>
                <a:gd name="csX2" fmla="*/ 0 w 511175"/>
                <a:gd name="csY2" fmla="*/ 6349 h 703151"/>
                <a:gd name="csX3" fmla="*/ 34131 w 511175"/>
                <a:gd name="csY3" fmla="*/ 0 h 703151"/>
                <a:gd name="csX4" fmla="*/ 431800 w 511175"/>
                <a:gd name="csY4" fmla="*/ 94865 h 703151"/>
                <a:gd name="csX0" fmla="*/ 655637 w 655637"/>
                <a:gd name="csY0" fmla="*/ 672830 h 703151"/>
                <a:gd name="csX1" fmla="*/ 511175 w 655637"/>
                <a:gd name="csY1" fmla="*/ 703151 h 703151"/>
                <a:gd name="csX2" fmla="*/ 0 w 655637"/>
                <a:gd name="csY2" fmla="*/ 6349 h 703151"/>
                <a:gd name="csX3" fmla="*/ 34131 w 655637"/>
                <a:gd name="csY3" fmla="*/ 0 h 703151"/>
                <a:gd name="csX4" fmla="*/ 655637 w 655637"/>
                <a:gd name="csY4" fmla="*/ 672830 h 703151"/>
                <a:gd name="csX0" fmla="*/ 655637 w 655637"/>
                <a:gd name="csY0" fmla="*/ 666481 h 696802"/>
                <a:gd name="csX1" fmla="*/ 511175 w 655637"/>
                <a:gd name="csY1" fmla="*/ 696802 h 696802"/>
                <a:gd name="csX2" fmla="*/ 0 w 655637"/>
                <a:gd name="csY2" fmla="*/ 0 h 696802"/>
                <a:gd name="csX3" fmla="*/ 105568 w 655637"/>
                <a:gd name="csY3" fmla="*/ 65022 h 696802"/>
                <a:gd name="csX4" fmla="*/ 655637 w 655637"/>
                <a:gd name="csY4" fmla="*/ 666481 h 696802"/>
                <a:gd name="csX0" fmla="*/ 643731 w 643731"/>
                <a:gd name="csY0" fmla="*/ 651087 h 681408"/>
                <a:gd name="csX1" fmla="*/ 499269 w 643731"/>
                <a:gd name="csY1" fmla="*/ 681408 h 681408"/>
                <a:gd name="csX2" fmla="*/ 0 w 643731"/>
                <a:gd name="csY2" fmla="*/ 0 h 681408"/>
                <a:gd name="csX3" fmla="*/ 93662 w 643731"/>
                <a:gd name="csY3" fmla="*/ 49628 h 681408"/>
                <a:gd name="csX4" fmla="*/ 643731 w 643731"/>
                <a:gd name="csY4" fmla="*/ 651087 h 681408"/>
                <a:gd name="csX0" fmla="*/ 643731 w 643731"/>
                <a:gd name="csY0" fmla="*/ 658836 h 689157"/>
                <a:gd name="csX1" fmla="*/ 499269 w 643731"/>
                <a:gd name="csY1" fmla="*/ 689157 h 689157"/>
                <a:gd name="csX2" fmla="*/ 0 w 643731"/>
                <a:gd name="csY2" fmla="*/ 7749 h 689157"/>
                <a:gd name="csX3" fmla="*/ 69850 w 643731"/>
                <a:gd name="csY3" fmla="*/ 0 h 689157"/>
                <a:gd name="csX4" fmla="*/ 643731 w 643731"/>
                <a:gd name="csY4" fmla="*/ 658836 h 689157"/>
                <a:gd name="csX0" fmla="*/ 643731 w 643731"/>
                <a:gd name="csY0" fmla="*/ 668632 h 698953"/>
                <a:gd name="csX1" fmla="*/ 499269 w 643731"/>
                <a:gd name="csY1" fmla="*/ 698953 h 698953"/>
                <a:gd name="csX2" fmla="*/ 0 w 643731"/>
                <a:gd name="csY2" fmla="*/ 17545 h 698953"/>
                <a:gd name="csX3" fmla="*/ 136525 w 643731"/>
                <a:gd name="csY3" fmla="*/ 0 h 698953"/>
                <a:gd name="csX4" fmla="*/ 643731 w 643731"/>
                <a:gd name="csY4" fmla="*/ 668632 h 698953"/>
                <a:gd name="csX0" fmla="*/ 643731 w 643731"/>
                <a:gd name="csY0" fmla="*/ 668632 h 698953"/>
                <a:gd name="csX1" fmla="*/ 499269 w 643731"/>
                <a:gd name="csY1" fmla="*/ 698953 h 698953"/>
                <a:gd name="csX2" fmla="*/ 0 w 643731"/>
                <a:gd name="csY2" fmla="*/ 17545 h 698953"/>
                <a:gd name="csX3" fmla="*/ 136525 w 643731"/>
                <a:gd name="csY3" fmla="*/ 0 h 698953"/>
                <a:gd name="csX4" fmla="*/ 158534 w 643731"/>
                <a:gd name="csY4" fmla="*/ 26590 h 698953"/>
                <a:gd name="csX5" fmla="*/ 643731 w 643731"/>
                <a:gd name="csY5" fmla="*/ 668632 h 698953"/>
                <a:gd name="csX0" fmla="*/ 643731 w 643731"/>
                <a:gd name="csY0" fmla="*/ 668632 h 698953"/>
                <a:gd name="csX1" fmla="*/ 499269 w 643731"/>
                <a:gd name="csY1" fmla="*/ 698953 h 698953"/>
                <a:gd name="csX2" fmla="*/ 0 w 643731"/>
                <a:gd name="csY2" fmla="*/ 17545 h 698953"/>
                <a:gd name="csX3" fmla="*/ 136525 w 643731"/>
                <a:gd name="csY3" fmla="*/ 0 h 698953"/>
                <a:gd name="csX4" fmla="*/ 158534 w 643731"/>
                <a:gd name="csY4" fmla="*/ 26590 h 698953"/>
                <a:gd name="csX5" fmla="*/ 182346 w 643731"/>
                <a:gd name="csY5" fmla="*/ 61576 h 698953"/>
                <a:gd name="csX6" fmla="*/ 643731 w 643731"/>
                <a:gd name="csY6" fmla="*/ 668632 h 698953"/>
                <a:gd name="csX0" fmla="*/ 643731 w 643731"/>
                <a:gd name="csY0" fmla="*/ 668632 h 698953"/>
                <a:gd name="csX1" fmla="*/ 499269 w 643731"/>
                <a:gd name="csY1" fmla="*/ 698953 h 698953"/>
                <a:gd name="csX2" fmla="*/ 0 w 643731"/>
                <a:gd name="csY2" fmla="*/ 17545 h 698953"/>
                <a:gd name="csX3" fmla="*/ 136525 w 643731"/>
                <a:gd name="csY3" fmla="*/ 0 h 698953"/>
                <a:gd name="csX4" fmla="*/ 158534 w 643731"/>
                <a:gd name="csY4" fmla="*/ 26590 h 698953"/>
                <a:gd name="csX5" fmla="*/ 94240 w 643731"/>
                <a:gd name="csY5" fmla="*/ 33588 h 698953"/>
                <a:gd name="csX6" fmla="*/ 643731 w 643731"/>
                <a:gd name="csY6" fmla="*/ 668632 h 698953"/>
                <a:gd name="csX0" fmla="*/ 643731 w 643731"/>
                <a:gd name="csY0" fmla="*/ 668632 h 698953"/>
                <a:gd name="csX1" fmla="*/ 499269 w 643731"/>
                <a:gd name="csY1" fmla="*/ 698953 h 698953"/>
                <a:gd name="csX2" fmla="*/ 0 w 643731"/>
                <a:gd name="csY2" fmla="*/ 17545 h 698953"/>
                <a:gd name="csX3" fmla="*/ 136525 w 643731"/>
                <a:gd name="csY3" fmla="*/ 0 h 698953"/>
                <a:gd name="csX4" fmla="*/ 158534 w 643731"/>
                <a:gd name="csY4" fmla="*/ 26590 h 698953"/>
                <a:gd name="csX5" fmla="*/ 91859 w 643731"/>
                <a:gd name="csY5" fmla="*/ 37787 h 698953"/>
                <a:gd name="csX6" fmla="*/ 643731 w 643731"/>
                <a:gd name="csY6" fmla="*/ 668632 h 698953"/>
                <a:gd name="csX0" fmla="*/ 643731 w 643731"/>
                <a:gd name="csY0" fmla="*/ 668632 h 698953"/>
                <a:gd name="csX1" fmla="*/ 499269 w 643731"/>
                <a:gd name="csY1" fmla="*/ 698953 h 698953"/>
                <a:gd name="csX2" fmla="*/ 0 w 643731"/>
                <a:gd name="csY2" fmla="*/ 17545 h 698953"/>
                <a:gd name="csX3" fmla="*/ 136525 w 643731"/>
                <a:gd name="csY3" fmla="*/ 0 h 698953"/>
                <a:gd name="csX4" fmla="*/ 158534 w 643731"/>
                <a:gd name="csY4" fmla="*/ 26590 h 698953"/>
                <a:gd name="csX5" fmla="*/ 106147 w 643731"/>
                <a:gd name="csY5" fmla="*/ 37787 h 698953"/>
                <a:gd name="csX6" fmla="*/ 643731 w 643731"/>
                <a:gd name="csY6" fmla="*/ 668632 h 698953"/>
                <a:gd name="csX0" fmla="*/ 643731 w 643731"/>
                <a:gd name="csY0" fmla="*/ 668632 h 698953"/>
                <a:gd name="csX1" fmla="*/ 499269 w 643731"/>
                <a:gd name="csY1" fmla="*/ 698953 h 698953"/>
                <a:gd name="csX2" fmla="*/ 0 w 643731"/>
                <a:gd name="csY2" fmla="*/ 17545 h 698953"/>
                <a:gd name="csX3" fmla="*/ 136525 w 643731"/>
                <a:gd name="csY3" fmla="*/ 0 h 698953"/>
                <a:gd name="csX4" fmla="*/ 158534 w 643731"/>
                <a:gd name="csY4" fmla="*/ 26590 h 698953"/>
                <a:gd name="csX5" fmla="*/ 106147 w 643731"/>
                <a:gd name="csY5" fmla="*/ 37787 h 698953"/>
                <a:gd name="csX6" fmla="*/ 299028 w 643731"/>
                <a:gd name="csY6" fmla="*/ 272890 h 698953"/>
                <a:gd name="csX7" fmla="*/ 643731 w 643731"/>
                <a:gd name="csY7" fmla="*/ 668632 h 698953"/>
                <a:gd name="csX0" fmla="*/ 643731 w 643731"/>
                <a:gd name="csY0" fmla="*/ 668632 h 698953"/>
                <a:gd name="csX1" fmla="*/ 499269 w 643731"/>
                <a:gd name="csY1" fmla="*/ 698953 h 698953"/>
                <a:gd name="csX2" fmla="*/ 0 w 643731"/>
                <a:gd name="csY2" fmla="*/ 17545 h 698953"/>
                <a:gd name="csX3" fmla="*/ 136525 w 643731"/>
                <a:gd name="csY3" fmla="*/ 0 h 698953"/>
                <a:gd name="csX4" fmla="*/ 158534 w 643731"/>
                <a:gd name="csY4" fmla="*/ 26590 h 698953"/>
                <a:gd name="csX5" fmla="*/ 106147 w 643731"/>
                <a:gd name="csY5" fmla="*/ 37787 h 698953"/>
                <a:gd name="csX6" fmla="*/ 299028 w 643731"/>
                <a:gd name="csY6" fmla="*/ 272890 h 698953"/>
                <a:gd name="csX7" fmla="*/ 315696 w 643731"/>
                <a:gd name="csY7" fmla="*/ 293881 h 698953"/>
                <a:gd name="csX8" fmla="*/ 643731 w 643731"/>
                <a:gd name="csY8" fmla="*/ 668632 h 698953"/>
                <a:gd name="csX0" fmla="*/ 643731 w 643731"/>
                <a:gd name="csY0" fmla="*/ 668632 h 698953"/>
                <a:gd name="csX1" fmla="*/ 499269 w 643731"/>
                <a:gd name="csY1" fmla="*/ 698953 h 698953"/>
                <a:gd name="csX2" fmla="*/ 0 w 643731"/>
                <a:gd name="csY2" fmla="*/ 17545 h 698953"/>
                <a:gd name="csX3" fmla="*/ 136525 w 643731"/>
                <a:gd name="csY3" fmla="*/ 0 h 698953"/>
                <a:gd name="csX4" fmla="*/ 158534 w 643731"/>
                <a:gd name="csY4" fmla="*/ 26590 h 698953"/>
                <a:gd name="csX5" fmla="*/ 106147 w 643731"/>
                <a:gd name="csY5" fmla="*/ 37787 h 698953"/>
                <a:gd name="csX6" fmla="*/ 299028 w 643731"/>
                <a:gd name="csY6" fmla="*/ 272890 h 698953"/>
                <a:gd name="csX7" fmla="*/ 346652 w 643731"/>
                <a:gd name="csY7" fmla="*/ 261694 h 698953"/>
                <a:gd name="csX8" fmla="*/ 643731 w 643731"/>
                <a:gd name="csY8" fmla="*/ 668632 h 698953"/>
                <a:gd name="csX0" fmla="*/ 643731 w 643731"/>
                <a:gd name="csY0" fmla="*/ 668632 h 698953"/>
                <a:gd name="csX1" fmla="*/ 499269 w 643731"/>
                <a:gd name="csY1" fmla="*/ 698953 h 698953"/>
                <a:gd name="csX2" fmla="*/ 0 w 643731"/>
                <a:gd name="csY2" fmla="*/ 17545 h 698953"/>
                <a:gd name="csX3" fmla="*/ 136525 w 643731"/>
                <a:gd name="csY3" fmla="*/ 0 h 698953"/>
                <a:gd name="csX4" fmla="*/ 158534 w 643731"/>
                <a:gd name="csY4" fmla="*/ 26590 h 698953"/>
                <a:gd name="csX5" fmla="*/ 106147 w 643731"/>
                <a:gd name="csY5" fmla="*/ 37787 h 698953"/>
                <a:gd name="csX6" fmla="*/ 299028 w 643731"/>
                <a:gd name="csY6" fmla="*/ 272890 h 698953"/>
                <a:gd name="csX7" fmla="*/ 346652 w 643731"/>
                <a:gd name="csY7" fmla="*/ 261694 h 698953"/>
                <a:gd name="csX8" fmla="*/ 363321 w 643731"/>
                <a:gd name="csY8" fmla="*/ 286884 h 698953"/>
                <a:gd name="csX9" fmla="*/ 643731 w 643731"/>
                <a:gd name="csY9" fmla="*/ 668632 h 698953"/>
                <a:gd name="csX0" fmla="*/ 643731 w 643731"/>
                <a:gd name="csY0" fmla="*/ 668632 h 698953"/>
                <a:gd name="csX1" fmla="*/ 499269 w 643731"/>
                <a:gd name="csY1" fmla="*/ 698953 h 698953"/>
                <a:gd name="csX2" fmla="*/ 0 w 643731"/>
                <a:gd name="csY2" fmla="*/ 17545 h 698953"/>
                <a:gd name="csX3" fmla="*/ 136525 w 643731"/>
                <a:gd name="csY3" fmla="*/ 0 h 698953"/>
                <a:gd name="csX4" fmla="*/ 158534 w 643731"/>
                <a:gd name="csY4" fmla="*/ 26590 h 698953"/>
                <a:gd name="csX5" fmla="*/ 106147 w 643731"/>
                <a:gd name="csY5" fmla="*/ 37787 h 698953"/>
                <a:gd name="csX6" fmla="*/ 299028 w 643731"/>
                <a:gd name="csY6" fmla="*/ 272890 h 698953"/>
                <a:gd name="csX7" fmla="*/ 346652 w 643731"/>
                <a:gd name="csY7" fmla="*/ 261694 h 698953"/>
                <a:gd name="csX8" fmla="*/ 363321 w 643731"/>
                <a:gd name="csY8" fmla="*/ 286884 h 698953"/>
                <a:gd name="csX9" fmla="*/ 379990 w 643731"/>
                <a:gd name="csY9" fmla="*/ 307875 h 698953"/>
                <a:gd name="csX10" fmla="*/ 643731 w 643731"/>
                <a:gd name="csY10" fmla="*/ 668632 h 698953"/>
                <a:gd name="csX0" fmla="*/ 643731 w 643731"/>
                <a:gd name="csY0" fmla="*/ 668632 h 698953"/>
                <a:gd name="csX1" fmla="*/ 499269 w 643731"/>
                <a:gd name="csY1" fmla="*/ 698953 h 698953"/>
                <a:gd name="csX2" fmla="*/ 0 w 643731"/>
                <a:gd name="csY2" fmla="*/ 17545 h 698953"/>
                <a:gd name="csX3" fmla="*/ 136525 w 643731"/>
                <a:gd name="csY3" fmla="*/ 0 h 698953"/>
                <a:gd name="csX4" fmla="*/ 158534 w 643731"/>
                <a:gd name="csY4" fmla="*/ 26590 h 698953"/>
                <a:gd name="csX5" fmla="*/ 106147 w 643731"/>
                <a:gd name="csY5" fmla="*/ 37787 h 698953"/>
                <a:gd name="csX6" fmla="*/ 299028 w 643731"/>
                <a:gd name="csY6" fmla="*/ 272890 h 698953"/>
                <a:gd name="csX7" fmla="*/ 346652 w 643731"/>
                <a:gd name="csY7" fmla="*/ 261694 h 698953"/>
                <a:gd name="csX8" fmla="*/ 363321 w 643731"/>
                <a:gd name="csY8" fmla="*/ 286884 h 698953"/>
                <a:gd name="csX9" fmla="*/ 320459 w 643731"/>
                <a:gd name="csY9" fmla="*/ 295281 h 698953"/>
                <a:gd name="csX10" fmla="*/ 643731 w 643731"/>
                <a:gd name="csY10" fmla="*/ 668632 h 698953"/>
                <a:gd name="csX0" fmla="*/ 615156 w 615156"/>
                <a:gd name="csY0" fmla="*/ 676277 h 706598"/>
                <a:gd name="csX1" fmla="*/ 470694 w 615156"/>
                <a:gd name="csY1" fmla="*/ 706598 h 706598"/>
                <a:gd name="csX2" fmla="*/ 0 w 615156"/>
                <a:gd name="csY2" fmla="*/ 0 h 706598"/>
                <a:gd name="csX3" fmla="*/ 107950 w 615156"/>
                <a:gd name="csY3" fmla="*/ 7645 h 706598"/>
                <a:gd name="csX4" fmla="*/ 129959 w 615156"/>
                <a:gd name="csY4" fmla="*/ 34235 h 706598"/>
                <a:gd name="csX5" fmla="*/ 77572 w 615156"/>
                <a:gd name="csY5" fmla="*/ 45432 h 706598"/>
                <a:gd name="csX6" fmla="*/ 270453 w 615156"/>
                <a:gd name="csY6" fmla="*/ 280535 h 706598"/>
                <a:gd name="csX7" fmla="*/ 318077 w 615156"/>
                <a:gd name="csY7" fmla="*/ 269339 h 706598"/>
                <a:gd name="csX8" fmla="*/ 334746 w 615156"/>
                <a:gd name="csY8" fmla="*/ 294529 h 706598"/>
                <a:gd name="csX9" fmla="*/ 291884 w 615156"/>
                <a:gd name="csY9" fmla="*/ 302926 h 706598"/>
                <a:gd name="csX10" fmla="*/ 615156 w 615156"/>
                <a:gd name="csY10" fmla="*/ 676277 h 706598"/>
                <a:gd name="csX0" fmla="*/ 615156 w 615156"/>
                <a:gd name="csY0" fmla="*/ 693821 h 724142"/>
                <a:gd name="csX1" fmla="*/ 470694 w 615156"/>
                <a:gd name="csY1" fmla="*/ 724142 h 724142"/>
                <a:gd name="csX2" fmla="*/ 0 w 615156"/>
                <a:gd name="csY2" fmla="*/ 17544 h 724142"/>
                <a:gd name="csX3" fmla="*/ 93663 w 615156"/>
                <a:gd name="csY3" fmla="*/ 0 h 724142"/>
                <a:gd name="csX4" fmla="*/ 129959 w 615156"/>
                <a:gd name="csY4" fmla="*/ 51779 h 724142"/>
                <a:gd name="csX5" fmla="*/ 77572 w 615156"/>
                <a:gd name="csY5" fmla="*/ 62976 h 724142"/>
                <a:gd name="csX6" fmla="*/ 270453 w 615156"/>
                <a:gd name="csY6" fmla="*/ 298079 h 724142"/>
                <a:gd name="csX7" fmla="*/ 318077 w 615156"/>
                <a:gd name="csY7" fmla="*/ 286883 h 724142"/>
                <a:gd name="csX8" fmla="*/ 334746 w 615156"/>
                <a:gd name="csY8" fmla="*/ 312073 h 724142"/>
                <a:gd name="csX9" fmla="*/ 291884 w 615156"/>
                <a:gd name="csY9" fmla="*/ 320470 h 724142"/>
                <a:gd name="csX10" fmla="*/ 615156 w 615156"/>
                <a:gd name="csY10" fmla="*/ 693821 h 724142"/>
                <a:gd name="csX0" fmla="*/ 596106 w 596106"/>
                <a:gd name="csY0" fmla="*/ 693821 h 724142"/>
                <a:gd name="csX1" fmla="*/ 451644 w 596106"/>
                <a:gd name="csY1" fmla="*/ 724142 h 724142"/>
                <a:gd name="csX2" fmla="*/ 0 w 596106"/>
                <a:gd name="csY2" fmla="*/ 51131 h 724142"/>
                <a:gd name="csX3" fmla="*/ 74613 w 596106"/>
                <a:gd name="csY3" fmla="*/ 0 h 724142"/>
                <a:gd name="csX4" fmla="*/ 110909 w 596106"/>
                <a:gd name="csY4" fmla="*/ 51779 h 724142"/>
                <a:gd name="csX5" fmla="*/ 58522 w 596106"/>
                <a:gd name="csY5" fmla="*/ 62976 h 724142"/>
                <a:gd name="csX6" fmla="*/ 251403 w 596106"/>
                <a:gd name="csY6" fmla="*/ 298079 h 724142"/>
                <a:gd name="csX7" fmla="*/ 299027 w 596106"/>
                <a:gd name="csY7" fmla="*/ 286883 h 724142"/>
                <a:gd name="csX8" fmla="*/ 315696 w 596106"/>
                <a:gd name="csY8" fmla="*/ 312073 h 724142"/>
                <a:gd name="csX9" fmla="*/ 272834 w 596106"/>
                <a:gd name="csY9" fmla="*/ 320470 h 724142"/>
                <a:gd name="csX10" fmla="*/ 596106 w 596106"/>
                <a:gd name="csY10" fmla="*/ 693821 h 724142"/>
                <a:gd name="csX0" fmla="*/ 596106 w 596106"/>
                <a:gd name="csY0" fmla="*/ 667232 h 697553"/>
                <a:gd name="csX1" fmla="*/ 451644 w 596106"/>
                <a:gd name="csY1" fmla="*/ 697553 h 697553"/>
                <a:gd name="csX2" fmla="*/ 0 w 596106"/>
                <a:gd name="csY2" fmla="*/ 24542 h 697553"/>
                <a:gd name="csX3" fmla="*/ 96044 w 596106"/>
                <a:gd name="csY3" fmla="*/ 0 h 697553"/>
                <a:gd name="csX4" fmla="*/ 110909 w 596106"/>
                <a:gd name="csY4" fmla="*/ 25190 h 697553"/>
                <a:gd name="csX5" fmla="*/ 58522 w 596106"/>
                <a:gd name="csY5" fmla="*/ 36387 h 697553"/>
                <a:gd name="csX6" fmla="*/ 251403 w 596106"/>
                <a:gd name="csY6" fmla="*/ 271490 h 697553"/>
                <a:gd name="csX7" fmla="*/ 299027 w 596106"/>
                <a:gd name="csY7" fmla="*/ 260294 h 697553"/>
                <a:gd name="csX8" fmla="*/ 315696 w 596106"/>
                <a:gd name="csY8" fmla="*/ 285484 h 697553"/>
                <a:gd name="csX9" fmla="*/ 272834 w 596106"/>
                <a:gd name="csY9" fmla="*/ 293881 h 697553"/>
                <a:gd name="csX10" fmla="*/ 596106 w 596106"/>
                <a:gd name="csY10" fmla="*/ 667232 h 697553"/>
                <a:gd name="csX0" fmla="*/ 598487 w 598487"/>
                <a:gd name="csY0" fmla="*/ 667232 h 697553"/>
                <a:gd name="csX1" fmla="*/ 454025 w 598487"/>
                <a:gd name="csY1" fmla="*/ 697553 h 697553"/>
                <a:gd name="csX2" fmla="*/ 0 w 598487"/>
                <a:gd name="csY2" fmla="*/ 16145 h 697553"/>
                <a:gd name="csX3" fmla="*/ 98425 w 598487"/>
                <a:gd name="csY3" fmla="*/ 0 h 697553"/>
                <a:gd name="csX4" fmla="*/ 113290 w 598487"/>
                <a:gd name="csY4" fmla="*/ 25190 h 697553"/>
                <a:gd name="csX5" fmla="*/ 60903 w 598487"/>
                <a:gd name="csY5" fmla="*/ 36387 h 697553"/>
                <a:gd name="csX6" fmla="*/ 253784 w 598487"/>
                <a:gd name="csY6" fmla="*/ 271490 h 697553"/>
                <a:gd name="csX7" fmla="*/ 301408 w 598487"/>
                <a:gd name="csY7" fmla="*/ 260294 h 697553"/>
                <a:gd name="csX8" fmla="*/ 318077 w 598487"/>
                <a:gd name="csY8" fmla="*/ 285484 h 697553"/>
                <a:gd name="csX9" fmla="*/ 275215 w 598487"/>
                <a:gd name="csY9" fmla="*/ 293881 h 697553"/>
                <a:gd name="csX10" fmla="*/ 598487 w 598487"/>
                <a:gd name="csY10" fmla="*/ 667232 h 697553"/>
                <a:gd name="csX0" fmla="*/ 598487 w 598487"/>
                <a:gd name="csY0" fmla="*/ 667232 h 697553"/>
                <a:gd name="csX1" fmla="*/ 454025 w 598487"/>
                <a:gd name="csY1" fmla="*/ 697553 h 697553"/>
                <a:gd name="csX2" fmla="*/ 0 w 598487"/>
                <a:gd name="csY2" fmla="*/ 16145 h 697553"/>
                <a:gd name="csX3" fmla="*/ 98425 w 598487"/>
                <a:gd name="csY3" fmla="*/ 0 h 697553"/>
                <a:gd name="csX4" fmla="*/ 113290 w 598487"/>
                <a:gd name="csY4" fmla="*/ 25190 h 697553"/>
                <a:gd name="csX5" fmla="*/ 60903 w 598487"/>
                <a:gd name="csY5" fmla="*/ 32189 h 697553"/>
                <a:gd name="csX6" fmla="*/ 253784 w 598487"/>
                <a:gd name="csY6" fmla="*/ 271490 h 697553"/>
                <a:gd name="csX7" fmla="*/ 301408 w 598487"/>
                <a:gd name="csY7" fmla="*/ 260294 h 697553"/>
                <a:gd name="csX8" fmla="*/ 318077 w 598487"/>
                <a:gd name="csY8" fmla="*/ 285484 h 697553"/>
                <a:gd name="csX9" fmla="*/ 275215 w 598487"/>
                <a:gd name="csY9" fmla="*/ 293881 h 697553"/>
                <a:gd name="csX10" fmla="*/ 598487 w 598487"/>
                <a:gd name="csY10" fmla="*/ 667232 h 6975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98487" h="697553">
                  <a:moveTo>
                    <a:pt x="598487" y="667232"/>
                  </a:moveTo>
                  <a:lnTo>
                    <a:pt x="454025" y="697553"/>
                  </a:lnTo>
                  <a:lnTo>
                    <a:pt x="0" y="16145"/>
                  </a:lnTo>
                  <a:lnTo>
                    <a:pt x="98425" y="0"/>
                  </a:lnTo>
                  <a:lnTo>
                    <a:pt x="113290" y="25190"/>
                  </a:lnTo>
                  <a:lnTo>
                    <a:pt x="60903" y="32189"/>
                  </a:lnTo>
                  <a:lnTo>
                    <a:pt x="253784" y="271490"/>
                  </a:lnTo>
                  <a:lnTo>
                    <a:pt x="301408" y="260294"/>
                  </a:lnTo>
                  <a:lnTo>
                    <a:pt x="318077" y="285484"/>
                  </a:lnTo>
                  <a:lnTo>
                    <a:pt x="275215" y="293881"/>
                  </a:lnTo>
                  <a:lnTo>
                    <a:pt x="598487" y="667232"/>
                  </a:lnTo>
                  <a:close/>
                </a:path>
              </a:pathLst>
            </a:custGeom>
            <a:solidFill>
              <a:schemeClr val="accent5">
                <a:lumMod val="75000"/>
                <a:alpha val="25000"/>
              </a:schemeClr>
            </a:solidFill>
            <a:ln w="12700">
              <a:solidFill>
                <a:schemeClr val="accent5">
                  <a:lumMod val="7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651B85BF-E800-AF01-34A4-AF2D031DE279}"/>
                </a:ext>
              </a:extLst>
            </p:cNvPr>
            <p:cNvCxnSpPr>
              <a:cxnSpLocks/>
            </p:cNvCxnSpPr>
            <p:nvPr/>
          </p:nvCxnSpPr>
          <p:spPr>
            <a:xfrm>
              <a:off x="2504121" y="1827393"/>
              <a:ext cx="498330" cy="0"/>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47" name="Group 46">
            <a:extLst>
              <a:ext uri="{FF2B5EF4-FFF2-40B4-BE49-F238E27FC236}">
                <a16:creationId xmlns:a16="http://schemas.microsoft.com/office/drawing/2014/main" id="{FA373550-D6AD-54BB-D269-320B6E8CBD18}"/>
              </a:ext>
            </a:extLst>
          </p:cNvPr>
          <p:cNvGrpSpPr/>
          <p:nvPr/>
        </p:nvGrpSpPr>
        <p:grpSpPr>
          <a:xfrm>
            <a:off x="2452901" y="4359080"/>
            <a:ext cx="1284865" cy="1397361"/>
            <a:chOff x="-1322967" y="6612314"/>
            <a:chExt cx="1284865" cy="1397361"/>
          </a:xfrm>
        </p:grpSpPr>
        <p:sp>
          <p:nvSpPr>
            <p:cNvPr id="42" name="TextBox 41">
              <a:extLst>
                <a:ext uri="{FF2B5EF4-FFF2-40B4-BE49-F238E27FC236}">
                  <a16:creationId xmlns:a16="http://schemas.microsoft.com/office/drawing/2014/main" id="{95D42072-524A-B627-7C0E-6AA367A2CE8D}"/>
                </a:ext>
              </a:extLst>
            </p:cNvPr>
            <p:cNvSpPr txBox="1"/>
            <p:nvPr/>
          </p:nvSpPr>
          <p:spPr>
            <a:xfrm>
              <a:off x="-1127588" y="7640343"/>
              <a:ext cx="1089486" cy="369332"/>
            </a:xfrm>
            <a:prstGeom prst="rect">
              <a:avLst/>
            </a:prstGeom>
            <a:solidFill>
              <a:srgbClr val="0070C0"/>
            </a:solidFill>
          </p:spPr>
          <p:txBody>
            <a:bodyPr wrap="square" rtlCol="0">
              <a:spAutoFit/>
            </a:bodyPr>
            <a:lstStyle/>
            <a:p>
              <a:r>
                <a:rPr lang="en-US" b="1" dirty="0">
                  <a:solidFill>
                    <a:schemeClr val="bg1"/>
                  </a:solidFill>
                </a:rPr>
                <a:t>Elevator</a:t>
              </a:r>
            </a:p>
          </p:txBody>
        </p:sp>
        <p:sp>
          <p:nvSpPr>
            <p:cNvPr id="43" name="Freeform: Shape 42">
              <a:extLst>
                <a:ext uri="{FF2B5EF4-FFF2-40B4-BE49-F238E27FC236}">
                  <a16:creationId xmlns:a16="http://schemas.microsoft.com/office/drawing/2014/main" id="{6CC9CFE4-32E4-07CF-C49C-959AA26658A0}"/>
                </a:ext>
              </a:extLst>
            </p:cNvPr>
            <p:cNvSpPr/>
            <p:nvPr/>
          </p:nvSpPr>
          <p:spPr>
            <a:xfrm>
              <a:off x="-1322967" y="6612314"/>
              <a:ext cx="923925" cy="290803"/>
            </a:xfrm>
            <a:custGeom>
              <a:avLst/>
              <a:gdLst>
                <a:gd name="csX0" fmla="*/ 2330450 w 2330450"/>
                <a:gd name="csY0" fmla="*/ 552450 h 552450"/>
                <a:gd name="csX1" fmla="*/ 6350 w 2330450"/>
                <a:gd name="csY1" fmla="*/ 44450 h 552450"/>
                <a:gd name="csX2" fmla="*/ 0 w 2330450"/>
                <a:gd name="csY2" fmla="*/ 0 h 552450"/>
                <a:gd name="csX3" fmla="*/ 2330450 w 2330450"/>
                <a:gd name="csY3" fmla="*/ 552450 h 552450"/>
                <a:gd name="csX0" fmla="*/ 2330450 w 2330450"/>
                <a:gd name="csY0" fmla="*/ 552450 h 552450"/>
                <a:gd name="csX1" fmla="*/ 6350 w 2330450"/>
                <a:gd name="csY1" fmla="*/ 44450 h 552450"/>
                <a:gd name="csX2" fmla="*/ 0 w 2330450"/>
                <a:gd name="csY2" fmla="*/ 0 h 552450"/>
                <a:gd name="csX3" fmla="*/ 1831975 w 2330450"/>
                <a:gd name="csY3" fmla="*/ 434975 h 552450"/>
                <a:gd name="csX4" fmla="*/ 2330450 w 2330450"/>
                <a:gd name="csY4" fmla="*/ 552450 h 552450"/>
                <a:gd name="csX0" fmla="*/ 2330450 w 2330450"/>
                <a:gd name="csY0" fmla="*/ 552450 h 552450"/>
                <a:gd name="csX1" fmla="*/ 6350 w 2330450"/>
                <a:gd name="csY1" fmla="*/ 44450 h 552450"/>
                <a:gd name="csX2" fmla="*/ 0 w 2330450"/>
                <a:gd name="csY2" fmla="*/ 0 h 552450"/>
                <a:gd name="csX3" fmla="*/ 2298700 w 2330450"/>
                <a:gd name="csY3" fmla="*/ 485775 h 552450"/>
                <a:gd name="csX4" fmla="*/ 2330450 w 2330450"/>
                <a:gd name="csY4" fmla="*/ 552450 h 552450"/>
                <a:gd name="csX0" fmla="*/ 2339975 w 2339975"/>
                <a:gd name="csY0" fmla="*/ 552450 h 552450"/>
                <a:gd name="csX1" fmla="*/ 6350 w 2339975"/>
                <a:gd name="csY1" fmla="*/ 44450 h 552450"/>
                <a:gd name="csX2" fmla="*/ 0 w 2339975"/>
                <a:gd name="csY2" fmla="*/ 0 h 552450"/>
                <a:gd name="csX3" fmla="*/ 2298700 w 2339975"/>
                <a:gd name="csY3" fmla="*/ 485775 h 552450"/>
                <a:gd name="csX4" fmla="*/ 2339975 w 2339975"/>
                <a:gd name="csY4" fmla="*/ 552450 h 552450"/>
                <a:gd name="csX0" fmla="*/ 2362200 w 2362200"/>
                <a:gd name="csY0" fmla="*/ 552450 h 552450"/>
                <a:gd name="csX1" fmla="*/ 0 w 2362200"/>
                <a:gd name="csY1" fmla="*/ 6350 h 552450"/>
                <a:gd name="csX2" fmla="*/ 22225 w 2362200"/>
                <a:gd name="csY2" fmla="*/ 0 h 552450"/>
                <a:gd name="csX3" fmla="*/ 2320925 w 2362200"/>
                <a:gd name="csY3" fmla="*/ 485775 h 552450"/>
                <a:gd name="csX4" fmla="*/ 2362200 w 2362200"/>
                <a:gd name="csY4" fmla="*/ 552450 h 552450"/>
                <a:gd name="csX0" fmla="*/ 2157412 w 2320925"/>
                <a:gd name="csY0" fmla="*/ 602830 h 602830"/>
                <a:gd name="csX1" fmla="*/ 0 w 2320925"/>
                <a:gd name="csY1" fmla="*/ 6350 h 602830"/>
                <a:gd name="csX2" fmla="*/ 22225 w 2320925"/>
                <a:gd name="csY2" fmla="*/ 0 h 602830"/>
                <a:gd name="csX3" fmla="*/ 2320925 w 2320925"/>
                <a:gd name="csY3" fmla="*/ 485775 h 602830"/>
                <a:gd name="csX4" fmla="*/ 2157412 w 2320925"/>
                <a:gd name="csY4" fmla="*/ 602830 h 602830"/>
                <a:gd name="csX0" fmla="*/ 2157412 w 2320925"/>
                <a:gd name="csY0" fmla="*/ 602830 h 602830"/>
                <a:gd name="csX1" fmla="*/ 1592263 w 2320925"/>
                <a:gd name="csY1" fmla="*/ 452187 h 602830"/>
                <a:gd name="csX2" fmla="*/ 0 w 2320925"/>
                <a:gd name="csY2" fmla="*/ 6350 h 602830"/>
                <a:gd name="csX3" fmla="*/ 22225 w 2320925"/>
                <a:gd name="csY3" fmla="*/ 0 h 602830"/>
                <a:gd name="csX4" fmla="*/ 2320925 w 2320925"/>
                <a:gd name="csY4" fmla="*/ 485775 h 602830"/>
                <a:gd name="csX5" fmla="*/ 2157412 w 2320925"/>
                <a:gd name="csY5" fmla="*/ 602830 h 602830"/>
                <a:gd name="csX0" fmla="*/ 2157412 w 2320925"/>
                <a:gd name="csY0" fmla="*/ 602830 h 602830"/>
                <a:gd name="csX1" fmla="*/ 1682751 w 2320925"/>
                <a:gd name="csY1" fmla="*/ 413003 h 602830"/>
                <a:gd name="csX2" fmla="*/ 0 w 2320925"/>
                <a:gd name="csY2" fmla="*/ 6350 h 602830"/>
                <a:gd name="csX3" fmla="*/ 22225 w 2320925"/>
                <a:gd name="csY3" fmla="*/ 0 h 602830"/>
                <a:gd name="csX4" fmla="*/ 2320925 w 2320925"/>
                <a:gd name="csY4" fmla="*/ 485775 h 602830"/>
                <a:gd name="csX5" fmla="*/ 2157412 w 2320925"/>
                <a:gd name="csY5" fmla="*/ 602830 h 602830"/>
                <a:gd name="csX0" fmla="*/ 2157412 w 2320925"/>
                <a:gd name="csY0" fmla="*/ 602830 h 602830"/>
                <a:gd name="csX1" fmla="*/ 1682751 w 2320925"/>
                <a:gd name="csY1" fmla="*/ 413003 h 602830"/>
                <a:gd name="csX2" fmla="*/ 0 w 2320925"/>
                <a:gd name="csY2" fmla="*/ 6350 h 602830"/>
                <a:gd name="csX3" fmla="*/ 22225 w 2320925"/>
                <a:gd name="csY3" fmla="*/ 0 h 602830"/>
                <a:gd name="csX4" fmla="*/ 1754188 w 2320925"/>
                <a:gd name="csY4" fmla="*/ 371020 h 602830"/>
                <a:gd name="csX5" fmla="*/ 2320925 w 2320925"/>
                <a:gd name="csY5" fmla="*/ 485775 h 602830"/>
                <a:gd name="csX6" fmla="*/ 2157412 w 2320925"/>
                <a:gd name="csY6" fmla="*/ 602830 h 602830"/>
                <a:gd name="csX0" fmla="*/ 2157412 w 2220913"/>
                <a:gd name="csY0" fmla="*/ 602830 h 602830"/>
                <a:gd name="csX1" fmla="*/ 1682751 w 2220913"/>
                <a:gd name="csY1" fmla="*/ 413003 h 602830"/>
                <a:gd name="csX2" fmla="*/ 0 w 2220913"/>
                <a:gd name="csY2" fmla="*/ 6350 h 602830"/>
                <a:gd name="csX3" fmla="*/ 22225 w 2220913"/>
                <a:gd name="csY3" fmla="*/ 0 h 602830"/>
                <a:gd name="csX4" fmla="*/ 1754188 w 2220913"/>
                <a:gd name="csY4" fmla="*/ 371020 h 602830"/>
                <a:gd name="csX5" fmla="*/ 2220913 w 2220913"/>
                <a:gd name="csY5" fmla="*/ 538953 h 602830"/>
                <a:gd name="csX6" fmla="*/ 2157412 w 2220913"/>
                <a:gd name="csY6" fmla="*/ 602830 h 602830"/>
                <a:gd name="csX0" fmla="*/ 2135187 w 2198688"/>
                <a:gd name="csY0" fmla="*/ 602830 h 602830"/>
                <a:gd name="csX1" fmla="*/ 1660526 w 2198688"/>
                <a:gd name="csY1" fmla="*/ 413003 h 602830"/>
                <a:gd name="csX2" fmla="*/ 384175 w 2198688"/>
                <a:gd name="csY2" fmla="*/ 103377 h 602830"/>
                <a:gd name="csX3" fmla="*/ 0 w 2198688"/>
                <a:gd name="csY3" fmla="*/ 0 h 602830"/>
                <a:gd name="csX4" fmla="*/ 1731963 w 2198688"/>
                <a:gd name="csY4" fmla="*/ 371020 h 602830"/>
                <a:gd name="csX5" fmla="*/ 2198688 w 2198688"/>
                <a:gd name="csY5" fmla="*/ 538953 h 602830"/>
                <a:gd name="csX6" fmla="*/ 2135187 w 2198688"/>
                <a:gd name="csY6" fmla="*/ 602830 h 602830"/>
                <a:gd name="csX0" fmla="*/ 1751012 w 1814513"/>
                <a:gd name="csY0" fmla="*/ 516065 h 516065"/>
                <a:gd name="csX1" fmla="*/ 1276351 w 1814513"/>
                <a:gd name="csY1" fmla="*/ 326238 h 516065"/>
                <a:gd name="csX2" fmla="*/ 0 w 1814513"/>
                <a:gd name="csY2" fmla="*/ 16612 h 516065"/>
                <a:gd name="csX3" fmla="*/ 30162 w 1814513"/>
                <a:gd name="csY3" fmla="*/ 0 h 516065"/>
                <a:gd name="csX4" fmla="*/ 1347788 w 1814513"/>
                <a:gd name="csY4" fmla="*/ 284255 h 516065"/>
                <a:gd name="csX5" fmla="*/ 1814513 w 1814513"/>
                <a:gd name="csY5" fmla="*/ 452188 h 516065"/>
                <a:gd name="csX6" fmla="*/ 1751012 w 1814513"/>
                <a:gd name="csY6" fmla="*/ 516065 h 516065"/>
                <a:gd name="csX0" fmla="*/ 1753393 w 1816894"/>
                <a:gd name="csY0" fmla="*/ 516065 h 516065"/>
                <a:gd name="csX1" fmla="*/ 1278732 w 1816894"/>
                <a:gd name="csY1" fmla="*/ 326238 h 516065"/>
                <a:gd name="csX2" fmla="*/ 0 w 1816894"/>
                <a:gd name="csY2" fmla="*/ 18012 h 516065"/>
                <a:gd name="csX3" fmla="*/ 32543 w 1816894"/>
                <a:gd name="csY3" fmla="*/ 0 h 516065"/>
                <a:gd name="csX4" fmla="*/ 1350169 w 1816894"/>
                <a:gd name="csY4" fmla="*/ 284255 h 516065"/>
                <a:gd name="csX5" fmla="*/ 1816894 w 1816894"/>
                <a:gd name="csY5" fmla="*/ 452188 h 516065"/>
                <a:gd name="csX6" fmla="*/ 1753393 w 1816894"/>
                <a:gd name="csY6" fmla="*/ 516065 h 516065"/>
                <a:gd name="csX0" fmla="*/ 1753393 w 1816894"/>
                <a:gd name="csY0" fmla="*/ 499272 h 499272"/>
                <a:gd name="csX1" fmla="*/ 1278732 w 1816894"/>
                <a:gd name="csY1" fmla="*/ 309445 h 499272"/>
                <a:gd name="csX2" fmla="*/ 0 w 1816894"/>
                <a:gd name="csY2" fmla="*/ 1219 h 499272"/>
                <a:gd name="csX3" fmla="*/ 92074 w 1816894"/>
                <a:gd name="csY3" fmla="*/ 0 h 499272"/>
                <a:gd name="csX4" fmla="*/ 1350169 w 1816894"/>
                <a:gd name="csY4" fmla="*/ 267462 h 499272"/>
                <a:gd name="csX5" fmla="*/ 1816894 w 1816894"/>
                <a:gd name="csY5" fmla="*/ 435395 h 499272"/>
                <a:gd name="csX6" fmla="*/ 1753393 w 1816894"/>
                <a:gd name="csY6" fmla="*/ 499272 h 499272"/>
                <a:gd name="csX0" fmla="*/ 1696243 w 1759744"/>
                <a:gd name="csY0" fmla="*/ 499272 h 499272"/>
                <a:gd name="csX1" fmla="*/ 1221582 w 1759744"/>
                <a:gd name="csY1" fmla="*/ 309445 h 499272"/>
                <a:gd name="csX2" fmla="*/ 0 w 1759744"/>
                <a:gd name="csY2" fmla="*/ 15214 h 499272"/>
                <a:gd name="csX3" fmla="*/ 34924 w 1759744"/>
                <a:gd name="csY3" fmla="*/ 0 h 499272"/>
                <a:gd name="csX4" fmla="*/ 1293019 w 1759744"/>
                <a:gd name="csY4" fmla="*/ 267462 h 499272"/>
                <a:gd name="csX5" fmla="*/ 1759744 w 1759744"/>
                <a:gd name="csY5" fmla="*/ 435395 h 499272"/>
                <a:gd name="csX6" fmla="*/ 1696243 w 1759744"/>
                <a:gd name="csY6" fmla="*/ 499272 h 499272"/>
                <a:gd name="csX0" fmla="*/ 1696243 w 1759744"/>
                <a:gd name="csY0" fmla="*/ 499272 h 499272"/>
                <a:gd name="csX1" fmla="*/ 1221582 w 1759744"/>
                <a:gd name="csY1" fmla="*/ 309445 h 499272"/>
                <a:gd name="csX2" fmla="*/ 0 w 1759744"/>
                <a:gd name="csY2" fmla="*/ 15214 h 499272"/>
                <a:gd name="csX3" fmla="*/ 42068 w 1759744"/>
                <a:gd name="csY3" fmla="*/ 0 h 499272"/>
                <a:gd name="csX4" fmla="*/ 1293019 w 1759744"/>
                <a:gd name="csY4" fmla="*/ 267462 h 499272"/>
                <a:gd name="csX5" fmla="*/ 1759744 w 1759744"/>
                <a:gd name="csY5" fmla="*/ 435395 h 499272"/>
                <a:gd name="csX6" fmla="*/ 1696243 w 1759744"/>
                <a:gd name="csY6" fmla="*/ 499272 h 499272"/>
                <a:gd name="csX0" fmla="*/ 1696243 w 1759744"/>
                <a:gd name="csY0" fmla="*/ 499272 h 499272"/>
                <a:gd name="csX1" fmla="*/ 1221582 w 1759744"/>
                <a:gd name="csY1" fmla="*/ 309445 h 499272"/>
                <a:gd name="csX2" fmla="*/ 0 w 1759744"/>
                <a:gd name="csY2" fmla="*/ 15214 h 499272"/>
                <a:gd name="csX3" fmla="*/ 42068 w 1759744"/>
                <a:gd name="csY3" fmla="*/ 0 h 499272"/>
                <a:gd name="csX4" fmla="*/ 914400 w 1759744"/>
                <a:gd name="csY4" fmla="*/ 147111 h 499272"/>
                <a:gd name="csX5" fmla="*/ 1759744 w 1759744"/>
                <a:gd name="csY5" fmla="*/ 435395 h 499272"/>
                <a:gd name="csX6" fmla="*/ 1696243 w 1759744"/>
                <a:gd name="csY6" fmla="*/ 499272 h 499272"/>
                <a:gd name="csX0" fmla="*/ 1696243 w 1696243"/>
                <a:gd name="csY0" fmla="*/ 499272 h 499272"/>
                <a:gd name="csX1" fmla="*/ 1221582 w 1696243"/>
                <a:gd name="csY1" fmla="*/ 309445 h 499272"/>
                <a:gd name="csX2" fmla="*/ 0 w 1696243"/>
                <a:gd name="csY2" fmla="*/ 15214 h 499272"/>
                <a:gd name="csX3" fmla="*/ 42068 w 1696243"/>
                <a:gd name="csY3" fmla="*/ 0 h 499272"/>
                <a:gd name="csX4" fmla="*/ 914400 w 1696243"/>
                <a:gd name="csY4" fmla="*/ 147111 h 499272"/>
                <a:gd name="csX5" fmla="*/ 826294 w 1696243"/>
                <a:gd name="csY5" fmla="*/ 170902 h 499272"/>
                <a:gd name="csX6" fmla="*/ 1696243 w 1696243"/>
                <a:gd name="csY6" fmla="*/ 499272 h 499272"/>
                <a:gd name="csX0" fmla="*/ 826294 w 1221582"/>
                <a:gd name="csY0" fmla="*/ 170902 h 309445"/>
                <a:gd name="csX1" fmla="*/ 1221582 w 1221582"/>
                <a:gd name="csY1" fmla="*/ 309445 h 309445"/>
                <a:gd name="csX2" fmla="*/ 0 w 1221582"/>
                <a:gd name="csY2" fmla="*/ 15214 h 309445"/>
                <a:gd name="csX3" fmla="*/ 42068 w 1221582"/>
                <a:gd name="csY3" fmla="*/ 0 h 309445"/>
                <a:gd name="csX4" fmla="*/ 914400 w 1221582"/>
                <a:gd name="csY4" fmla="*/ 147111 h 309445"/>
                <a:gd name="csX5" fmla="*/ 826294 w 1221582"/>
                <a:gd name="csY5" fmla="*/ 170902 h 309445"/>
                <a:gd name="csX0" fmla="*/ 826294 w 914400"/>
                <a:gd name="csY0" fmla="*/ 170902 h 170902"/>
                <a:gd name="csX1" fmla="*/ 0 w 914400"/>
                <a:gd name="csY1" fmla="*/ 15214 h 170902"/>
                <a:gd name="csX2" fmla="*/ 42068 w 914400"/>
                <a:gd name="csY2" fmla="*/ 0 h 170902"/>
                <a:gd name="csX3" fmla="*/ 914400 w 914400"/>
                <a:gd name="csY3" fmla="*/ 147111 h 170902"/>
                <a:gd name="csX4" fmla="*/ 826294 w 914400"/>
                <a:gd name="csY4" fmla="*/ 170902 h 170902"/>
                <a:gd name="csX0" fmla="*/ 835819 w 923925"/>
                <a:gd name="csY0" fmla="*/ 170902 h 170902"/>
                <a:gd name="csX1" fmla="*/ 0 w 923925"/>
                <a:gd name="csY1" fmla="*/ 8217 h 170902"/>
                <a:gd name="csX2" fmla="*/ 51593 w 923925"/>
                <a:gd name="csY2" fmla="*/ 0 h 170902"/>
                <a:gd name="csX3" fmla="*/ 923925 w 923925"/>
                <a:gd name="csY3" fmla="*/ 147111 h 170902"/>
                <a:gd name="csX4" fmla="*/ 835819 w 923925"/>
                <a:gd name="csY4" fmla="*/ 170902 h 170902"/>
              </a:gdLst>
              <a:ahLst/>
              <a:cxnLst>
                <a:cxn ang="0">
                  <a:pos x="csX0" y="csY0"/>
                </a:cxn>
                <a:cxn ang="0">
                  <a:pos x="csX1" y="csY1"/>
                </a:cxn>
                <a:cxn ang="0">
                  <a:pos x="csX2" y="csY2"/>
                </a:cxn>
                <a:cxn ang="0">
                  <a:pos x="csX3" y="csY3"/>
                </a:cxn>
                <a:cxn ang="0">
                  <a:pos x="csX4" y="csY4"/>
                </a:cxn>
              </a:cxnLst>
              <a:rect l="l" t="t" r="r" b="b"/>
              <a:pathLst>
                <a:path w="923925" h="170902">
                  <a:moveTo>
                    <a:pt x="835819" y="170902"/>
                  </a:moveTo>
                  <a:lnTo>
                    <a:pt x="0" y="8217"/>
                  </a:lnTo>
                  <a:lnTo>
                    <a:pt x="51593" y="0"/>
                  </a:lnTo>
                  <a:lnTo>
                    <a:pt x="923925" y="147111"/>
                  </a:lnTo>
                  <a:lnTo>
                    <a:pt x="835819" y="170902"/>
                  </a:lnTo>
                  <a:close/>
                </a:path>
              </a:pathLst>
            </a:custGeom>
            <a:solidFill>
              <a:srgbClr val="0070C0">
                <a:alpha val="25000"/>
              </a:srgbClr>
            </a:solidFill>
            <a:ln w="12700">
              <a:solidFill>
                <a:srgbClr val="0070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F3039966-4E75-C578-94F5-756153AABB55}"/>
                </a:ext>
              </a:extLst>
            </p:cNvPr>
            <p:cNvCxnSpPr>
              <a:cxnSpLocks/>
              <a:stCxn id="42" idx="0"/>
            </p:cNvCxnSpPr>
            <p:nvPr/>
          </p:nvCxnSpPr>
          <p:spPr>
            <a:xfrm flipV="1">
              <a:off x="-582845" y="6876201"/>
              <a:ext cx="0" cy="764142"/>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sp>
        <p:nvSpPr>
          <p:cNvPr id="6" name="TextBox 5">
            <a:hlinkClick r:id="rId4"/>
            <a:extLst>
              <a:ext uri="{FF2B5EF4-FFF2-40B4-BE49-F238E27FC236}">
                <a16:creationId xmlns:a16="http://schemas.microsoft.com/office/drawing/2014/main" id="{4DA578E6-BB53-AE0B-AD4B-150D893D980E}"/>
              </a:ext>
            </a:extLst>
          </p:cNvPr>
          <p:cNvSpPr txBox="1"/>
          <p:nvPr/>
        </p:nvSpPr>
        <p:spPr>
          <a:xfrm rot="20705866">
            <a:off x="6484933" y="3209726"/>
            <a:ext cx="1912847" cy="230832"/>
          </a:xfrm>
          <a:prstGeom prst="rect">
            <a:avLst/>
          </a:prstGeom>
          <a:noFill/>
        </p:spPr>
        <p:txBody>
          <a:bodyPr wrap="square" rtlCol="0">
            <a:spAutoFit/>
          </a:bodyPr>
          <a:lstStyle/>
          <a:p>
            <a:pPr algn="r"/>
            <a:r>
              <a:rPr lang="en-US" sz="900" dirty="0"/>
              <a:t>(CC2)  Wikimedia Commons, 2018</a:t>
            </a:r>
          </a:p>
        </p:txBody>
      </p:sp>
    </p:spTree>
    <p:extLst>
      <p:ext uri="{BB962C8B-B14F-4D97-AF65-F5344CB8AC3E}">
        <p14:creationId xmlns:p14="http://schemas.microsoft.com/office/powerpoint/2010/main" val="357741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73A2AFA0-D8B1-DD09-BB6E-D6C25F35B5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66F48-6E1F-4FC3-426C-3EF63D9B05FF}"/>
              </a:ext>
            </a:extLst>
          </p:cNvPr>
          <p:cNvSpPr>
            <a:spLocks noGrp="1"/>
          </p:cNvSpPr>
          <p:nvPr>
            <p:ph type="title"/>
          </p:nvPr>
        </p:nvSpPr>
        <p:spPr>
          <a:xfrm>
            <a:off x="365760" y="365125"/>
            <a:ext cx="10515600" cy="786384"/>
          </a:xfrm>
        </p:spPr>
        <p:txBody>
          <a:bodyPr/>
          <a:lstStyle/>
          <a:p>
            <a:r>
              <a:rPr lang="en-US" dirty="0"/>
              <a:t>The Powerplant</a:t>
            </a:r>
          </a:p>
        </p:txBody>
      </p:sp>
      <p:pic>
        <p:nvPicPr>
          <p:cNvPr id="9" name="Picture 8">
            <a:extLst>
              <a:ext uri="{FF2B5EF4-FFF2-40B4-BE49-F238E27FC236}">
                <a16:creationId xmlns:a16="http://schemas.microsoft.com/office/drawing/2014/main" id="{F61E38CF-DC7A-A722-4374-EBA0993FF6B3}"/>
              </a:ext>
            </a:extLst>
          </p:cNvPr>
          <p:cNvPicPr>
            <a:picLocks noChangeAspect="1"/>
          </p:cNvPicPr>
          <p:nvPr/>
        </p:nvPicPr>
        <p:blipFill>
          <a:blip r:embed="rId3"/>
          <a:stretch>
            <a:fillRect/>
          </a:stretch>
        </p:blipFill>
        <p:spPr>
          <a:xfrm>
            <a:off x="2780837" y="1516030"/>
            <a:ext cx="6630325" cy="4629796"/>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grpSp>
        <p:nvGrpSpPr>
          <p:cNvPr id="10" name="Group 9">
            <a:extLst>
              <a:ext uri="{FF2B5EF4-FFF2-40B4-BE49-F238E27FC236}">
                <a16:creationId xmlns:a16="http://schemas.microsoft.com/office/drawing/2014/main" id="{7C11BB2A-BAE5-0007-662D-5126BB83B111}"/>
              </a:ext>
            </a:extLst>
          </p:cNvPr>
          <p:cNvGrpSpPr/>
          <p:nvPr/>
        </p:nvGrpSpPr>
        <p:grpSpPr>
          <a:xfrm>
            <a:off x="5527796" y="2549652"/>
            <a:ext cx="5826003" cy="2566195"/>
            <a:chOff x="4375271" y="2695735"/>
            <a:chExt cx="5826003" cy="2566195"/>
          </a:xfrm>
        </p:grpSpPr>
        <p:sp>
          <p:nvSpPr>
            <p:cNvPr id="11" name="Freeform: Shape 10">
              <a:extLst>
                <a:ext uri="{FF2B5EF4-FFF2-40B4-BE49-F238E27FC236}">
                  <a16:creationId xmlns:a16="http://schemas.microsoft.com/office/drawing/2014/main" id="{015B6FDF-C34E-052B-D372-D087E5FF436A}"/>
                </a:ext>
              </a:extLst>
            </p:cNvPr>
            <p:cNvSpPr/>
            <p:nvPr/>
          </p:nvSpPr>
          <p:spPr>
            <a:xfrm>
              <a:off x="4375271" y="2695735"/>
              <a:ext cx="3640186" cy="2566195"/>
            </a:xfrm>
            <a:custGeom>
              <a:avLst/>
              <a:gdLst>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36550 w 568325"/>
                <a:gd name="csY3" fmla="*/ 4064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83805"/>
                <a:gd name="csX1" fmla="*/ 536575 w 568325"/>
                <a:gd name="csY1" fmla="*/ 244475 h 483805"/>
                <a:gd name="csX2" fmla="*/ 568325 w 568325"/>
                <a:gd name="csY2" fmla="*/ 336550 h 483805"/>
                <a:gd name="csX3" fmla="*/ 336550 w 568325"/>
                <a:gd name="csY3" fmla="*/ 406400 h 483805"/>
                <a:gd name="csX4" fmla="*/ 34925 w 568325"/>
                <a:gd name="csY4" fmla="*/ 473075 h 483805"/>
                <a:gd name="csX5" fmla="*/ 0 w 568325"/>
                <a:gd name="csY5" fmla="*/ 165100 h 483805"/>
                <a:gd name="csX6" fmla="*/ 47625 w 568325"/>
                <a:gd name="csY6" fmla="*/ 63500 h 483805"/>
                <a:gd name="csX7" fmla="*/ 133350 w 568325"/>
                <a:gd name="csY7" fmla="*/ 0 h 483805"/>
                <a:gd name="csX8" fmla="*/ 384175 w 568325"/>
                <a:gd name="csY8" fmla="*/ 41275 h 483805"/>
                <a:gd name="csX9" fmla="*/ 447675 w 568325"/>
                <a:gd name="csY9" fmla="*/ 57150 h 483805"/>
                <a:gd name="csX10" fmla="*/ 539750 w 568325"/>
                <a:gd name="csY10" fmla="*/ 127000 h 483805"/>
                <a:gd name="csX0" fmla="*/ 539750 w 568325"/>
                <a:gd name="csY0" fmla="*/ 127000 h 473075"/>
                <a:gd name="csX1" fmla="*/ 536575 w 568325"/>
                <a:gd name="csY1" fmla="*/ 244475 h 473075"/>
                <a:gd name="csX2" fmla="*/ 568325 w 568325"/>
                <a:gd name="csY2" fmla="*/ 336550 h 473075"/>
                <a:gd name="csX3" fmla="*/ 336550 w 568325"/>
                <a:gd name="csY3" fmla="*/ 406400 h 473075"/>
                <a:gd name="csX4" fmla="*/ 34925 w 568325"/>
                <a:gd name="csY4" fmla="*/ 473075 h 473075"/>
                <a:gd name="csX5" fmla="*/ 0 w 568325"/>
                <a:gd name="csY5" fmla="*/ 165100 h 473075"/>
                <a:gd name="csX6" fmla="*/ 47625 w 568325"/>
                <a:gd name="csY6" fmla="*/ 63500 h 473075"/>
                <a:gd name="csX7" fmla="*/ 133350 w 568325"/>
                <a:gd name="csY7" fmla="*/ 0 h 473075"/>
                <a:gd name="csX8" fmla="*/ 384175 w 568325"/>
                <a:gd name="csY8" fmla="*/ 41275 h 473075"/>
                <a:gd name="csX9" fmla="*/ 447675 w 568325"/>
                <a:gd name="csY9" fmla="*/ 57150 h 473075"/>
                <a:gd name="csX10" fmla="*/ 539750 w 568325"/>
                <a:gd name="csY10" fmla="*/ 127000 h 473075"/>
                <a:gd name="csX0" fmla="*/ 539750 w 568325"/>
                <a:gd name="csY0" fmla="*/ 111125 h 457200"/>
                <a:gd name="csX1" fmla="*/ 536575 w 568325"/>
                <a:gd name="csY1" fmla="*/ 228600 h 457200"/>
                <a:gd name="csX2" fmla="*/ 568325 w 568325"/>
                <a:gd name="csY2" fmla="*/ 320675 h 457200"/>
                <a:gd name="csX3" fmla="*/ 336550 w 568325"/>
                <a:gd name="csY3" fmla="*/ 390525 h 457200"/>
                <a:gd name="csX4" fmla="*/ 34925 w 568325"/>
                <a:gd name="csY4" fmla="*/ 457200 h 457200"/>
                <a:gd name="csX5" fmla="*/ 0 w 568325"/>
                <a:gd name="csY5" fmla="*/ 149225 h 457200"/>
                <a:gd name="csX6" fmla="*/ 47625 w 568325"/>
                <a:gd name="csY6" fmla="*/ 47625 h 457200"/>
                <a:gd name="csX7" fmla="*/ 158750 w 568325"/>
                <a:gd name="csY7" fmla="*/ 0 h 457200"/>
                <a:gd name="csX8" fmla="*/ 384175 w 568325"/>
                <a:gd name="csY8" fmla="*/ 25400 h 457200"/>
                <a:gd name="csX9" fmla="*/ 447675 w 568325"/>
                <a:gd name="csY9" fmla="*/ 41275 h 457200"/>
                <a:gd name="csX10" fmla="*/ 539750 w 568325"/>
                <a:gd name="csY10" fmla="*/ 111125 h 457200"/>
                <a:gd name="csX0" fmla="*/ 539750 w 568325"/>
                <a:gd name="csY0" fmla="*/ 123825 h 469900"/>
                <a:gd name="csX1" fmla="*/ 536575 w 568325"/>
                <a:gd name="csY1" fmla="*/ 241300 h 469900"/>
                <a:gd name="csX2" fmla="*/ 568325 w 568325"/>
                <a:gd name="csY2" fmla="*/ 333375 h 469900"/>
                <a:gd name="csX3" fmla="*/ 336550 w 568325"/>
                <a:gd name="csY3" fmla="*/ 403225 h 469900"/>
                <a:gd name="csX4" fmla="*/ 34925 w 568325"/>
                <a:gd name="csY4" fmla="*/ 469900 h 469900"/>
                <a:gd name="csX5" fmla="*/ 0 w 568325"/>
                <a:gd name="csY5" fmla="*/ 161925 h 469900"/>
                <a:gd name="csX6" fmla="*/ 47625 w 568325"/>
                <a:gd name="csY6" fmla="*/ 60325 h 469900"/>
                <a:gd name="csX7" fmla="*/ 155575 w 568325"/>
                <a:gd name="csY7" fmla="*/ 0 h 469900"/>
                <a:gd name="csX8" fmla="*/ 384175 w 568325"/>
                <a:gd name="csY8" fmla="*/ 38100 h 469900"/>
                <a:gd name="csX9" fmla="*/ 447675 w 568325"/>
                <a:gd name="csY9" fmla="*/ 53975 h 469900"/>
                <a:gd name="csX10" fmla="*/ 539750 w 568325"/>
                <a:gd name="csY10" fmla="*/ 123825 h 469900"/>
                <a:gd name="csX0" fmla="*/ 539750 w 568325"/>
                <a:gd name="csY0" fmla="*/ 123825 h 469900"/>
                <a:gd name="csX1" fmla="*/ 536575 w 568325"/>
                <a:gd name="csY1" fmla="*/ 241300 h 469900"/>
                <a:gd name="csX2" fmla="*/ 568325 w 568325"/>
                <a:gd name="csY2" fmla="*/ 333375 h 469900"/>
                <a:gd name="csX3" fmla="*/ 327025 w 568325"/>
                <a:gd name="csY3" fmla="*/ 371475 h 469900"/>
                <a:gd name="csX4" fmla="*/ 34925 w 568325"/>
                <a:gd name="csY4" fmla="*/ 469900 h 469900"/>
                <a:gd name="csX5" fmla="*/ 0 w 568325"/>
                <a:gd name="csY5" fmla="*/ 161925 h 469900"/>
                <a:gd name="csX6" fmla="*/ 47625 w 568325"/>
                <a:gd name="csY6" fmla="*/ 60325 h 469900"/>
                <a:gd name="csX7" fmla="*/ 155575 w 568325"/>
                <a:gd name="csY7" fmla="*/ 0 h 469900"/>
                <a:gd name="csX8" fmla="*/ 384175 w 568325"/>
                <a:gd name="csY8" fmla="*/ 38100 h 469900"/>
                <a:gd name="csX9" fmla="*/ 447675 w 568325"/>
                <a:gd name="csY9" fmla="*/ 53975 h 469900"/>
                <a:gd name="csX10" fmla="*/ 539750 w 568325"/>
                <a:gd name="csY10" fmla="*/ 123825 h 469900"/>
                <a:gd name="csX0" fmla="*/ 539750 w 549275"/>
                <a:gd name="csY0" fmla="*/ 123825 h 469900"/>
                <a:gd name="csX1" fmla="*/ 536575 w 549275"/>
                <a:gd name="csY1" fmla="*/ 241300 h 469900"/>
                <a:gd name="csX2" fmla="*/ 549275 w 549275"/>
                <a:gd name="csY2" fmla="*/ 317500 h 469900"/>
                <a:gd name="csX3" fmla="*/ 327025 w 549275"/>
                <a:gd name="csY3" fmla="*/ 371475 h 469900"/>
                <a:gd name="csX4" fmla="*/ 34925 w 549275"/>
                <a:gd name="csY4" fmla="*/ 469900 h 469900"/>
                <a:gd name="csX5" fmla="*/ 0 w 549275"/>
                <a:gd name="csY5" fmla="*/ 161925 h 469900"/>
                <a:gd name="csX6" fmla="*/ 47625 w 549275"/>
                <a:gd name="csY6" fmla="*/ 60325 h 469900"/>
                <a:gd name="csX7" fmla="*/ 155575 w 549275"/>
                <a:gd name="csY7" fmla="*/ 0 h 469900"/>
                <a:gd name="csX8" fmla="*/ 384175 w 549275"/>
                <a:gd name="csY8" fmla="*/ 38100 h 469900"/>
                <a:gd name="csX9" fmla="*/ 447675 w 549275"/>
                <a:gd name="csY9" fmla="*/ 53975 h 469900"/>
                <a:gd name="csX10" fmla="*/ 539750 w 549275"/>
                <a:gd name="csY10" fmla="*/ 123825 h 469900"/>
                <a:gd name="csX0" fmla="*/ 539750 w 549275"/>
                <a:gd name="csY0" fmla="*/ 123825 h 447675"/>
                <a:gd name="csX1" fmla="*/ 536575 w 549275"/>
                <a:gd name="csY1" fmla="*/ 241300 h 447675"/>
                <a:gd name="csX2" fmla="*/ 549275 w 549275"/>
                <a:gd name="csY2" fmla="*/ 317500 h 447675"/>
                <a:gd name="csX3" fmla="*/ 327025 w 549275"/>
                <a:gd name="csY3" fmla="*/ 371475 h 447675"/>
                <a:gd name="csX4" fmla="*/ 28575 w 549275"/>
                <a:gd name="csY4" fmla="*/ 447675 h 447675"/>
                <a:gd name="csX5" fmla="*/ 0 w 549275"/>
                <a:gd name="csY5" fmla="*/ 161925 h 447675"/>
                <a:gd name="csX6" fmla="*/ 47625 w 549275"/>
                <a:gd name="csY6" fmla="*/ 60325 h 447675"/>
                <a:gd name="csX7" fmla="*/ 155575 w 549275"/>
                <a:gd name="csY7" fmla="*/ 0 h 447675"/>
                <a:gd name="csX8" fmla="*/ 384175 w 549275"/>
                <a:gd name="csY8" fmla="*/ 38100 h 447675"/>
                <a:gd name="csX9" fmla="*/ 447675 w 549275"/>
                <a:gd name="csY9" fmla="*/ 53975 h 447675"/>
                <a:gd name="csX10" fmla="*/ 539750 w 549275"/>
                <a:gd name="csY10" fmla="*/ 123825 h 447675"/>
                <a:gd name="csX0" fmla="*/ 539750 w 549275"/>
                <a:gd name="csY0" fmla="*/ 123825 h 447675"/>
                <a:gd name="csX1" fmla="*/ 536575 w 549275"/>
                <a:gd name="csY1" fmla="*/ 241300 h 447675"/>
                <a:gd name="csX2" fmla="*/ 549275 w 549275"/>
                <a:gd name="csY2" fmla="*/ 317500 h 447675"/>
                <a:gd name="csX3" fmla="*/ 28575 w 549275"/>
                <a:gd name="csY3" fmla="*/ 447675 h 447675"/>
                <a:gd name="csX4" fmla="*/ 0 w 549275"/>
                <a:gd name="csY4" fmla="*/ 161925 h 447675"/>
                <a:gd name="csX5" fmla="*/ 47625 w 549275"/>
                <a:gd name="csY5" fmla="*/ 60325 h 447675"/>
                <a:gd name="csX6" fmla="*/ 155575 w 549275"/>
                <a:gd name="csY6" fmla="*/ 0 h 447675"/>
                <a:gd name="csX7" fmla="*/ 384175 w 549275"/>
                <a:gd name="csY7" fmla="*/ 38100 h 447675"/>
                <a:gd name="csX8" fmla="*/ 447675 w 549275"/>
                <a:gd name="csY8" fmla="*/ 53975 h 447675"/>
                <a:gd name="csX9" fmla="*/ 539750 w 549275"/>
                <a:gd name="csY9" fmla="*/ 123825 h 447675"/>
                <a:gd name="csX0" fmla="*/ 539750 w 549275"/>
                <a:gd name="csY0" fmla="*/ 123825 h 457200"/>
                <a:gd name="csX1" fmla="*/ 536575 w 549275"/>
                <a:gd name="csY1" fmla="*/ 241300 h 457200"/>
                <a:gd name="csX2" fmla="*/ 549275 w 549275"/>
                <a:gd name="csY2" fmla="*/ 317500 h 457200"/>
                <a:gd name="csX3" fmla="*/ 34925 w 549275"/>
                <a:gd name="csY3" fmla="*/ 457200 h 457200"/>
                <a:gd name="csX4" fmla="*/ 0 w 549275"/>
                <a:gd name="csY4" fmla="*/ 161925 h 457200"/>
                <a:gd name="csX5" fmla="*/ 47625 w 549275"/>
                <a:gd name="csY5" fmla="*/ 60325 h 457200"/>
                <a:gd name="csX6" fmla="*/ 155575 w 549275"/>
                <a:gd name="csY6" fmla="*/ 0 h 457200"/>
                <a:gd name="csX7" fmla="*/ 384175 w 549275"/>
                <a:gd name="csY7" fmla="*/ 38100 h 457200"/>
                <a:gd name="csX8" fmla="*/ 447675 w 549275"/>
                <a:gd name="csY8" fmla="*/ 53975 h 457200"/>
                <a:gd name="csX9" fmla="*/ 539750 w 549275"/>
                <a:gd name="csY9" fmla="*/ 123825 h 457200"/>
                <a:gd name="csX0" fmla="*/ 504825 w 514350"/>
                <a:gd name="csY0" fmla="*/ 123825 h 457200"/>
                <a:gd name="csX1" fmla="*/ 501650 w 514350"/>
                <a:gd name="csY1" fmla="*/ 241300 h 457200"/>
                <a:gd name="csX2" fmla="*/ 514350 w 514350"/>
                <a:gd name="csY2" fmla="*/ 317500 h 457200"/>
                <a:gd name="csX3" fmla="*/ 0 w 514350"/>
                <a:gd name="csY3" fmla="*/ 457200 h 457200"/>
                <a:gd name="csX4" fmla="*/ 189051 w 514350"/>
                <a:gd name="csY4" fmla="*/ 187774 h 457200"/>
                <a:gd name="csX5" fmla="*/ 12700 w 514350"/>
                <a:gd name="csY5" fmla="*/ 60325 h 457200"/>
                <a:gd name="csX6" fmla="*/ 120650 w 514350"/>
                <a:gd name="csY6" fmla="*/ 0 h 457200"/>
                <a:gd name="csX7" fmla="*/ 349250 w 514350"/>
                <a:gd name="csY7" fmla="*/ 38100 h 457200"/>
                <a:gd name="csX8" fmla="*/ 412750 w 514350"/>
                <a:gd name="csY8" fmla="*/ 53975 h 457200"/>
                <a:gd name="csX9" fmla="*/ 504825 w 514350"/>
                <a:gd name="csY9" fmla="*/ 123825 h 457200"/>
                <a:gd name="csX0" fmla="*/ 504825 w 514350"/>
                <a:gd name="csY0" fmla="*/ 127021 h 460396"/>
                <a:gd name="csX1" fmla="*/ 501650 w 514350"/>
                <a:gd name="csY1" fmla="*/ 244496 h 460396"/>
                <a:gd name="csX2" fmla="*/ 514350 w 514350"/>
                <a:gd name="csY2" fmla="*/ 320696 h 460396"/>
                <a:gd name="csX3" fmla="*/ 0 w 514350"/>
                <a:gd name="csY3" fmla="*/ 460396 h 460396"/>
                <a:gd name="csX4" fmla="*/ 189051 w 514350"/>
                <a:gd name="csY4" fmla="*/ 190970 h 460396"/>
                <a:gd name="csX5" fmla="*/ 73784 w 514350"/>
                <a:gd name="csY5" fmla="*/ 15055 h 460396"/>
                <a:gd name="csX6" fmla="*/ 120650 w 514350"/>
                <a:gd name="csY6" fmla="*/ 3196 h 460396"/>
                <a:gd name="csX7" fmla="*/ 349250 w 514350"/>
                <a:gd name="csY7" fmla="*/ 41296 h 460396"/>
                <a:gd name="csX8" fmla="*/ 412750 w 514350"/>
                <a:gd name="csY8" fmla="*/ 57171 h 460396"/>
                <a:gd name="csX9" fmla="*/ 504825 w 514350"/>
                <a:gd name="csY9" fmla="*/ 127021 h 460396"/>
                <a:gd name="csX0" fmla="*/ 504825 w 514350"/>
                <a:gd name="csY0" fmla="*/ 123825 h 457200"/>
                <a:gd name="csX1" fmla="*/ 501650 w 514350"/>
                <a:gd name="csY1" fmla="*/ 241300 h 457200"/>
                <a:gd name="csX2" fmla="*/ 514350 w 514350"/>
                <a:gd name="csY2" fmla="*/ 317500 h 457200"/>
                <a:gd name="csX3" fmla="*/ 0 w 514350"/>
                <a:gd name="csY3" fmla="*/ 457200 h 457200"/>
                <a:gd name="csX4" fmla="*/ 189051 w 514350"/>
                <a:gd name="csY4" fmla="*/ 187774 h 457200"/>
                <a:gd name="csX5" fmla="*/ 73784 w 514350"/>
                <a:gd name="csY5" fmla="*/ 11859 h 457200"/>
                <a:gd name="csX6" fmla="*/ 120650 w 514350"/>
                <a:gd name="csY6" fmla="*/ 0 h 457200"/>
                <a:gd name="csX7" fmla="*/ 349250 w 514350"/>
                <a:gd name="csY7" fmla="*/ 38100 h 457200"/>
                <a:gd name="csX8" fmla="*/ 412750 w 514350"/>
                <a:gd name="csY8" fmla="*/ 53975 h 457200"/>
                <a:gd name="csX9" fmla="*/ 504825 w 514350"/>
                <a:gd name="csY9" fmla="*/ 123825 h 457200"/>
                <a:gd name="csX0" fmla="*/ 504825 w 514350"/>
                <a:gd name="csY0" fmla="*/ 123825 h 457200"/>
                <a:gd name="csX1" fmla="*/ 501650 w 514350"/>
                <a:gd name="csY1" fmla="*/ 241300 h 457200"/>
                <a:gd name="csX2" fmla="*/ 514350 w 514350"/>
                <a:gd name="csY2" fmla="*/ 317500 h 457200"/>
                <a:gd name="csX3" fmla="*/ 0 w 514350"/>
                <a:gd name="csY3" fmla="*/ 457200 h 457200"/>
                <a:gd name="csX4" fmla="*/ 189051 w 514350"/>
                <a:gd name="csY4" fmla="*/ 187774 h 457200"/>
                <a:gd name="csX5" fmla="*/ 73784 w 514350"/>
                <a:gd name="csY5" fmla="*/ 11859 h 457200"/>
                <a:gd name="csX6" fmla="*/ 120650 w 514350"/>
                <a:gd name="csY6" fmla="*/ 0 h 457200"/>
                <a:gd name="csX7" fmla="*/ 349250 w 514350"/>
                <a:gd name="csY7" fmla="*/ 38100 h 457200"/>
                <a:gd name="csX8" fmla="*/ 415659 w 514350"/>
                <a:gd name="csY8" fmla="*/ 71746 h 457200"/>
                <a:gd name="csX9" fmla="*/ 504825 w 514350"/>
                <a:gd name="csY9" fmla="*/ 123825 h 457200"/>
                <a:gd name="csX0" fmla="*/ 507734 w 514350"/>
                <a:gd name="csY0" fmla="*/ 185216 h 457200"/>
                <a:gd name="csX1" fmla="*/ 501650 w 514350"/>
                <a:gd name="csY1" fmla="*/ 241300 h 457200"/>
                <a:gd name="csX2" fmla="*/ 514350 w 514350"/>
                <a:gd name="csY2" fmla="*/ 317500 h 457200"/>
                <a:gd name="csX3" fmla="*/ 0 w 514350"/>
                <a:gd name="csY3" fmla="*/ 457200 h 457200"/>
                <a:gd name="csX4" fmla="*/ 189051 w 514350"/>
                <a:gd name="csY4" fmla="*/ 187774 h 457200"/>
                <a:gd name="csX5" fmla="*/ 73784 w 514350"/>
                <a:gd name="csY5" fmla="*/ 11859 h 457200"/>
                <a:gd name="csX6" fmla="*/ 120650 w 514350"/>
                <a:gd name="csY6" fmla="*/ 0 h 457200"/>
                <a:gd name="csX7" fmla="*/ 349250 w 514350"/>
                <a:gd name="csY7" fmla="*/ 38100 h 457200"/>
                <a:gd name="csX8" fmla="*/ 415659 w 514350"/>
                <a:gd name="csY8" fmla="*/ 71746 h 457200"/>
                <a:gd name="csX9" fmla="*/ 507734 w 514350"/>
                <a:gd name="csY9" fmla="*/ 185216 h 457200"/>
                <a:gd name="csX0" fmla="*/ 536822 w 543438"/>
                <a:gd name="csY0" fmla="*/ 185216 h 317500"/>
                <a:gd name="csX1" fmla="*/ 530738 w 543438"/>
                <a:gd name="csY1" fmla="*/ 241300 h 317500"/>
                <a:gd name="csX2" fmla="*/ 543438 w 543438"/>
                <a:gd name="csY2" fmla="*/ 317500 h 317500"/>
                <a:gd name="csX3" fmla="*/ 0 w 543438"/>
                <a:gd name="csY3" fmla="*/ 316647 h 317500"/>
                <a:gd name="csX4" fmla="*/ 218139 w 543438"/>
                <a:gd name="csY4" fmla="*/ 187774 h 317500"/>
                <a:gd name="csX5" fmla="*/ 102872 w 543438"/>
                <a:gd name="csY5" fmla="*/ 11859 h 317500"/>
                <a:gd name="csX6" fmla="*/ 149738 w 543438"/>
                <a:gd name="csY6" fmla="*/ 0 h 317500"/>
                <a:gd name="csX7" fmla="*/ 378338 w 543438"/>
                <a:gd name="csY7" fmla="*/ 38100 h 317500"/>
                <a:gd name="csX8" fmla="*/ 444747 w 543438"/>
                <a:gd name="csY8" fmla="*/ 71746 h 317500"/>
                <a:gd name="csX9" fmla="*/ 536822 w 543438"/>
                <a:gd name="csY9" fmla="*/ 185216 h 317500"/>
                <a:gd name="csX0" fmla="*/ 536822 w 543438"/>
                <a:gd name="csY0" fmla="*/ 185216 h 348525"/>
                <a:gd name="csX1" fmla="*/ 530738 w 543438"/>
                <a:gd name="csY1" fmla="*/ 241300 h 348525"/>
                <a:gd name="csX2" fmla="*/ 543438 w 543438"/>
                <a:gd name="csY2" fmla="*/ 317500 h 348525"/>
                <a:gd name="csX3" fmla="*/ 0 w 543438"/>
                <a:gd name="csY3" fmla="*/ 316647 h 348525"/>
                <a:gd name="csX4" fmla="*/ 218139 w 543438"/>
                <a:gd name="csY4" fmla="*/ 187774 h 348525"/>
                <a:gd name="csX5" fmla="*/ 102872 w 543438"/>
                <a:gd name="csY5" fmla="*/ 11859 h 348525"/>
                <a:gd name="csX6" fmla="*/ 149738 w 543438"/>
                <a:gd name="csY6" fmla="*/ 0 h 348525"/>
                <a:gd name="csX7" fmla="*/ 378338 w 543438"/>
                <a:gd name="csY7" fmla="*/ 38100 h 348525"/>
                <a:gd name="csX8" fmla="*/ 444747 w 543438"/>
                <a:gd name="csY8" fmla="*/ 71746 h 348525"/>
                <a:gd name="csX9" fmla="*/ 536822 w 543438"/>
                <a:gd name="csY9" fmla="*/ 185216 h 348525"/>
                <a:gd name="csX0" fmla="*/ 536822 w 543438"/>
                <a:gd name="csY0" fmla="*/ 185216 h 340883"/>
                <a:gd name="csX1" fmla="*/ 530738 w 543438"/>
                <a:gd name="csY1" fmla="*/ 241300 h 340883"/>
                <a:gd name="csX2" fmla="*/ 543438 w 543438"/>
                <a:gd name="csY2" fmla="*/ 317500 h 340883"/>
                <a:gd name="csX3" fmla="*/ 323825 w 543438"/>
                <a:gd name="csY3" fmla="*/ 340881 h 340883"/>
                <a:gd name="csX4" fmla="*/ 0 w 543438"/>
                <a:gd name="csY4" fmla="*/ 316647 h 340883"/>
                <a:gd name="csX5" fmla="*/ 218139 w 543438"/>
                <a:gd name="csY5" fmla="*/ 187774 h 340883"/>
                <a:gd name="csX6" fmla="*/ 102872 w 543438"/>
                <a:gd name="csY6" fmla="*/ 11859 h 340883"/>
                <a:gd name="csX7" fmla="*/ 149738 w 543438"/>
                <a:gd name="csY7" fmla="*/ 0 h 340883"/>
                <a:gd name="csX8" fmla="*/ 378338 w 543438"/>
                <a:gd name="csY8" fmla="*/ 38100 h 340883"/>
                <a:gd name="csX9" fmla="*/ 444747 w 543438"/>
                <a:gd name="csY9" fmla="*/ 71746 h 340883"/>
                <a:gd name="csX10" fmla="*/ 536822 w 543438"/>
                <a:gd name="csY10" fmla="*/ 185216 h 340883"/>
                <a:gd name="csX0" fmla="*/ 536822 w 543438"/>
                <a:gd name="csY0" fmla="*/ 185216 h 436198"/>
                <a:gd name="csX1" fmla="*/ 530738 w 543438"/>
                <a:gd name="csY1" fmla="*/ 241300 h 436198"/>
                <a:gd name="csX2" fmla="*/ 543438 w 543438"/>
                <a:gd name="csY2" fmla="*/ 317500 h 436198"/>
                <a:gd name="csX3" fmla="*/ 265649 w 543438"/>
                <a:gd name="csY3" fmla="*/ 436198 h 436198"/>
                <a:gd name="csX4" fmla="*/ 0 w 543438"/>
                <a:gd name="csY4" fmla="*/ 316647 h 436198"/>
                <a:gd name="csX5" fmla="*/ 218139 w 543438"/>
                <a:gd name="csY5" fmla="*/ 187774 h 436198"/>
                <a:gd name="csX6" fmla="*/ 102872 w 543438"/>
                <a:gd name="csY6" fmla="*/ 11859 h 436198"/>
                <a:gd name="csX7" fmla="*/ 149738 w 543438"/>
                <a:gd name="csY7" fmla="*/ 0 h 436198"/>
                <a:gd name="csX8" fmla="*/ 378338 w 543438"/>
                <a:gd name="csY8" fmla="*/ 38100 h 436198"/>
                <a:gd name="csX9" fmla="*/ 444747 w 543438"/>
                <a:gd name="csY9" fmla="*/ 71746 h 436198"/>
                <a:gd name="csX10" fmla="*/ 536822 w 543438"/>
                <a:gd name="csY10" fmla="*/ 185216 h 436198"/>
                <a:gd name="csX0" fmla="*/ 538450 w 545066"/>
                <a:gd name="csY0" fmla="*/ 185216 h 439134"/>
                <a:gd name="csX1" fmla="*/ 532366 w 545066"/>
                <a:gd name="csY1" fmla="*/ 241300 h 439134"/>
                <a:gd name="csX2" fmla="*/ 545066 w 545066"/>
                <a:gd name="csY2" fmla="*/ 317500 h 439134"/>
                <a:gd name="csX3" fmla="*/ 267277 w 545066"/>
                <a:gd name="csY3" fmla="*/ 436198 h 439134"/>
                <a:gd name="csX4" fmla="*/ 127656 w 545066"/>
                <a:gd name="csY4" fmla="*/ 395809 h 439134"/>
                <a:gd name="csX5" fmla="*/ 1628 w 545066"/>
                <a:gd name="csY5" fmla="*/ 316647 h 439134"/>
                <a:gd name="csX6" fmla="*/ 219767 w 545066"/>
                <a:gd name="csY6" fmla="*/ 187774 h 439134"/>
                <a:gd name="csX7" fmla="*/ 104500 w 545066"/>
                <a:gd name="csY7" fmla="*/ 11859 h 439134"/>
                <a:gd name="csX8" fmla="*/ 151366 w 545066"/>
                <a:gd name="csY8" fmla="*/ 0 h 439134"/>
                <a:gd name="csX9" fmla="*/ 379966 w 545066"/>
                <a:gd name="csY9" fmla="*/ 38100 h 439134"/>
                <a:gd name="csX10" fmla="*/ 446375 w 545066"/>
                <a:gd name="csY10" fmla="*/ 71746 h 439134"/>
                <a:gd name="csX11" fmla="*/ 538450 w 545066"/>
                <a:gd name="csY11" fmla="*/ 185216 h 439134"/>
                <a:gd name="csX0" fmla="*/ 538820 w 545436"/>
                <a:gd name="csY0" fmla="*/ 185216 h 441880"/>
                <a:gd name="csX1" fmla="*/ 532736 w 545436"/>
                <a:gd name="csY1" fmla="*/ 241300 h 441880"/>
                <a:gd name="csX2" fmla="*/ 545436 w 545436"/>
                <a:gd name="csY2" fmla="*/ 317500 h 441880"/>
                <a:gd name="csX3" fmla="*/ 267647 w 545436"/>
                <a:gd name="csY3" fmla="*/ 436198 h 441880"/>
                <a:gd name="csX4" fmla="*/ 107664 w 545436"/>
                <a:gd name="csY4" fmla="*/ 418427 h 441880"/>
                <a:gd name="csX5" fmla="*/ 1998 w 545436"/>
                <a:gd name="csY5" fmla="*/ 316647 h 441880"/>
                <a:gd name="csX6" fmla="*/ 220137 w 545436"/>
                <a:gd name="csY6" fmla="*/ 187774 h 441880"/>
                <a:gd name="csX7" fmla="*/ 104870 w 545436"/>
                <a:gd name="csY7" fmla="*/ 11859 h 441880"/>
                <a:gd name="csX8" fmla="*/ 151736 w 545436"/>
                <a:gd name="csY8" fmla="*/ 0 h 441880"/>
                <a:gd name="csX9" fmla="*/ 380336 w 545436"/>
                <a:gd name="csY9" fmla="*/ 38100 h 441880"/>
                <a:gd name="csX10" fmla="*/ 446745 w 545436"/>
                <a:gd name="csY10" fmla="*/ 71746 h 441880"/>
                <a:gd name="csX11" fmla="*/ 538820 w 545436"/>
                <a:gd name="csY11"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11496 w 543450"/>
                <a:gd name="csY6" fmla="*/ 250410 h 441880"/>
                <a:gd name="csX7" fmla="*/ 218151 w 543450"/>
                <a:gd name="csY7" fmla="*/ 187774 h 441880"/>
                <a:gd name="csX8" fmla="*/ 102884 w 543450"/>
                <a:gd name="csY8" fmla="*/ 11859 h 441880"/>
                <a:gd name="csX9" fmla="*/ 149750 w 543450"/>
                <a:gd name="csY9" fmla="*/ 0 h 441880"/>
                <a:gd name="csX10" fmla="*/ 378350 w 543450"/>
                <a:gd name="csY10" fmla="*/ 38100 h 441880"/>
                <a:gd name="csX11" fmla="*/ 444759 w 543450"/>
                <a:gd name="csY11" fmla="*/ 71746 h 441880"/>
                <a:gd name="csX12" fmla="*/ 536834 w 543450"/>
                <a:gd name="csY12"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18151 w 543450"/>
                <a:gd name="csY7" fmla="*/ 187774 h 441880"/>
                <a:gd name="csX8" fmla="*/ 102884 w 543450"/>
                <a:gd name="csY8" fmla="*/ 11859 h 441880"/>
                <a:gd name="csX9" fmla="*/ 149750 w 543450"/>
                <a:gd name="csY9" fmla="*/ 0 h 441880"/>
                <a:gd name="csX10" fmla="*/ 378350 w 543450"/>
                <a:gd name="csY10" fmla="*/ 38100 h 441880"/>
                <a:gd name="csX11" fmla="*/ 444759 w 543450"/>
                <a:gd name="csY11" fmla="*/ 71746 h 441880"/>
                <a:gd name="csX12" fmla="*/ 536834 w 543450"/>
                <a:gd name="csY12"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18151 w 543450"/>
                <a:gd name="csY7" fmla="*/ 187774 h 441880"/>
                <a:gd name="csX8" fmla="*/ 102884 w 543450"/>
                <a:gd name="csY8" fmla="*/ 11859 h 441880"/>
                <a:gd name="csX9" fmla="*/ 149750 w 543450"/>
                <a:gd name="csY9" fmla="*/ 0 h 441880"/>
                <a:gd name="csX10" fmla="*/ 378350 w 543450"/>
                <a:gd name="csY10" fmla="*/ 38100 h 441880"/>
                <a:gd name="csX11" fmla="*/ 444759 w 543450"/>
                <a:gd name="csY11" fmla="*/ 71746 h 441880"/>
                <a:gd name="csX12" fmla="*/ 536834 w 543450"/>
                <a:gd name="csY12"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18151 w 543450"/>
                <a:gd name="csY7" fmla="*/ 187774 h 441880"/>
                <a:gd name="csX8" fmla="*/ 102884 w 543450"/>
                <a:gd name="csY8" fmla="*/ 11859 h 441880"/>
                <a:gd name="csX9" fmla="*/ 149750 w 543450"/>
                <a:gd name="csY9" fmla="*/ 0 h 441880"/>
                <a:gd name="csX10" fmla="*/ 378350 w 543450"/>
                <a:gd name="csY10" fmla="*/ 38100 h 441880"/>
                <a:gd name="csX11" fmla="*/ 444759 w 543450"/>
                <a:gd name="csY11" fmla="*/ 71746 h 441880"/>
                <a:gd name="csX12" fmla="*/ 536834 w 543450"/>
                <a:gd name="csY12"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17666 w 543450"/>
                <a:gd name="csY7" fmla="*/ 329572 h 441880"/>
                <a:gd name="csX8" fmla="*/ 218151 w 543450"/>
                <a:gd name="csY8" fmla="*/ 18777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08940 w 543450"/>
                <a:gd name="csY7" fmla="*/ 310185 h 441880"/>
                <a:gd name="csX8" fmla="*/ 218151 w 543450"/>
                <a:gd name="csY8" fmla="*/ 18777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08940 w 543450"/>
                <a:gd name="csY7" fmla="*/ 310185 h 441880"/>
                <a:gd name="csX8" fmla="*/ 212333 w 543450"/>
                <a:gd name="csY8" fmla="*/ 12961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08940 w 543450"/>
                <a:gd name="csY7" fmla="*/ 310185 h 441880"/>
                <a:gd name="csX8" fmla="*/ 212333 w 543450"/>
                <a:gd name="csY8" fmla="*/ 12961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08940 w 543450"/>
                <a:gd name="csY7" fmla="*/ 310185 h 441880"/>
                <a:gd name="csX8" fmla="*/ 212333 w 543450"/>
                <a:gd name="csY8" fmla="*/ 12961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198759 w 543450"/>
                <a:gd name="csY7" fmla="*/ 300492 h 441880"/>
                <a:gd name="csX8" fmla="*/ 212333 w 543450"/>
                <a:gd name="csY8" fmla="*/ 12961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198759 w 543450"/>
                <a:gd name="csY7" fmla="*/ 300492 h 441880"/>
                <a:gd name="csX8" fmla="*/ 206515 w 543450"/>
                <a:gd name="csY8" fmla="*/ 127998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198759 w 543450"/>
                <a:gd name="csY7" fmla="*/ 300492 h 441880"/>
                <a:gd name="csX8" fmla="*/ 206515 w 543450"/>
                <a:gd name="csY8" fmla="*/ 127998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198759 w 543450"/>
                <a:gd name="csY7" fmla="*/ 300492 h 441880"/>
                <a:gd name="csX8" fmla="*/ 206515 w 543450"/>
                <a:gd name="csY8" fmla="*/ 127998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6515 w 543450"/>
                <a:gd name="csY8" fmla="*/ 128253 h 442135"/>
                <a:gd name="csX9" fmla="*/ 102884 w 543450"/>
                <a:gd name="csY9" fmla="*/ 12114 h 442135"/>
                <a:gd name="csX10" fmla="*/ 99861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6515 w 543450"/>
                <a:gd name="csY8" fmla="*/ 128253 h 442135"/>
                <a:gd name="csX9" fmla="*/ 102884 w 543450"/>
                <a:gd name="csY9" fmla="*/ 12114 h 442135"/>
                <a:gd name="csX10" fmla="*/ 94043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02884 w 543450"/>
                <a:gd name="csY9" fmla="*/ 12114 h 442135"/>
                <a:gd name="csX10" fmla="*/ 94043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02884 w 543450"/>
                <a:gd name="csY9" fmla="*/ 12114 h 442135"/>
                <a:gd name="csX10" fmla="*/ 94043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02884 w 543450"/>
                <a:gd name="csY9" fmla="*/ 12114 h 442135"/>
                <a:gd name="csX10" fmla="*/ 94043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49674 w 543450"/>
                <a:gd name="csY9" fmla="*/ 59626 h 442135"/>
                <a:gd name="csX10" fmla="*/ 102884 w 543450"/>
                <a:gd name="csY10" fmla="*/ 12114 h 442135"/>
                <a:gd name="csX11" fmla="*/ 94043 w 543450"/>
                <a:gd name="csY11" fmla="*/ 21257 h 442135"/>
                <a:gd name="csX12" fmla="*/ 149750 w 543450"/>
                <a:gd name="csY12" fmla="*/ 255 h 442135"/>
                <a:gd name="csX13" fmla="*/ 378350 w 543450"/>
                <a:gd name="csY13" fmla="*/ 38355 h 442135"/>
                <a:gd name="csX14" fmla="*/ 444759 w 543450"/>
                <a:gd name="csY14" fmla="*/ 72001 h 442135"/>
                <a:gd name="csX15" fmla="*/ 536834 w 543450"/>
                <a:gd name="csY15"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62764 w 543450"/>
                <a:gd name="csY9" fmla="*/ 51952 h 442135"/>
                <a:gd name="csX10" fmla="*/ 102884 w 543450"/>
                <a:gd name="csY10" fmla="*/ 12114 h 442135"/>
                <a:gd name="csX11" fmla="*/ 94043 w 543450"/>
                <a:gd name="csY11" fmla="*/ 21257 h 442135"/>
                <a:gd name="csX12" fmla="*/ 149750 w 543450"/>
                <a:gd name="csY12" fmla="*/ 255 h 442135"/>
                <a:gd name="csX13" fmla="*/ 378350 w 543450"/>
                <a:gd name="csY13" fmla="*/ 38355 h 442135"/>
                <a:gd name="csX14" fmla="*/ 444759 w 543450"/>
                <a:gd name="csY14" fmla="*/ 72001 h 442135"/>
                <a:gd name="csX15" fmla="*/ 536834 w 543450"/>
                <a:gd name="csY15"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62764 w 543450"/>
                <a:gd name="csY9" fmla="*/ 51952 h 442135"/>
                <a:gd name="csX10" fmla="*/ 103248 w 543450"/>
                <a:gd name="csY10" fmla="*/ 26250 h 442135"/>
                <a:gd name="csX11" fmla="*/ 94043 w 543450"/>
                <a:gd name="csY11" fmla="*/ 21257 h 442135"/>
                <a:gd name="csX12" fmla="*/ 149750 w 543450"/>
                <a:gd name="csY12" fmla="*/ 255 h 442135"/>
                <a:gd name="csX13" fmla="*/ 378350 w 543450"/>
                <a:gd name="csY13" fmla="*/ 38355 h 442135"/>
                <a:gd name="csX14" fmla="*/ 444759 w 543450"/>
                <a:gd name="csY14" fmla="*/ 72001 h 442135"/>
                <a:gd name="csX15" fmla="*/ 536834 w 543450"/>
                <a:gd name="csY15" fmla="*/ 185471 h 442135"/>
                <a:gd name="csX0" fmla="*/ 536834 w 543450"/>
                <a:gd name="csY0" fmla="*/ 185622 h 442286"/>
                <a:gd name="csX1" fmla="*/ 530750 w 543450"/>
                <a:gd name="csY1" fmla="*/ 241706 h 442286"/>
                <a:gd name="csX2" fmla="*/ 543450 w 543450"/>
                <a:gd name="csY2" fmla="*/ 317906 h 442286"/>
                <a:gd name="csX3" fmla="*/ 265661 w 543450"/>
                <a:gd name="csY3" fmla="*/ 436604 h 442286"/>
                <a:gd name="csX4" fmla="*/ 105678 w 543450"/>
                <a:gd name="csY4" fmla="*/ 418833 h 442286"/>
                <a:gd name="csX5" fmla="*/ 12 w 543450"/>
                <a:gd name="csY5" fmla="*/ 317053 h 442286"/>
                <a:gd name="csX6" fmla="*/ 147856 w 543450"/>
                <a:gd name="csY6" fmla="*/ 384906 h 442286"/>
                <a:gd name="csX7" fmla="*/ 198759 w 543450"/>
                <a:gd name="csY7" fmla="*/ 300898 h 442286"/>
                <a:gd name="csX8" fmla="*/ 203606 w 543450"/>
                <a:gd name="csY8" fmla="*/ 129616 h 442286"/>
                <a:gd name="csX9" fmla="*/ 162764 w 543450"/>
                <a:gd name="csY9" fmla="*/ 52103 h 442286"/>
                <a:gd name="csX10" fmla="*/ 103248 w 543450"/>
                <a:gd name="csY10" fmla="*/ 26401 h 442286"/>
                <a:gd name="csX11" fmla="*/ 110041 w 543450"/>
                <a:gd name="csY11" fmla="*/ 12523 h 442286"/>
                <a:gd name="csX12" fmla="*/ 149750 w 543450"/>
                <a:gd name="csY12" fmla="*/ 406 h 442286"/>
                <a:gd name="csX13" fmla="*/ 378350 w 543450"/>
                <a:gd name="csY13" fmla="*/ 38506 h 442286"/>
                <a:gd name="csX14" fmla="*/ 444759 w 543450"/>
                <a:gd name="csY14" fmla="*/ 72152 h 442286"/>
                <a:gd name="csX15" fmla="*/ 536834 w 543450"/>
                <a:gd name="csY15" fmla="*/ 185622 h 442286"/>
                <a:gd name="csX0" fmla="*/ 536834 w 543450"/>
                <a:gd name="csY0" fmla="*/ 185622 h 442286"/>
                <a:gd name="csX1" fmla="*/ 530750 w 543450"/>
                <a:gd name="csY1" fmla="*/ 241706 h 442286"/>
                <a:gd name="csX2" fmla="*/ 543450 w 543450"/>
                <a:gd name="csY2" fmla="*/ 317906 h 442286"/>
                <a:gd name="csX3" fmla="*/ 265661 w 543450"/>
                <a:gd name="csY3" fmla="*/ 436604 h 442286"/>
                <a:gd name="csX4" fmla="*/ 105678 w 543450"/>
                <a:gd name="csY4" fmla="*/ 418833 h 442286"/>
                <a:gd name="csX5" fmla="*/ 12 w 543450"/>
                <a:gd name="csY5" fmla="*/ 317053 h 442286"/>
                <a:gd name="csX6" fmla="*/ 147856 w 543450"/>
                <a:gd name="csY6" fmla="*/ 384906 h 442286"/>
                <a:gd name="csX7" fmla="*/ 198759 w 543450"/>
                <a:gd name="csY7" fmla="*/ 300898 h 442286"/>
                <a:gd name="csX8" fmla="*/ 203606 w 543450"/>
                <a:gd name="csY8" fmla="*/ 129616 h 442286"/>
                <a:gd name="csX9" fmla="*/ 162764 w 543450"/>
                <a:gd name="csY9" fmla="*/ 52103 h 442286"/>
                <a:gd name="csX10" fmla="*/ 94885 w 543450"/>
                <a:gd name="csY10" fmla="*/ 17919 h 442286"/>
                <a:gd name="csX11" fmla="*/ 110041 w 543450"/>
                <a:gd name="csY11" fmla="*/ 12523 h 442286"/>
                <a:gd name="csX12" fmla="*/ 149750 w 543450"/>
                <a:gd name="csY12" fmla="*/ 406 h 442286"/>
                <a:gd name="csX13" fmla="*/ 378350 w 543450"/>
                <a:gd name="csY13" fmla="*/ 38506 h 442286"/>
                <a:gd name="csX14" fmla="*/ 444759 w 543450"/>
                <a:gd name="csY14" fmla="*/ 72152 h 442286"/>
                <a:gd name="csX15" fmla="*/ 536834 w 543450"/>
                <a:gd name="csY15" fmla="*/ 185622 h 442286"/>
                <a:gd name="csX0" fmla="*/ 536834 w 543450"/>
                <a:gd name="csY0" fmla="*/ 185792 h 442456"/>
                <a:gd name="csX1" fmla="*/ 530750 w 543450"/>
                <a:gd name="csY1" fmla="*/ 241876 h 442456"/>
                <a:gd name="csX2" fmla="*/ 543450 w 543450"/>
                <a:gd name="csY2" fmla="*/ 318076 h 442456"/>
                <a:gd name="csX3" fmla="*/ 265661 w 543450"/>
                <a:gd name="csY3" fmla="*/ 436774 h 442456"/>
                <a:gd name="csX4" fmla="*/ 105678 w 543450"/>
                <a:gd name="csY4" fmla="*/ 419003 h 442456"/>
                <a:gd name="csX5" fmla="*/ 12 w 543450"/>
                <a:gd name="csY5" fmla="*/ 317223 h 442456"/>
                <a:gd name="csX6" fmla="*/ 147856 w 543450"/>
                <a:gd name="csY6" fmla="*/ 385076 h 442456"/>
                <a:gd name="csX7" fmla="*/ 198759 w 543450"/>
                <a:gd name="csY7" fmla="*/ 301068 h 442456"/>
                <a:gd name="csX8" fmla="*/ 203606 w 543450"/>
                <a:gd name="csY8" fmla="*/ 129786 h 442456"/>
                <a:gd name="csX9" fmla="*/ 162764 w 543450"/>
                <a:gd name="csY9" fmla="*/ 52273 h 442456"/>
                <a:gd name="csX10" fmla="*/ 94885 w 543450"/>
                <a:gd name="csY10" fmla="*/ 18089 h 442456"/>
                <a:gd name="csX11" fmla="*/ 132948 w 543450"/>
                <a:gd name="csY11" fmla="*/ 8250 h 442456"/>
                <a:gd name="csX12" fmla="*/ 149750 w 543450"/>
                <a:gd name="csY12" fmla="*/ 576 h 442456"/>
                <a:gd name="csX13" fmla="*/ 378350 w 543450"/>
                <a:gd name="csY13" fmla="*/ 38676 h 442456"/>
                <a:gd name="csX14" fmla="*/ 444759 w 543450"/>
                <a:gd name="csY14" fmla="*/ 72322 h 442456"/>
                <a:gd name="csX15" fmla="*/ 536834 w 543450"/>
                <a:gd name="csY15" fmla="*/ 185792 h 442456"/>
                <a:gd name="csX0" fmla="*/ 536834 w 543450"/>
                <a:gd name="csY0" fmla="*/ 185792 h 442456"/>
                <a:gd name="csX1" fmla="*/ 530750 w 543450"/>
                <a:gd name="csY1" fmla="*/ 241876 h 442456"/>
                <a:gd name="csX2" fmla="*/ 543450 w 543450"/>
                <a:gd name="csY2" fmla="*/ 318076 h 442456"/>
                <a:gd name="csX3" fmla="*/ 265661 w 543450"/>
                <a:gd name="csY3" fmla="*/ 436774 h 442456"/>
                <a:gd name="csX4" fmla="*/ 105678 w 543450"/>
                <a:gd name="csY4" fmla="*/ 419003 h 442456"/>
                <a:gd name="csX5" fmla="*/ 12 w 543450"/>
                <a:gd name="csY5" fmla="*/ 317223 h 442456"/>
                <a:gd name="csX6" fmla="*/ 147856 w 543450"/>
                <a:gd name="csY6" fmla="*/ 385076 h 442456"/>
                <a:gd name="csX7" fmla="*/ 198759 w 543450"/>
                <a:gd name="csY7" fmla="*/ 301068 h 442456"/>
                <a:gd name="csX8" fmla="*/ 203606 w 543450"/>
                <a:gd name="csY8" fmla="*/ 129786 h 442456"/>
                <a:gd name="csX9" fmla="*/ 162764 w 543450"/>
                <a:gd name="csY9" fmla="*/ 52273 h 442456"/>
                <a:gd name="csX10" fmla="*/ 94885 w 543450"/>
                <a:gd name="csY10" fmla="*/ 18089 h 442456"/>
                <a:gd name="csX11" fmla="*/ 132948 w 543450"/>
                <a:gd name="csY11" fmla="*/ 8250 h 442456"/>
                <a:gd name="csX12" fmla="*/ 149750 w 543450"/>
                <a:gd name="csY12" fmla="*/ 576 h 442456"/>
                <a:gd name="csX13" fmla="*/ 378350 w 543450"/>
                <a:gd name="csY13" fmla="*/ 38676 h 442456"/>
                <a:gd name="csX14" fmla="*/ 444759 w 543450"/>
                <a:gd name="csY14" fmla="*/ 72322 h 442456"/>
                <a:gd name="csX15" fmla="*/ 536834 w 543450"/>
                <a:gd name="csY15" fmla="*/ 185792 h 442456"/>
                <a:gd name="csX0" fmla="*/ 536834 w 543450"/>
                <a:gd name="csY0" fmla="*/ 185734 h 442398"/>
                <a:gd name="csX1" fmla="*/ 530750 w 543450"/>
                <a:gd name="csY1" fmla="*/ 241818 h 442398"/>
                <a:gd name="csX2" fmla="*/ 543450 w 543450"/>
                <a:gd name="csY2" fmla="*/ 318018 h 442398"/>
                <a:gd name="csX3" fmla="*/ 265661 w 543450"/>
                <a:gd name="csY3" fmla="*/ 436716 h 442398"/>
                <a:gd name="csX4" fmla="*/ 105678 w 543450"/>
                <a:gd name="csY4" fmla="*/ 418945 h 442398"/>
                <a:gd name="csX5" fmla="*/ 12 w 543450"/>
                <a:gd name="csY5" fmla="*/ 317165 h 442398"/>
                <a:gd name="csX6" fmla="*/ 147856 w 543450"/>
                <a:gd name="csY6" fmla="*/ 385018 h 442398"/>
                <a:gd name="csX7" fmla="*/ 198759 w 543450"/>
                <a:gd name="csY7" fmla="*/ 301010 h 442398"/>
                <a:gd name="csX8" fmla="*/ 203606 w 543450"/>
                <a:gd name="csY8" fmla="*/ 129728 h 442398"/>
                <a:gd name="csX9" fmla="*/ 162764 w 543450"/>
                <a:gd name="csY9" fmla="*/ 52215 h 442398"/>
                <a:gd name="csX10" fmla="*/ 94885 w 543450"/>
                <a:gd name="csY10" fmla="*/ 18031 h 442398"/>
                <a:gd name="csX11" fmla="*/ 121677 w 543450"/>
                <a:gd name="csY11" fmla="*/ 9404 h 442398"/>
                <a:gd name="csX12" fmla="*/ 149750 w 543450"/>
                <a:gd name="csY12" fmla="*/ 518 h 442398"/>
                <a:gd name="csX13" fmla="*/ 378350 w 543450"/>
                <a:gd name="csY13" fmla="*/ 38618 h 442398"/>
                <a:gd name="csX14" fmla="*/ 444759 w 543450"/>
                <a:gd name="csY14" fmla="*/ 72264 h 442398"/>
                <a:gd name="csX15" fmla="*/ 536834 w 543450"/>
                <a:gd name="csY15" fmla="*/ 185734 h 442398"/>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78350 w 543450"/>
                <a:gd name="csY13" fmla="*/ 34842 h 438622"/>
                <a:gd name="csX14" fmla="*/ 444759 w 543450"/>
                <a:gd name="csY14" fmla="*/ 68488 h 438622"/>
                <a:gd name="csX15" fmla="*/ 536834 w 543450"/>
                <a:gd name="csY15"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78350 w 543450"/>
                <a:gd name="csY13" fmla="*/ 34842 h 438622"/>
                <a:gd name="csX14" fmla="*/ 444759 w 543450"/>
                <a:gd name="csY14" fmla="*/ 68488 h 438622"/>
                <a:gd name="csX15" fmla="*/ 536834 w 543450"/>
                <a:gd name="csY15"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78350 w 543450"/>
                <a:gd name="csY13" fmla="*/ 34842 h 438622"/>
                <a:gd name="csX14" fmla="*/ 444759 w 543450"/>
                <a:gd name="csY14" fmla="*/ 68488 h 438622"/>
                <a:gd name="csX15" fmla="*/ 536834 w 543450"/>
                <a:gd name="csY15"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42354 w 543450"/>
                <a:gd name="csY13" fmla="*/ 26764 h 438622"/>
                <a:gd name="csX14" fmla="*/ 444759 w 543450"/>
                <a:gd name="csY14" fmla="*/ 68488 h 438622"/>
                <a:gd name="csX15" fmla="*/ 536834 w 543450"/>
                <a:gd name="csY15"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42354 w 543450"/>
                <a:gd name="csY13" fmla="*/ 26764 h 438622"/>
                <a:gd name="csX14" fmla="*/ 444759 w 543450"/>
                <a:gd name="csY14" fmla="*/ 68488 h 438622"/>
                <a:gd name="csX15" fmla="*/ 503818 w 543450"/>
                <a:gd name="csY15" fmla="*/ 130428 h 438622"/>
                <a:gd name="csX16" fmla="*/ 536834 w 543450"/>
                <a:gd name="csY16"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42354 w 543450"/>
                <a:gd name="csY13" fmla="*/ 26764 h 438622"/>
                <a:gd name="csX14" fmla="*/ 444759 w 543450"/>
                <a:gd name="csY14" fmla="*/ 68488 h 438622"/>
                <a:gd name="csX15" fmla="*/ 509999 w 543450"/>
                <a:gd name="csY15" fmla="*/ 125581 h 438622"/>
                <a:gd name="csX16" fmla="*/ 536834 w 543450"/>
                <a:gd name="csY16" fmla="*/ 181958 h 438622"/>
                <a:gd name="csX0" fmla="*/ 536834 w 547176"/>
                <a:gd name="csY0" fmla="*/ 181958 h 438622"/>
                <a:gd name="csX1" fmla="*/ 547112 w 547176"/>
                <a:gd name="csY1" fmla="*/ 237638 h 438622"/>
                <a:gd name="csX2" fmla="*/ 543450 w 547176"/>
                <a:gd name="csY2" fmla="*/ 314242 h 438622"/>
                <a:gd name="csX3" fmla="*/ 265661 w 547176"/>
                <a:gd name="csY3" fmla="*/ 432940 h 438622"/>
                <a:gd name="csX4" fmla="*/ 105678 w 547176"/>
                <a:gd name="csY4" fmla="*/ 415169 h 438622"/>
                <a:gd name="csX5" fmla="*/ 12 w 547176"/>
                <a:gd name="csY5" fmla="*/ 313389 h 438622"/>
                <a:gd name="csX6" fmla="*/ 147856 w 547176"/>
                <a:gd name="csY6" fmla="*/ 381242 h 438622"/>
                <a:gd name="csX7" fmla="*/ 198759 w 547176"/>
                <a:gd name="csY7" fmla="*/ 297234 h 438622"/>
                <a:gd name="csX8" fmla="*/ 203606 w 547176"/>
                <a:gd name="csY8" fmla="*/ 125952 h 438622"/>
                <a:gd name="csX9" fmla="*/ 162764 w 547176"/>
                <a:gd name="csY9" fmla="*/ 48439 h 438622"/>
                <a:gd name="csX10" fmla="*/ 94885 w 547176"/>
                <a:gd name="csY10" fmla="*/ 14255 h 438622"/>
                <a:gd name="csX11" fmla="*/ 121677 w 547176"/>
                <a:gd name="csY11" fmla="*/ 5628 h 438622"/>
                <a:gd name="csX12" fmla="*/ 185019 w 547176"/>
                <a:gd name="csY12" fmla="*/ 781 h 438622"/>
                <a:gd name="csX13" fmla="*/ 342354 w 547176"/>
                <a:gd name="csY13" fmla="*/ 26764 h 438622"/>
                <a:gd name="csX14" fmla="*/ 444759 w 547176"/>
                <a:gd name="csY14" fmla="*/ 68488 h 438622"/>
                <a:gd name="csX15" fmla="*/ 509999 w 547176"/>
                <a:gd name="csY15" fmla="*/ 125581 h 438622"/>
                <a:gd name="csX16" fmla="*/ 536834 w 547176"/>
                <a:gd name="csY16" fmla="*/ 181958 h 438622"/>
                <a:gd name="csX0" fmla="*/ 536834 w 547770"/>
                <a:gd name="csY0" fmla="*/ 181958 h 438622"/>
                <a:gd name="csX1" fmla="*/ 547112 w 547770"/>
                <a:gd name="csY1" fmla="*/ 237638 h 438622"/>
                <a:gd name="csX2" fmla="*/ 543450 w 547770"/>
                <a:gd name="csY2" fmla="*/ 314242 h 438622"/>
                <a:gd name="csX3" fmla="*/ 265661 w 547770"/>
                <a:gd name="csY3" fmla="*/ 432940 h 438622"/>
                <a:gd name="csX4" fmla="*/ 105678 w 547770"/>
                <a:gd name="csY4" fmla="*/ 415169 h 438622"/>
                <a:gd name="csX5" fmla="*/ 12 w 547770"/>
                <a:gd name="csY5" fmla="*/ 313389 h 438622"/>
                <a:gd name="csX6" fmla="*/ 147856 w 547770"/>
                <a:gd name="csY6" fmla="*/ 381242 h 438622"/>
                <a:gd name="csX7" fmla="*/ 198759 w 547770"/>
                <a:gd name="csY7" fmla="*/ 297234 h 438622"/>
                <a:gd name="csX8" fmla="*/ 203606 w 547770"/>
                <a:gd name="csY8" fmla="*/ 125952 h 438622"/>
                <a:gd name="csX9" fmla="*/ 162764 w 547770"/>
                <a:gd name="csY9" fmla="*/ 48439 h 438622"/>
                <a:gd name="csX10" fmla="*/ 94885 w 547770"/>
                <a:gd name="csY10" fmla="*/ 14255 h 438622"/>
                <a:gd name="csX11" fmla="*/ 121677 w 547770"/>
                <a:gd name="csY11" fmla="*/ 5628 h 438622"/>
                <a:gd name="csX12" fmla="*/ 185019 w 547770"/>
                <a:gd name="csY12" fmla="*/ 781 h 438622"/>
                <a:gd name="csX13" fmla="*/ 342354 w 547770"/>
                <a:gd name="csY13" fmla="*/ 26764 h 438622"/>
                <a:gd name="csX14" fmla="*/ 444759 w 547770"/>
                <a:gd name="csY14" fmla="*/ 68488 h 438622"/>
                <a:gd name="csX15" fmla="*/ 509999 w 547770"/>
                <a:gd name="csY15" fmla="*/ 125581 h 438622"/>
                <a:gd name="csX16" fmla="*/ 536834 w 547770"/>
                <a:gd name="csY16" fmla="*/ 181958 h 438622"/>
                <a:gd name="csX0" fmla="*/ 536834 w 547770"/>
                <a:gd name="csY0" fmla="*/ 181958 h 438622"/>
                <a:gd name="csX1" fmla="*/ 547112 w 547770"/>
                <a:gd name="csY1" fmla="*/ 237638 h 438622"/>
                <a:gd name="csX2" fmla="*/ 543450 w 547770"/>
                <a:gd name="csY2" fmla="*/ 314242 h 438622"/>
                <a:gd name="csX3" fmla="*/ 265661 w 547770"/>
                <a:gd name="csY3" fmla="*/ 432940 h 438622"/>
                <a:gd name="csX4" fmla="*/ 105678 w 547770"/>
                <a:gd name="csY4" fmla="*/ 415169 h 438622"/>
                <a:gd name="csX5" fmla="*/ 12 w 547770"/>
                <a:gd name="csY5" fmla="*/ 313389 h 438622"/>
                <a:gd name="csX6" fmla="*/ 147856 w 547770"/>
                <a:gd name="csY6" fmla="*/ 381242 h 438622"/>
                <a:gd name="csX7" fmla="*/ 198759 w 547770"/>
                <a:gd name="csY7" fmla="*/ 297234 h 438622"/>
                <a:gd name="csX8" fmla="*/ 203606 w 547770"/>
                <a:gd name="csY8" fmla="*/ 125952 h 438622"/>
                <a:gd name="csX9" fmla="*/ 162764 w 547770"/>
                <a:gd name="csY9" fmla="*/ 48439 h 438622"/>
                <a:gd name="csX10" fmla="*/ 94885 w 547770"/>
                <a:gd name="csY10" fmla="*/ 14255 h 438622"/>
                <a:gd name="csX11" fmla="*/ 121677 w 547770"/>
                <a:gd name="csY11" fmla="*/ 5628 h 438622"/>
                <a:gd name="csX12" fmla="*/ 185019 w 547770"/>
                <a:gd name="csY12" fmla="*/ 781 h 438622"/>
                <a:gd name="csX13" fmla="*/ 342354 w 547770"/>
                <a:gd name="csY13" fmla="*/ 26764 h 438622"/>
                <a:gd name="csX14" fmla="*/ 444759 w 547770"/>
                <a:gd name="csY14" fmla="*/ 68488 h 438622"/>
                <a:gd name="csX15" fmla="*/ 509999 w 547770"/>
                <a:gd name="csY15" fmla="*/ 125581 h 438622"/>
                <a:gd name="csX16" fmla="*/ 536834 w 547770"/>
                <a:gd name="csY16" fmla="*/ 181958 h 438622"/>
                <a:gd name="csX0" fmla="*/ 536834 w 547335"/>
                <a:gd name="csY0" fmla="*/ 181958 h 438622"/>
                <a:gd name="csX1" fmla="*/ 547112 w 547335"/>
                <a:gd name="csY1" fmla="*/ 237638 h 438622"/>
                <a:gd name="csX2" fmla="*/ 543450 w 547335"/>
                <a:gd name="csY2" fmla="*/ 314242 h 438622"/>
                <a:gd name="csX3" fmla="*/ 265661 w 547335"/>
                <a:gd name="csY3" fmla="*/ 432940 h 438622"/>
                <a:gd name="csX4" fmla="*/ 105678 w 547335"/>
                <a:gd name="csY4" fmla="*/ 415169 h 438622"/>
                <a:gd name="csX5" fmla="*/ 12 w 547335"/>
                <a:gd name="csY5" fmla="*/ 313389 h 438622"/>
                <a:gd name="csX6" fmla="*/ 147856 w 547335"/>
                <a:gd name="csY6" fmla="*/ 381242 h 438622"/>
                <a:gd name="csX7" fmla="*/ 198759 w 547335"/>
                <a:gd name="csY7" fmla="*/ 297234 h 438622"/>
                <a:gd name="csX8" fmla="*/ 203606 w 547335"/>
                <a:gd name="csY8" fmla="*/ 125952 h 438622"/>
                <a:gd name="csX9" fmla="*/ 162764 w 547335"/>
                <a:gd name="csY9" fmla="*/ 48439 h 438622"/>
                <a:gd name="csX10" fmla="*/ 94885 w 547335"/>
                <a:gd name="csY10" fmla="*/ 14255 h 438622"/>
                <a:gd name="csX11" fmla="*/ 121677 w 547335"/>
                <a:gd name="csY11" fmla="*/ 5628 h 438622"/>
                <a:gd name="csX12" fmla="*/ 185019 w 547335"/>
                <a:gd name="csY12" fmla="*/ 781 h 438622"/>
                <a:gd name="csX13" fmla="*/ 342354 w 547335"/>
                <a:gd name="csY13" fmla="*/ 26764 h 438622"/>
                <a:gd name="csX14" fmla="*/ 444759 w 547335"/>
                <a:gd name="csY14" fmla="*/ 68488 h 438622"/>
                <a:gd name="csX15" fmla="*/ 509999 w 547335"/>
                <a:gd name="csY15" fmla="*/ 125581 h 438622"/>
                <a:gd name="csX16" fmla="*/ 536834 w 547335"/>
                <a:gd name="csY16" fmla="*/ 181958 h 438622"/>
                <a:gd name="csX0" fmla="*/ 536834 w 547112"/>
                <a:gd name="csY0" fmla="*/ 181958 h 438622"/>
                <a:gd name="csX1" fmla="*/ 547112 w 547112"/>
                <a:gd name="csY1" fmla="*/ 237638 h 438622"/>
                <a:gd name="csX2" fmla="*/ 543450 w 547112"/>
                <a:gd name="csY2" fmla="*/ 314242 h 438622"/>
                <a:gd name="csX3" fmla="*/ 265661 w 547112"/>
                <a:gd name="csY3" fmla="*/ 432940 h 438622"/>
                <a:gd name="csX4" fmla="*/ 105678 w 547112"/>
                <a:gd name="csY4" fmla="*/ 415169 h 438622"/>
                <a:gd name="csX5" fmla="*/ 12 w 547112"/>
                <a:gd name="csY5" fmla="*/ 313389 h 438622"/>
                <a:gd name="csX6" fmla="*/ 147856 w 547112"/>
                <a:gd name="csY6" fmla="*/ 381242 h 438622"/>
                <a:gd name="csX7" fmla="*/ 198759 w 547112"/>
                <a:gd name="csY7" fmla="*/ 297234 h 438622"/>
                <a:gd name="csX8" fmla="*/ 203606 w 547112"/>
                <a:gd name="csY8" fmla="*/ 125952 h 438622"/>
                <a:gd name="csX9" fmla="*/ 162764 w 547112"/>
                <a:gd name="csY9" fmla="*/ 48439 h 438622"/>
                <a:gd name="csX10" fmla="*/ 94885 w 547112"/>
                <a:gd name="csY10" fmla="*/ 14255 h 438622"/>
                <a:gd name="csX11" fmla="*/ 121677 w 547112"/>
                <a:gd name="csY11" fmla="*/ 5628 h 438622"/>
                <a:gd name="csX12" fmla="*/ 185019 w 547112"/>
                <a:gd name="csY12" fmla="*/ 781 h 438622"/>
                <a:gd name="csX13" fmla="*/ 342354 w 547112"/>
                <a:gd name="csY13" fmla="*/ 26764 h 438622"/>
                <a:gd name="csX14" fmla="*/ 444759 w 547112"/>
                <a:gd name="csY14" fmla="*/ 68488 h 438622"/>
                <a:gd name="csX15" fmla="*/ 509999 w 547112"/>
                <a:gd name="csY15" fmla="*/ 125581 h 438622"/>
                <a:gd name="csX16" fmla="*/ 536834 w 547112"/>
                <a:gd name="csY16" fmla="*/ 181958 h 438622"/>
                <a:gd name="csX0" fmla="*/ 536834 w 547112"/>
                <a:gd name="csY0" fmla="*/ 181958 h 438622"/>
                <a:gd name="csX1" fmla="*/ 547112 w 547112"/>
                <a:gd name="csY1" fmla="*/ 237638 h 438622"/>
                <a:gd name="csX2" fmla="*/ 533269 w 547112"/>
                <a:gd name="csY2" fmla="*/ 311819 h 438622"/>
                <a:gd name="csX3" fmla="*/ 265661 w 547112"/>
                <a:gd name="csY3" fmla="*/ 432940 h 438622"/>
                <a:gd name="csX4" fmla="*/ 105678 w 547112"/>
                <a:gd name="csY4" fmla="*/ 415169 h 438622"/>
                <a:gd name="csX5" fmla="*/ 12 w 547112"/>
                <a:gd name="csY5" fmla="*/ 313389 h 438622"/>
                <a:gd name="csX6" fmla="*/ 147856 w 547112"/>
                <a:gd name="csY6" fmla="*/ 381242 h 438622"/>
                <a:gd name="csX7" fmla="*/ 198759 w 547112"/>
                <a:gd name="csY7" fmla="*/ 297234 h 438622"/>
                <a:gd name="csX8" fmla="*/ 203606 w 547112"/>
                <a:gd name="csY8" fmla="*/ 125952 h 438622"/>
                <a:gd name="csX9" fmla="*/ 162764 w 547112"/>
                <a:gd name="csY9" fmla="*/ 48439 h 438622"/>
                <a:gd name="csX10" fmla="*/ 94885 w 547112"/>
                <a:gd name="csY10" fmla="*/ 14255 h 438622"/>
                <a:gd name="csX11" fmla="*/ 121677 w 547112"/>
                <a:gd name="csY11" fmla="*/ 5628 h 438622"/>
                <a:gd name="csX12" fmla="*/ 185019 w 547112"/>
                <a:gd name="csY12" fmla="*/ 781 h 438622"/>
                <a:gd name="csX13" fmla="*/ 342354 w 547112"/>
                <a:gd name="csY13" fmla="*/ 26764 h 438622"/>
                <a:gd name="csX14" fmla="*/ 444759 w 547112"/>
                <a:gd name="csY14" fmla="*/ 68488 h 438622"/>
                <a:gd name="csX15" fmla="*/ 509999 w 547112"/>
                <a:gd name="csY15" fmla="*/ 125581 h 438622"/>
                <a:gd name="csX16" fmla="*/ 536834 w 547112"/>
                <a:gd name="csY16" fmla="*/ 181958 h 438622"/>
                <a:gd name="csX0" fmla="*/ 536834 w 547112"/>
                <a:gd name="csY0" fmla="*/ 181958 h 438622"/>
                <a:gd name="csX1" fmla="*/ 547112 w 547112"/>
                <a:gd name="csY1" fmla="*/ 237638 h 438622"/>
                <a:gd name="csX2" fmla="*/ 533269 w 547112"/>
                <a:gd name="csY2" fmla="*/ 311819 h 438622"/>
                <a:gd name="csX3" fmla="*/ 410010 w 547112"/>
                <a:gd name="csY3" fmla="*/ 384070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5256"/>
                <a:gd name="csX1" fmla="*/ 547112 w 547112"/>
                <a:gd name="csY1" fmla="*/ 237638 h 435256"/>
                <a:gd name="csX2" fmla="*/ 533269 w 547112"/>
                <a:gd name="csY2" fmla="*/ 311819 h 435256"/>
                <a:gd name="csX3" fmla="*/ 437643 w 547112"/>
                <a:gd name="csY3" fmla="*/ 409919 h 435256"/>
                <a:gd name="csX4" fmla="*/ 265661 w 547112"/>
                <a:gd name="csY4" fmla="*/ 432940 h 435256"/>
                <a:gd name="csX5" fmla="*/ 105678 w 547112"/>
                <a:gd name="csY5" fmla="*/ 415169 h 435256"/>
                <a:gd name="csX6" fmla="*/ 12 w 547112"/>
                <a:gd name="csY6" fmla="*/ 313389 h 435256"/>
                <a:gd name="csX7" fmla="*/ 147856 w 547112"/>
                <a:gd name="csY7" fmla="*/ 381242 h 435256"/>
                <a:gd name="csX8" fmla="*/ 198759 w 547112"/>
                <a:gd name="csY8" fmla="*/ 297234 h 435256"/>
                <a:gd name="csX9" fmla="*/ 203606 w 547112"/>
                <a:gd name="csY9" fmla="*/ 125952 h 435256"/>
                <a:gd name="csX10" fmla="*/ 162764 w 547112"/>
                <a:gd name="csY10" fmla="*/ 48439 h 435256"/>
                <a:gd name="csX11" fmla="*/ 94885 w 547112"/>
                <a:gd name="csY11" fmla="*/ 14255 h 435256"/>
                <a:gd name="csX12" fmla="*/ 121677 w 547112"/>
                <a:gd name="csY12" fmla="*/ 5628 h 435256"/>
                <a:gd name="csX13" fmla="*/ 185019 w 547112"/>
                <a:gd name="csY13" fmla="*/ 781 h 435256"/>
                <a:gd name="csX14" fmla="*/ 342354 w 547112"/>
                <a:gd name="csY14" fmla="*/ 26764 h 435256"/>
                <a:gd name="csX15" fmla="*/ 444759 w 547112"/>
                <a:gd name="csY15" fmla="*/ 68488 h 435256"/>
                <a:gd name="csX16" fmla="*/ 509999 w 547112"/>
                <a:gd name="csY16" fmla="*/ 125581 h 435256"/>
                <a:gd name="csX17" fmla="*/ 536834 w 547112"/>
                <a:gd name="csY17" fmla="*/ 181958 h 435256"/>
                <a:gd name="csX0" fmla="*/ 544588 w 554866"/>
                <a:gd name="csY0" fmla="*/ 181958 h 435256"/>
                <a:gd name="csX1" fmla="*/ 554866 w 554866"/>
                <a:gd name="csY1" fmla="*/ 237638 h 435256"/>
                <a:gd name="csX2" fmla="*/ 541023 w 554866"/>
                <a:gd name="csY2" fmla="*/ 311819 h 435256"/>
                <a:gd name="csX3" fmla="*/ 445397 w 554866"/>
                <a:gd name="csY3" fmla="*/ 409919 h 435256"/>
                <a:gd name="csX4" fmla="*/ 273415 w 554866"/>
                <a:gd name="csY4" fmla="*/ 432940 h 435256"/>
                <a:gd name="csX5" fmla="*/ 113432 w 554866"/>
                <a:gd name="csY5" fmla="*/ 415169 h 435256"/>
                <a:gd name="csX6" fmla="*/ 9 w 554866"/>
                <a:gd name="csY6" fmla="*/ 312850 h 435256"/>
                <a:gd name="csX7" fmla="*/ 155610 w 554866"/>
                <a:gd name="csY7" fmla="*/ 381242 h 435256"/>
                <a:gd name="csX8" fmla="*/ 206513 w 554866"/>
                <a:gd name="csY8" fmla="*/ 297234 h 435256"/>
                <a:gd name="csX9" fmla="*/ 211360 w 554866"/>
                <a:gd name="csY9" fmla="*/ 125952 h 435256"/>
                <a:gd name="csX10" fmla="*/ 170518 w 554866"/>
                <a:gd name="csY10" fmla="*/ 48439 h 435256"/>
                <a:gd name="csX11" fmla="*/ 102639 w 554866"/>
                <a:gd name="csY11" fmla="*/ 14255 h 435256"/>
                <a:gd name="csX12" fmla="*/ 129431 w 554866"/>
                <a:gd name="csY12" fmla="*/ 5628 h 435256"/>
                <a:gd name="csX13" fmla="*/ 192773 w 554866"/>
                <a:gd name="csY13" fmla="*/ 781 h 435256"/>
                <a:gd name="csX14" fmla="*/ 350108 w 554866"/>
                <a:gd name="csY14" fmla="*/ 26764 h 435256"/>
                <a:gd name="csX15" fmla="*/ 452513 w 554866"/>
                <a:gd name="csY15" fmla="*/ 68488 h 435256"/>
                <a:gd name="csX16" fmla="*/ 517753 w 554866"/>
                <a:gd name="csY16" fmla="*/ 125581 h 435256"/>
                <a:gd name="csX17" fmla="*/ 544588 w 554866"/>
                <a:gd name="csY17" fmla="*/ 181958 h 435256"/>
                <a:gd name="csX0" fmla="*/ 553500 w 563778"/>
                <a:gd name="csY0" fmla="*/ 181958 h 435256"/>
                <a:gd name="csX1" fmla="*/ 563778 w 563778"/>
                <a:gd name="csY1" fmla="*/ 237638 h 435256"/>
                <a:gd name="csX2" fmla="*/ 549935 w 563778"/>
                <a:gd name="csY2" fmla="*/ 311819 h 435256"/>
                <a:gd name="csX3" fmla="*/ 454309 w 563778"/>
                <a:gd name="csY3" fmla="*/ 409919 h 435256"/>
                <a:gd name="csX4" fmla="*/ 282327 w 563778"/>
                <a:gd name="csY4" fmla="*/ 432940 h 435256"/>
                <a:gd name="csX5" fmla="*/ 122344 w 563778"/>
                <a:gd name="csY5" fmla="*/ 415169 h 435256"/>
                <a:gd name="csX6" fmla="*/ 8921 w 563778"/>
                <a:gd name="csY6" fmla="*/ 312850 h 435256"/>
                <a:gd name="csX7" fmla="*/ 24900 w 563778"/>
                <a:gd name="csY7" fmla="*/ 322006 h 435256"/>
                <a:gd name="csX8" fmla="*/ 164522 w 563778"/>
                <a:gd name="csY8" fmla="*/ 381242 h 435256"/>
                <a:gd name="csX9" fmla="*/ 215425 w 563778"/>
                <a:gd name="csY9" fmla="*/ 297234 h 435256"/>
                <a:gd name="csX10" fmla="*/ 220272 w 563778"/>
                <a:gd name="csY10" fmla="*/ 125952 h 435256"/>
                <a:gd name="csX11" fmla="*/ 179430 w 563778"/>
                <a:gd name="csY11" fmla="*/ 48439 h 435256"/>
                <a:gd name="csX12" fmla="*/ 111551 w 563778"/>
                <a:gd name="csY12" fmla="*/ 14255 h 435256"/>
                <a:gd name="csX13" fmla="*/ 138343 w 563778"/>
                <a:gd name="csY13" fmla="*/ 5628 h 435256"/>
                <a:gd name="csX14" fmla="*/ 201685 w 563778"/>
                <a:gd name="csY14" fmla="*/ 781 h 435256"/>
                <a:gd name="csX15" fmla="*/ 359020 w 563778"/>
                <a:gd name="csY15" fmla="*/ 26764 h 435256"/>
                <a:gd name="csX16" fmla="*/ 461425 w 563778"/>
                <a:gd name="csY16" fmla="*/ 68488 h 435256"/>
                <a:gd name="csX17" fmla="*/ 526665 w 563778"/>
                <a:gd name="csY17" fmla="*/ 125581 h 435256"/>
                <a:gd name="csX18" fmla="*/ 553500 w 563778"/>
                <a:gd name="csY18" fmla="*/ 181958 h 435256"/>
                <a:gd name="csX0" fmla="*/ 554996 w 565274"/>
                <a:gd name="csY0" fmla="*/ 181958 h 435256"/>
                <a:gd name="csX1" fmla="*/ 565274 w 565274"/>
                <a:gd name="csY1" fmla="*/ 237638 h 435256"/>
                <a:gd name="csX2" fmla="*/ 551431 w 565274"/>
                <a:gd name="csY2" fmla="*/ 311819 h 435256"/>
                <a:gd name="csX3" fmla="*/ 455805 w 565274"/>
                <a:gd name="csY3" fmla="*/ 409919 h 435256"/>
                <a:gd name="csX4" fmla="*/ 283823 w 565274"/>
                <a:gd name="csY4" fmla="*/ 432940 h 435256"/>
                <a:gd name="csX5" fmla="*/ 123840 w 565274"/>
                <a:gd name="csY5" fmla="*/ 415169 h 435256"/>
                <a:gd name="csX6" fmla="*/ 10417 w 565274"/>
                <a:gd name="csY6" fmla="*/ 312850 h 435256"/>
                <a:gd name="csX7" fmla="*/ 22033 w 565274"/>
                <a:gd name="csY7" fmla="*/ 303158 h 435256"/>
                <a:gd name="csX8" fmla="*/ 166018 w 565274"/>
                <a:gd name="csY8" fmla="*/ 381242 h 435256"/>
                <a:gd name="csX9" fmla="*/ 216921 w 565274"/>
                <a:gd name="csY9" fmla="*/ 297234 h 435256"/>
                <a:gd name="csX10" fmla="*/ 221768 w 565274"/>
                <a:gd name="csY10" fmla="*/ 125952 h 435256"/>
                <a:gd name="csX11" fmla="*/ 180926 w 565274"/>
                <a:gd name="csY11" fmla="*/ 48439 h 435256"/>
                <a:gd name="csX12" fmla="*/ 113047 w 565274"/>
                <a:gd name="csY12" fmla="*/ 14255 h 435256"/>
                <a:gd name="csX13" fmla="*/ 139839 w 565274"/>
                <a:gd name="csY13" fmla="*/ 5628 h 435256"/>
                <a:gd name="csX14" fmla="*/ 203181 w 565274"/>
                <a:gd name="csY14" fmla="*/ 781 h 435256"/>
                <a:gd name="csX15" fmla="*/ 360516 w 565274"/>
                <a:gd name="csY15" fmla="*/ 26764 h 435256"/>
                <a:gd name="csX16" fmla="*/ 462921 w 565274"/>
                <a:gd name="csY16" fmla="*/ 68488 h 435256"/>
                <a:gd name="csX17" fmla="*/ 528161 w 565274"/>
                <a:gd name="csY17" fmla="*/ 125581 h 435256"/>
                <a:gd name="csX18" fmla="*/ 554996 w 565274"/>
                <a:gd name="csY18" fmla="*/ 181958 h 435256"/>
                <a:gd name="csX0" fmla="*/ 544579 w 554857"/>
                <a:gd name="csY0" fmla="*/ 181958 h 435256"/>
                <a:gd name="csX1" fmla="*/ 554857 w 554857"/>
                <a:gd name="csY1" fmla="*/ 237638 h 435256"/>
                <a:gd name="csX2" fmla="*/ 541014 w 554857"/>
                <a:gd name="csY2" fmla="*/ 311819 h 435256"/>
                <a:gd name="csX3" fmla="*/ 445388 w 554857"/>
                <a:gd name="csY3" fmla="*/ 409919 h 435256"/>
                <a:gd name="csX4" fmla="*/ 273406 w 554857"/>
                <a:gd name="csY4" fmla="*/ 432940 h 435256"/>
                <a:gd name="csX5" fmla="*/ 113423 w 554857"/>
                <a:gd name="csY5" fmla="*/ 415169 h 435256"/>
                <a:gd name="csX6" fmla="*/ 0 w 554857"/>
                <a:gd name="csY6" fmla="*/ 312850 h 435256"/>
                <a:gd name="csX7" fmla="*/ 11616 w 554857"/>
                <a:gd name="csY7" fmla="*/ 303158 h 435256"/>
                <a:gd name="csX8" fmla="*/ 155601 w 554857"/>
                <a:gd name="csY8" fmla="*/ 381242 h 435256"/>
                <a:gd name="csX9" fmla="*/ 206504 w 554857"/>
                <a:gd name="csY9" fmla="*/ 297234 h 435256"/>
                <a:gd name="csX10" fmla="*/ 211351 w 554857"/>
                <a:gd name="csY10" fmla="*/ 125952 h 435256"/>
                <a:gd name="csX11" fmla="*/ 170509 w 554857"/>
                <a:gd name="csY11" fmla="*/ 48439 h 435256"/>
                <a:gd name="csX12" fmla="*/ 102630 w 554857"/>
                <a:gd name="csY12" fmla="*/ 14255 h 435256"/>
                <a:gd name="csX13" fmla="*/ 129422 w 554857"/>
                <a:gd name="csY13" fmla="*/ 5628 h 435256"/>
                <a:gd name="csX14" fmla="*/ 192764 w 554857"/>
                <a:gd name="csY14" fmla="*/ 781 h 435256"/>
                <a:gd name="csX15" fmla="*/ 350099 w 554857"/>
                <a:gd name="csY15" fmla="*/ 26764 h 435256"/>
                <a:gd name="csX16" fmla="*/ 452504 w 554857"/>
                <a:gd name="csY16" fmla="*/ 68488 h 435256"/>
                <a:gd name="csX17" fmla="*/ 517744 w 554857"/>
                <a:gd name="csY17" fmla="*/ 125581 h 435256"/>
                <a:gd name="csX18" fmla="*/ 544579 w 554857"/>
                <a:gd name="csY18" fmla="*/ 181958 h 435256"/>
                <a:gd name="csX0" fmla="*/ 545549 w 555827"/>
                <a:gd name="csY0" fmla="*/ 181958 h 435256"/>
                <a:gd name="csX1" fmla="*/ 555827 w 555827"/>
                <a:gd name="csY1" fmla="*/ 237638 h 435256"/>
                <a:gd name="csX2" fmla="*/ 541984 w 555827"/>
                <a:gd name="csY2" fmla="*/ 311819 h 435256"/>
                <a:gd name="csX3" fmla="*/ 446358 w 555827"/>
                <a:gd name="csY3" fmla="*/ 409919 h 435256"/>
                <a:gd name="csX4" fmla="*/ 274376 w 555827"/>
                <a:gd name="csY4" fmla="*/ 432940 h 435256"/>
                <a:gd name="csX5" fmla="*/ 114393 w 555827"/>
                <a:gd name="csY5" fmla="*/ 415169 h 435256"/>
                <a:gd name="csX6" fmla="*/ 0 w 555827"/>
                <a:gd name="csY6" fmla="*/ 315004 h 435256"/>
                <a:gd name="csX7" fmla="*/ 12586 w 555827"/>
                <a:gd name="csY7" fmla="*/ 303158 h 435256"/>
                <a:gd name="csX8" fmla="*/ 156571 w 555827"/>
                <a:gd name="csY8" fmla="*/ 381242 h 435256"/>
                <a:gd name="csX9" fmla="*/ 207474 w 555827"/>
                <a:gd name="csY9" fmla="*/ 297234 h 435256"/>
                <a:gd name="csX10" fmla="*/ 212321 w 555827"/>
                <a:gd name="csY10" fmla="*/ 125952 h 435256"/>
                <a:gd name="csX11" fmla="*/ 171479 w 555827"/>
                <a:gd name="csY11" fmla="*/ 48439 h 435256"/>
                <a:gd name="csX12" fmla="*/ 103600 w 555827"/>
                <a:gd name="csY12" fmla="*/ 14255 h 435256"/>
                <a:gd name="csX13" fmla="*/ 130392 w 555827"/>
                <a:gd name="csY13" fmla="*/ 5628 h 435256"/>
                <a:gd name="csX14" fmla="*/ 193734 w 555827"/>
                <a:gd name="csY14" fmla="*/ 781 h 435256"/>
                <a:gd name="csX15" fmla="*/ 351069 w 555827"/>
                <a:gd name="csY15" fmla="*/ 26764 h 435256"/>
                <a:gd name="csX16" fmla="*/ 453474 w 555827"/>
                <a:gd name="csY16" fmla="*/ 68488 h 435256"/>
                <a:gd name="csX17" fmla="*/ 518714 w 555827"/>
                <a:gd name="csY17" fmla="*/ 125581 h 435256"/>
                <a:gd name="csX18" fmla="*/ 545549 w 555827"/>
                <a:gd name="csY18" fmla="*/ 181958 h 435256"/>
                <a:gd name="csX0" fmla="*/ 545549 w 555827"/>
                <a:gd name="csY0" fmla="*/ 181958 h 435256"/>
                <a:gd name="csX1" fmla="*/ 555827 w 555827"/>
                <a:gd name="csY1" fmla="*/ 237638 h 435256"/>
                <a:gd name="csX2" fmla="*/ 541984 w 555827"/>
                <a:gd name="csY2" fmla="*/ 311819 h 435256"/>
                <a:gd name="csX3" fmla="*/ 446358 w 555827"/>
                <a:gd name="csY3" fmla="*/ 409919 h 435256"/>
                <a:gd name="csX4" fmla="*/ 274376 w 555827"/>
                <a:gd name="csY4" fmla="*/ 432940 h 435256"/>
                <a:gd name="csX5" fmla="*/ 114393 w 555827"/>
                <a:gd name="csY5" fmla="*/ 415169 h 435256"/>
                <a:gd name="csX6" fmla="*/ 0 w 555827"/>
                <a:gd name="csY6" fmla="*/ 315004 h 435256"/>
                <a:gd name="csX7" fmla="*/ 12586 w 555827"/>
                <a:gd name="csY7" fmla="*/ 303158 h 435256"/>
                <a:gd name="csX8" fmla="*/ 156571 w 555827"/>
                <a:gd name="csY8" fmla="*/ 381242 h 435256"/>
                <a:gd name="csX9" fmla="*/ 207474 w 555827"/>
                <a:gd name="csY9" fmla="*/ 297234 h 435256"/>
                <a:gd name="csX10" fmla="*/ 212321 w 555827"/>
                <a:gd name="csY10" fmla="*/ 125952 h 435256"/>
                <a:gd name="csX11" fmla="*/ 171479 w 555827"/>
                <a:gd name="csY11" fmla="*/ 48439 h 435256"/>
                <a:gd name="csX12" fmla="*/ 103600 w 555827"/>
                <a:gd name="csY12" fmla="*/ 14255 h 435256"/>
                <a:gd name="csX13" fmla="*/ 130392 w 555827"/>
                <a:gd name="csY13" fmla="*/ 5628 h 435256"/>
                <a:gd name="csX14" fmla="*/ 193734 w 555827"/>
                <a:gd name="csY14" fmla="*/ 781 h 435256"/>
                <a:gd name="csX15" fmla="*/ 351069 w 555827"/>
                <a:gd name="csY15" fmla="*/ 26764 h 435256"/>
                <a:gd name="csX16" fmla="*/ 453474 w 555827"/>
                <a:gd name="csY16" fmla="*/ 68488 h 435256"/>
                <a:gd name="csX17" fmla="*/ 518714 w 555827"/>
                <a:gd name="csY17" fmla="*/ 125581 h 435256"/>
                <a:gd name="csX18" fmla="*/ 545549 w 555827"/>
                <a:gd name="csY18" fmla="*/ 181958 h 4352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55827" h="435256">
                  <a:moveTo>
                    <a:pt x="545549" y="181958"/>
                  </a:moveTo>
                  <a:cubicBezTo>
                    <a:pt x="554308" y="223539"/>
                    <a:pt x="550704" y="196057"/>
                    <a:pt x="555827" y="237638"/>
                  </a:cubicBezTo>
                  <a:cubicBezTo>
                    <a:pt x="554849" y="266000"/>
                    <a:pt x="554961" y="268513"/>
                    <a:pt x="541984" y="311819"/>
                  </a:cubicBezTo>
                  <a:cubicBezTo>
                    <a:pt x="523861" y="350764"/>
                    <a:pt x="490959" y="389732"/>
                    <a:pt x="446358" y="409919"/>
                  </a:cubicBezTo>
                  <a:cubicBezTo>
                    <a:pt x="401757" y="430106"/>
                    <a:pt x="325098" y="427757"/>
                    <a:pt x="274376" y="432940"/>
                  </a:cubicBezTo>
                  <a:cubicBezTo>
                    <a:pt x="193900" y="438317"/>
                    <a:pt x="158668" y="435094"/>
                    <a:pt x="114393" y="415169"/>
                  </a:cubicBezTo>
                  <a:cubicBezTo>
                    <a:pt x="70118" y="395244"/>
                    <a:pt x="16241" y="330531"/>
                    <a:pt x="0" y="315004"/>
                  </a:cubicBezTo>
                  <a:lnTo>
                    <a:pt x="12586" y="303158"/>
                  </a:lnTo>
                  <a:cubicBezTo>
                    <a:pt x="81666" y="353869"/>
                    <a:pt x="124090" y="382229"/>
                    <a:pt x="156571" y="381242"/>
                  </a:cubicBezTo>
                  <a:cubicBezTo>
                    <a:pt x="189052" y="380255"/>
                    <a:pt x="195758" y="330022"/>
                    <a:pt x="207474" y="297234"/>
                  </a:cubicBezTo>
                  <a:cubicBezTo>
                    <a:pt x="219190" y="264446"/>
                    <a:pt x="220502" y="166139"/>
                    <a:pt x="212321" y="125952"/>
                  </a:cubicBezTo>
                  <a:cubicBezTo>
                    <a:pt x="204140" y="85765"/>
                    <a:pt x="188266" y="67997"/>
                    <a:pt x="171479" y="48439"/>
                  </a:cubicBezTo>
                  <a:cubicBezTo>
                    <a:pt x="154692" y="28881"/>
                    <a:pt x="112872" y="20650"/>
                    <a:pt x="103600" y="14255"/>
                  </a:cubicBezTo>
                  <a:lnTo>
                    <a:pt x="130392" y="5628"/>
                  </a:lnTo>
                  <a:cubicBezTo>
                    <a:pt x="138203" y="3651"/>
                    <a:pt x="147319" y="-2069"/>
                    <a:pt x="193734" y="781"/>
                  </a:cubicBezTo>
                  <a:cubicBezTo>
                    <a:pt x="261087" y="10519"/>
                    <a:pt x="286625" y="15410"/>
                    <a:pt x="351069" y="26764"/>
                  </a:cubicBezTo>
                  <a:cubicBezTo>
                    <a:pt x="394359" y="38049"/>
                    <a:pt x="427060" y="43969"/>
                    <a:pt x="453474" y="68488"/>
                  </a:cubicBezTo>
                  <a:cubicBezTo>
                    <a:pt x="480385" y="85765"/>
                    <a:pt x="503368" y="106669"/>
                    <a:pt x="518714" y="125581"/>
                  </a:cubicBezTo>
                  <a:cubicBezTo>
                    <a:pt x="534060" y="144493"/>
                    <a:pt x="535242" y="149482"/>
                    <a:pt x="545549" y="181958"/>
                  </a:cubicBezTo>
                  <a:close/>
                </a:path>
              </a:pathLst>
            </a:custGeom>
            <a:solidFill>
              <a:srgbClr val="FFFF00">
                <a:alpha val="25000"/>
              </a:srgbClr>
            </a:solidFill>
            <a:ln w="12700">
              <a:solidFill>
                <a:srgbClr val="FFC00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3C8FF3C8-93E5-7FB9-696E-3256A4FEB923}"/>
                </a:ext>
              </a:extLst>
            </p:cNvPr>
            <p:cNvGrpSpPr/>
            <p:nvPr/>
          </p:nvGrpSpPr>
          <p:grpSpPr>
            <a:xfrm>
              <a:off x="8015457" y="3456381"/>
              <a:ext cx="2185817" cy="640427"/>
              <a:chOff x="7193132" y="3577031"/>
              <a:chExt cx="2185817" cy="640427"/>
            </a:xfrm>
          </p:grpSpPr>
          <p:sp>
            <p:nvSpPr>
              <p:cNvPr id="13" name="TextBox 12">
                <a:extLst>
                  <a:ext uri="{FF2B5EF4-FFF2-40B4-BE49-F238E27FC236}">
                    <a16:creationId xmlns:a16="http://schemas.microsoft.com/office/drawing/2014/main" id="{420462AE-59E1-0A4E-4E7B-EC073127F555}"/>
                  </a:ext>
                </a:extLst>
              </p:cNvPr>
              <p:cNvSpPr txBox="1"/>
              <p:nvPr/>
            </p:nvSpPr>
            <p:spPr>
              <a:xfrm>
                <a:off x="8212990" y="3577031"/>
                <a:ext cx="1165959" cy="369332"/>
              </a:xfrm>
              <a:prstGeom prst="rect">
                <a:avLst/>
              </a:prstGeom>
              <a:solidFill>
                <a:srgbClr val="0070C0"/>
              </a:solidFill>
            </p:spPr>
            <p:txBody>
              <a:bodyPr wrap="square" rtlCol="0">
                <a:spAutoFit/>
              </a:bodyPr>
              <a:lstStyle/>
              <a:p>
                <a:r>
                  <a:rPr lang="en-US" b="1" dirty="0">
                    <a:solidFill>
                      <a:schemeClr val="bg1"/>
                    </a:solidFill>
                  </a:rPr>
                  <a:t>Nacelle</a:t>
                </a:r>
              </a:p>
            </p:txBody>
          </p:sp>
          <p:cxnSp>
            <p:nvCxnSpPr>
              <p:cNvPr id="14" name="Straight Arrow Connector 13">
                <a:extLst>
                  <a:ext uri="{FF2B5EF4-FFF2-40B4-BE49-F238E27FC236}">
                    <a16:creationId xmlns:a16="http://schemas.microsoft.com/office/drawing/2014/main" id="{E20A6A16-F56E-9F28-1EA3-B2251333CB8A}"/>
                  </a:ext>
                </a:extLst>
              </p:cNvPr>
              <p:cNvCxnSpPr>
                <a:cxnSpLocks/>
                <a:stCxn id="13" idx="1"/>
                <a:endCxn id="11" idx="1"/>
              </p:cNvCxnSpPr>
              <p:nvPr/>
            </p:nvCxnSpPr>
            <p:spPr>
              <a:xfrm flipH="1">
                <a:off x="7193132" y="3761697"/>
                <a:ext cx="1019858" cy="455761"/>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grpSp>
        <p:nvGrpSpPr>
          <p:cNvPr id="30" name="Group 29">
            <a:extLst>
              <a:ext uri="{FF2B5EF4-FFF2-40B4-BE49-F238E27FC236}">
                <a16:creationId xmlns:a16="http://schemas.microsoft.com/office/drawing/2014/main" id="{46C4F146-7881-A0C2-3D14-6A1FE2359830}"/>
              </a:ext>
            </a:extLst>
          </p:cNvPr>
          <p:cNvGrpSpPr/>
          <p:nvPr/>
        </p:nvGrpSpPr>
        <p:grpSpPr>
          <a:xfrm>
            <a:off x="1585157" y="1502570"/>
            <a:ext cx="5919585" cy="2177060"/>
            <a:chOff x="1585157" y="1677228"/>
            <a:chExt cx="5919585" cy="2177060"/>
          </a:xfrm>
        </p:grpSpPr>
        <p:sp>
          <p:nvSpPr>
            <p:cNvPr id="20" name="Freeform: Shape 19">
              <a:extLst>
                <a:ext uri="{FF2B5EF4-FFF2-40B4-BE49-F238E27FC236}">
                  <a16:creationId xmlns:a16="http://schemas.microsoft.com/office/drawing/2014/main" id="{5F716683-30A8-859F-FF4A-9AECE3A09138}"/>
                </a:ext>
              </a:extLst>
            </p:cNvPr>
            <p:cNvSpPr/>
            <p:nvPr/>
          </p:nvSpPr>
          <p:spPr>
            <a:xfrm>
              <a:off x="2786197" y="1677228"/>
              <a:ext cx="4718545" cy="1895515"/>
            </a:xfrm>
            <a:custGeom>
              <a:avLst/>
              <a:gdLst>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36550 w 568325"/>
                <a:gd name="csY3" fmla="*/ 4064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83805"/>
                <a:gd name="csX1" fmla="*/ 536575 w 568325"/>
                <a:gd name="csY1" fmla="*/ 244475 h 483805"/>
                <a:gd name="csX2" fmla="*/ 568325 w 568325"/>
                <a:gd name="csY2" fmla="*/ 336550 h 483805"/>
                <a:gd name="csX3" fmla="*/ 336550 w 568325"/>
                <a:gd name="csY3" fmla="*/ 406400 h 483805"/>
                <a:gd name="csX4" fmla="*/ 34925 w 568325"/>
                <a:gd name="csY4" fmla="*/ 473075 h 483805"/>
                <a:gd name="csX5" fmla="*/ 0 w 568325"/>
                <a:gd name="csY5" fmla="*/ 165100 h 483805"/>
                <a:gd name="csX6" fmla="*/ 47625 w 568325"/>
                <a:gd name="csY6" fmla="*/ 63500 h 483805"/>
                <a:gd name="csX7" fmla="*/ 133350 w 568325"/>
                <a:gd name="csY7" fmla="*/ 0 h 483805"/>
                <a:gd name="csX8" fmla="*/ 384175 w 568325"/>
                <a:gd name="csY8" fmla="*/ 41275 h 483805"/>
                <a:gd name="csX9" fmla="*/ 447675 w 568325"/>
                <a:gd name="csY9" fmla="*/ 57150 h 483805"/>
                <a:gd name="csX10" fmla="*/ 539750 w 568325"/>
                <a:gd name="csY10" fmla="*/ 127000 h 483805"/>
                <a:gd name="csX0" fmla="*/ 539750 w 568325"/>
                <a:gd name="csY0" fmla="*/ 127000 h 473075"/>
                <a:gd name="csX1" fmla="*/ 536575 w 568325"/>
                <a:gd name="csY1" fmla="*/ 244475 h 473075"/>
                <a:gd name="csX2" fmla="*/ 568325 w 568325"/>
                <a:gd name="csY2" fmla="*/ 336550 h 473075"/>
                <a:gd name="csX3" fmla="*/ 336550 w 568325"/>
                <a:gd name="csY3" fmla="*/ 406400 h 473075"/>
                <a:gd name="csX4" fmla="*/ 34925 w 568325"/>
                <a:gd name="csY4" fmla="*/ 473075 h 473075"/>
                <a:gd name="csX5" fmla="*/ 0 w 568325"/>
                <a:gd name="csY5" fmla="*/ 165100 h 473075"/>
                <a:gd name="csX6" fmla="*/ 47625 w 568325"/>
                <a:gd name="csY6" fmla="*/ 63500 h 473075"/>
                <a:gd name="csX7" fmla="*/ 133350 w 568325"/>
                <a:gd name="csY7" fmla="*/ 0 h 473075"/>
                <a:gd name="csX8" fmla="*/ 384175 w 568325"/>
                <a:gd name="csY8" fmla="*/ 41275 h 473075"/>
                <a:gd name="csX9" fmla="*/ 447675 w 568325"/>
                <a:gd name="csY9" fmla="*/ 57150 h 473075"/>
                <a:gd name="csX10" fmla="*/ 539750 w 568325"/>
                <a:gd name="csY10" fmla="*/ 127000 h 473075"/>
                <a:gd name="csX0" fmla="*/ 539750 w 568325"/>
                <a:gd name="csY0" fmla="*/ 111125 h 457200"/>
                <a:gd name="csX1" fmla="*/ 536575 w 568325"/>
                <a:gd name="csY1" fmla="*/ 228600 h 457200"/>
                <a:gd name="csX2" fmla="*/ 568325 w 568325"/>
                <a:gd name="csY2" fmla="*/ 320675 h 457200"/>
                <a:gd name="csX3" fmla="*/ 336550 w 568325"/>
                <a:gd name="csY3" fmla="*/ 390525 h 457200"/>
                <a:gd name="csX4" fmla="*/ 34925 w 568325"/>
                <a:gd name="csY4" fmla="*/ 457200 h 457200"/>
                <a:gd name="csX5" fmla="*/ 0 w 568325"/>
                <a:gd name="csY5" fmla="*/ 149225 h 457200"/>
                <a:gd name="csX6" fmla="*/ 47625 w 568325"/>
                <a:gd name="csY6" fmla="*/ 47625 h 457200"/>
                <a:gd name="csX7" fmla="*/ 158750 w 568325"/>
                <a:gd name="csY7" fmla="*/ 0 h 457200"/>
                <a:gd name="csX8" fmla="*/ 384175 w 568325"/>
                <a:gd name="csY8" fmla="*/ 25400 h 457200"/>
                <a:gd name="csX9" fmla="*/ 447675 w 568325"/>
                <a:gd name="csY9" fmla="*/ 41275 h 457200"/>
                <a:gd name="csX10" fmla="*/ 539750 w 568325"/>
                <a:gd name="csY10" fmla="*/ 111125 h 457200"/>
                <a:gd name="csX0" fmla="*/ 539750 w 568325"/>
                <a:gd name="csY0" fmla="*/ 123825 h 469900"/>
                <a:gd name="csX1" fmla="*/ 536575 w 568325"/>
                <a:gd name="csY1" fmla="*/ 241300 h 469900"/>
                <a:gd name="csX2" fmla="*/ 568325 w 568325"/>
                <a:gd name="csY2" fmla="*/ 333375 h 469900"/>
                <a:gd name="csX3" fmla="*/ 336550 w 568325"/>
                <a:gd name="csY3" fmla="*/ 403225 h 469900"/>
                <a:gd name="csX4" fmla="*/ 34925 w 568325"/>
                <a:gd name="csY4" fmla="*/ 469900 h 469900"/>
                <a:gd name="csX5" fmla="*/ 0 w 568325"/>
                <a:gd name="csY5" fmla="*/ 161925 h 469900"/>
                <a:gd name="csX6" fmla="*/ 47625 w 568325"/>
                <a:gd name="csY6" fmla="*/ 60325 h 469900"/>
                <a:gd name="csX7" fmla="*/ 155575 w 568325"/>
                <a:gd name="csY7" fmla="*/ 0 h 469900"/>
                <a:gd name="csX8" fmla="*/ 384175 w 568325"/>
                <a:gd name="csY8" fmla="*/ 38100 h 469900"/>
                <a:gd name="csX9" fmla="*/ 447675 w 568325"/>
                <a:gd name="csY9" fmla="*/ 53975 h 469900"/>
                <a:gd name="csX10" fmla="*/ 539750 w 568325"/>
                <a:gd name="csY10" fmla="*/ 123825 h 469900"/>
                <a:gd name="csX0" fmla="*/ 539750 w 568325"/>
                <a:gd name="csY0" fmla="*/ 123825 h 469900"/>
                <a:gd name="csX1" fmla="*/ 536575 w 568325"/>
                <a:gd name="csY1" fmla="*/ 241300 h 469900"/>
                <a:gd name="csX2" fmla="*/ 568325 w 568325"/>
                <a:gd name="csY2" fmla="*/ 333375 h 469900"/>
                <a:gd name="csX3" fmla="*/ 327025 w 568325"/>
                <a:gd name="csY3" fmla="*/ 371475 h 469900"/>
                <a:gd name="csX4" fmla="*/ 34925 w 568325"/>
                <a:gd name="csY4" fmla="*/ 469900 h 469900"/>
                <a:gd name="csX5" fmla="*/ 0 w 568325"/>
                <a:gd name="csY5" fmla="*/ 161925 h 469900"/>
                <a:gd name="csX6" fmla="*/ 47625 w 568325"/>
                <a:gd name="csY6" fmla="*/ 60325 h 469900"/>
                <a:gd name="csX7" fmla="*/ 155575 w 568325"/>
                <a:gd name="csY7" fmla="*/ 0 h 469900"/>
                <a:gd name="csX8" fmla="*/ 384175 w 568325"/>
                <a:gd name="csY8" fmla="*/ 38100 h 469900"/>
                <a:gd name="csX9" fmla="*/ 447675 w 568325"/>
                <a:gd name="csY9" fmla="*/ 53975 h 469900"/>
                <a:gd name="csX10" fmla="*/ 539750 w 568325"/>
                <a:gd name="csY10" fmla="*/ 123825 h 469900"/>
                <a:gd name="csX0" fmla="*/ 539750 w 549275"/>
                <a:gd name="csY0" fmla="*/ 123825 h 469900"/>
                <a:gd name="csX1" fmla="*/ 536575 w 549275"/>
                <a:gd name="csY1" fmla="*/ 241300 h 469900"/>
                <a:gd name="csX2" fmla="*/ 549275 w 549275"/>
                <a:gd name="csY2" fmla="*/ 317500 h 469900"/>
                <a:gd name="csX3" fmla="*/ 327025 w 549275"/>
                <a:gd name="csY3" fmla="*/ 371475 h 469900"/>
                <a:gd name="csX4" fmla="*/ 34925 w 549275"/>
                <a:gd name="csY4" fmla="*/ 469900 h 469900"/>
                <a:gd name="csX5" fmla="*/ 0 w 549275"/>
                <a:gd name="csY5" fmla="*/ 161925 h 469900"/>
                <a:gd name="csX6" fmla="*/ 47625 w 549275"/>
                <a:gd name="csY6" fmla="*/ 60325 h 469900"/>
                <a:gd name="csX7" fmla="*/ 155575 w 549275"/>
                <a:gd name="csY7" fmla="*/ 0 h 469900"/>
                <a:gd name="csX8" fmla="*/ 384175 w 549275"/>
                <a:gd name="csY8" fmla="*/ 38100 h 469900"/>
                <a:gd name="csX9" fmla="*/ 447675 w 549275"/>
                <a:gd name="csY9" fmla="*/ 53975 h 469900"/>
                <a:gd name="csX10" fmla="*/ 539750 w 549275"/>
                <a:gd name="csY10" fmla="*/ 123825 h 469900"/>
                <a:gd name="csX0" fmla="*/ 539750 w 549275"/>
                <a:gd name="csY0" fmla="*/ 123825 h 447675"/>
                <a:gd name="csX1" fmla="*/ 536575 w 549275"/>
                <a:gd name="csY1" fmla="*/ 241300 h 447675"/>
                <a:gd name="csX2" fmla="*/ 549275 w 549275"/>
                <a:gd name="csY2" fmla="*/ 317500 h 447675"/>
                <a:gd name="csX3" fmla="*/ 327025 w 549275"/>
                <a:gd name="csY3" fmla="*/ 371475 h 447675"/>
                <a:gd name="csX4" fmla="*/ 28575 w 549275"/>
                <a:gd name="csY4" fmla="*/ 447675 h 447675"/>
                <a:gd name="csX5" fmla="*/ 0 w 549275"/>
                <a:gd name="csY5" fmla="*/ 161925 h 447675"/>
                <a:gd name="csX6" fmla="*/ 47625 w 549275"/>
                <a:gd name="csY6" fmla="*/ 60325 h 447675"/>
                <a:gd name="csX7" fmla="*/ 155575 w 549275"/>
                <a:gd name="csY7" fmla="*/ 0 h 447675"/>
                <a:gd name="csX8" fmla="*/ 384175 w 549275"/>
                <a:gd name="csY8" fmla="*/ 38100 h 447675"/>
                <a:gd name="csX9" fmla="*/ 447675 w 549275"/>
                <a:gd name="csY9" fmla="*/ 53975 h 447675"/>
                <a:gd name="csX10" fmla="*/ 539750 w 549275"/>
                <a:gd name="csY10" fmla="*/ 123825 h 447675"/>
                <a:gd name="csX0" fmla="*/ 539750 w 549275"/>
                <a:gd name="csY0" fmla="*/ 123825 h 447675"/>
                <a:gd name="csX1" fmla="*/ 536575 w 549275"/>
                <a:gd name="csY1" fmla="*/ 241300 h 447675"/>
                <a:gd name="csX2" fmla="*/ 549275 w 549275"/>
                <a:gd name="csY2" fmla="*/ 317500 h 447675"/>
                <a:gd name="csX3" fmla="*/ 28575 w 549275"/>
                <a:gd name="csY3" fmla="*/ 447675 h 447675"/>
                <a:gd name="csX4" fmla="*/ 0 w 549275"/>
                <a:gd name="csY4" fmla="*/ 161925 h 447675"/>
                <a:gd name="csX5" fmla="*/ 47625 w 549275"/>
                <a:gd name="csY5" fmla="*/ 60325 h 447675"/>
                <a:gd name="csX6" fmla="*/ 155575 w 549275"/>
                <a:gd name="csY6" fmla="*/ 0 h 447675"/>
                <a:gd name="csX7" fmla="*/ 384175 w 549275"/>
                <a:gd name="csY7" fmla="*/ 38100 h 447675"/>
                <a:gd name="csX8" fmla="*/ 447675 w 549275"/>
                <a:gd name="csY8" fmla="*/ 53975 h 447675"/>
                <a:gd name="csX9" fmla="*/ 539750 w 549275"/>
                <a:gd name="csY9" fmla="*/ 123825 h 447675"/>
                <a:gd name="csX0" fmla="*/ 539750 w 549275"/>
                <a:gd name="csY0" fmla="*/ 123825 h 457200"/>
                <a:gd name="csX1" fmla="*/ 536575 w 549275"/>
                <a:gd name="csY1" fmla="*/ 241300 h 457200"/>
                <a:gd name="csX2" fmla="*/ 549275 w 549275"/>
                <a:gd name="csY2" fmla="*/ 317500 h 457200"/>
                <a:gd name="csX3" fmla="*/ 34925 w 549275"/>
                <a:gd name="csY3" fmla="*/ 457200 h 457200"/>
                <a:gd name="csX4" fmla="*/ 0 w 549275"/>
                <a:gd name="csY4" fmla="*/ 161925 h 457200"/>
                <a:gd name="csX5" fmla="*/ 47625 w 549275"/>
                <a:gd name="csY5" fmla="*/ 60325 h 457200"/>
                <a:gd name="csX6" fmla="*/ 155575 w 549275"/>
                <a:gd name="csY6" fmla="*/ 0 h 457200"/>
                <a:gd name="csX7" fmla="*/ 384175 w 549275"/>
                <a:gd name="csY7" fmla="*/ 38100 h 457200"/>
                <a:gd name="csX8" fmla="*/ 447675 w 549275"/>
                <a:gd name="csY8" fmla="*/ 53975 h 457200"/>
                <a:gd name="csX9" fmla="*/ 539750 w 549275"/>
                <a:gd name="csY9" fmla="*/ 123825 h 457200"/>
                <a:gd name="csX0" fmla="*/ 504825 w 514350"/>
                <a:gd name="csY0" fmla="*/ 123825 h 457200"/>
                <a:gd name="csX1" fmla="*/ 501650 w 514350"/>
                <a:gd name="csY1" fmla="*/ 241300 h 457200"/>
                <a:gd name="csX2" fmla="*/ 514350 w 514350"/>
                <a:gd name="csY2" fmla="*/ 317500 h 457200"/>
                <a:gd name="csX3" fmla="*/ 0 w 514350"/>
                <a:gd name="csY3" fmla="*/ 457200 h 457200"/>
                <a:gd name="csX4" fmla="*/ 189051 w 514350"/>
                <a:gd name="csY4" fmla="*/ 187774 h 457200"/>
                <a:gd name="csX5" fmla="*/ 12700 w 514350"/>
                <a:gd name="csY5" fmla="*/ 60325 h 457200"/>
                <a:gd name="csX6" fmla="*/ 120650 w 514350"/>
                <a:gd name="csY6" fmla="*/ 0 h 457200"/>
                <a:gd name="csX7" fmla="*/ 349250 w 514350"/>
                <a:gd name="csY7" fmla="*/ 38100 h 457200"/>
                <a:gd name="csX8" fmla="*/ 412750 w 514350"/>
                <a:gd name="csY8" fmla="*/ 53975 h 457200"/>
                <a:gd name="csX9" fmla="*/ 504825 w 514350"/>
                <a:gd name="csY9" fmla="*/ 123825 h 457200"/>
                <a:gd name="csX0" fmla="*/ 504825 w 514350"/>
                <a:gd name="csY0" fmla="*/ 127021 h 460396"/>
                <a:gd name="csX1" fmla="*/ 501650 w 514350"/>
                <a:gd name="csY1" fmla="*/ 244496 h 460396"/>
                <a:gd name="csX2" fmla="*/ 514350 w 514350"/>
                <a:gd name="csY2" fmla="*/ 320696 h 460396"/>
                <a:gd name="csX3" fmla="*/ 0 w 514350"/>
                <a:gd name="csY3" fmla="*/ 460396 h 460396"/>
                <a:gd name="csX4" fmla="*/ 189051 w 514350"/>
                <a:gd name="csY4" fmla="*/ 190970 h 460396"/>
                <a:gd name="csX5" fmla="*/ 73784 w 514350"/>
                <a:gd name="csY5" fmla="*/ 15055 h 460396"/>
                <a:gd name="csX6" fmla="*/ 120650 w 514350"/>
                <a:gd name="csY6" fmla="*/ 3196 h 460396"/>
                <a:gd name="csX7" fmla="*/ 349250 w 514350"/>
                <a:gd name="csY7" fmla="*/ 41296 h 460396"/>
                <a:gd name="csX8" fmla="*/ 412750 w 514350"/>
                <a:gd name="csY8" fmla="*/ 57171 h 460396"/>
                <a:gd name="csX9" fmla="*/ 504825 w 514350"/>
                <a:gd name="csY9" fmla="*/ 127021 h 460396"/>
                <a:gd name="csX0" fmla="*/ 504825 w 514350"/>
                <a:gd name="csY0" fmla="*/ 123825 h 457200"/>
                <a:gd name="csX1" fmla="*/ 501650 w 514350"/>
                <a:gd name="csY1" fmla="*/ 241300 h 457200"/>
                <a:gd name="csX2" fmla="*/ 514350 w 514350"/>
                <a:gd name="csY2" fmla="*/ 317500 h 457200"/>
                <a:gd name="csX3" fmla="*/ 0 w 514350"/>
                <a:gd name="csY3" fmla="*/ 457200 h 457200"/>
                <a:gd name="csX4" fmla="*/ 189051 w 514350"/>
                <a:gd name="csY4" fmla="*/ 187774 h 457200"/>
                <a:gd name="csX5" fmla="*/ 73784 w 514350"/>
                <a:gd name="csY5" fmla="*/ 11859 h 457200"/>
                <a:gd name="csX6" fmla="*/ 120650 w 514350"/>
                <a:gd name="csY6" fmla="*/ 0 h 457200"/>
                <a:gd name="csX7" fmla="*/ 349250 w 514350"/>
                <a:gd name="csY7" fmla="*/ 38100 h 457200"/>
                <a:gd name="csX8" fmla="*/ 412750 w 514350"/>
                <a:gd name="csY8" fmla="*/ 53975 h 457200"/>
                <a:gd name="csX9" fmla="*/ 504825 w 514350"/>
                <a:gd name="csY9" fmla="*/ 123825 h 457200"/>
                <a:gd name="csX0" fmla="*/ 504825 w 514350"/>
                <a:gd name="csY0" fmla="*/ 123825 h 457200"/>
                <a:gd name="csX1" fmla="*/ 501650 w 514350"/>
                <a:gd name="csY1" fmla="*/ 241300 h 457200"/>
                <a:gd name="csX2" fmla="*/ 514350 w 514350"/>
                <a:gd name="csY2" fmla="*/ 317500 h 457200"/>
                <a:gd name="csX3" fmla="*/ 0 w 514350"/>
                <a:gd name="csY3" fmla="*/ 457200 h 457200"/>
                <a:gd name="csX4" fmla="*/ 189051 w 514350"/>
                <a:gd name="csY4" fmla="*/ 187774 h 457200"/>
                <a:gd name="csX5" fmla="*/ 73784 w 514350"/>
                <a:gd name="csY5" fmla="*/ 11859 h 457200"/>
                <a:gd name="csX6" fmla="*/ 120650 w 514350"/>
                <a:gd name="csY6" fmla="*/ 0 h 457200"/>
                <a:gd name="csX7" fmla="*/ 349250 w 514350"/>
                <a:gd name="csY7" fmla="*/ 38100 h 457200"/>
                <a:gd name="csX8" fmla="*/ 415659 w 514350"/>
                <a:gd name="csY8" fmla="*/ 71746 h 457200"/>
                <a:gd name="csX9" fmla="*/ 504825 w 514350"/>
                <a:gd name="csY9" fmla="*/ 123825 h 457200"/>
                <a:gd name="csX0" fmla="*/ 507734 w 514350"/>
                <a:gd name="csY0" fmla="*/ 185216 h 457200"/>
                <a:gd name="csX1" fmla="*/ 501650 w 514350"/>
                <a:gd name="csY1" fmla="*/ 241300 h 457200"/>
                <a:gd name="csX2" fmla="*/ 514350 w 514350"/>
                <a:gd name="csY2" fmla="*/ 317500 h 457200"/>
                <a:gd name="csX3" fmla="*/ 0 w 514350"/>
                <a:gd name="csY3" fmla="*/ 457200 h 457200"/>
                <a:gd name="csX4" fmla="*/ 189051 w 514350"/>
                <a:gd name="csY4" fmla="*/ 187774 h 457200"/>
                <a:gd name="csX5" fmla="*/ 73784 w 514350"/>
                <a:gd name="csY5" fmla="*/ 11859 h 457200"/>
                <a:gd name="csX6" fmla="*/ 120650 w 514350"/>
                <a:gd name="csY6" fmla="*/ 0 h 457200"/>
                <a:gd name="csX7" fmla="*/ 349250 w 514350"/>
                <a:gd name="csY7" fmla="*/ 38100 h 457200"/>
                <a:gd name="csX8" fmla="*/ 415659 w 514350"/>
                <a:gd name="csY8" fmla="*/ 71746 h 457200"/>
                <a:gd name="csX9" fmla="*/ 507734 w 514350"/>
                <a:gd name="csY9" fmla="*/ 185216 h 457200"/>
                <a:gd name="csX0" fmla="*/ 536822 w 543438"/>
                <a:gd name="csY0" fmla="*/ 185216 h 317500"/>
                <a:gd name="csX1" fmla="*/ 530738 w 543438"/>
                <a:gd name="csY1" fmla="*/ 241300 h 317500"/>
                <a:gd name="csX2" fmla="*/ 543438 w 543438"/>
                <a:gd name="csY2" fmla="*/ 317500 h 317500"/>
                <a:gd name="csX3" fmla="*/ 0 w 543438"/>
                <a:gd name="csY3" fmla="*/ 316647 h 317500"/>
                <a:gd name="csX4" fmla="*/ 218139 w 543438"/>
                <a:gd name="csY4" fmla="*/ 187774 h 317500"/>
                <a:gd name="csX5" fmla="*/ 102872 w 543438"/>
                <a:gd name="csY5" fmla="*/ 11859 h 317500"/>
                <a:gd name="csX6" fmla="*/ 149738 w 543438"/>
                <a:gd name="csY6" fmla="*/ 0 h 317500"/>
                <a:gd name="csX7" fmla="*/ 378338 w 543438"/>
                <a:gd name="csY7" fmla="*/ 38100 h 317500"/>
                <a:gd name="csX8" fmla="*/ 444747 w 543438"/>
                <a:gd name="csY8" fmla="*/ 71746 h 317500"/>
                <a:gd name="csX9" fmla="*/ 536822 w 543438"/>
                <a:gd name="csY9" fmla="*/ 185216 h 317500"/>
                <a:gd name="csX0" fmla="*/ 536822 w 543438"/>
                <a:gd name="csY0" fmla="*/ 185216 h 348525"/>
                <a:gd name="csX1" fmla="*/ 530738 w 543438"/>
                <a:gd name="csY1" fmla="*/ 241300 h 348525"/>
                <a:gd name="csX2" fmla="*/ 543438 w 543438"/>
                <a:gd name="csY2" fmla="*/ 317500 h 348525"/>
                <a:gd name="csX3" fmla="*/ 0 w 543438"/>
                <a:gd name="csY3" fmla="*/ 316647 h 348525"/>
                <a:gd name="csX4" fmla="*/ 218139 w 543438"/>
                <a:gd name="csY4" fmla="*/ 187774 h 348525"/>
                <a:gd name="csX5" fmla="*/ 102872 w 543438"/>
                <a:gd name="csY5" fmla="*/ 11859 h 348525"/>
                <a:gd name="csX6" fmla="*/ 149738 w 543438"/>
                <a:gd name="csY6" fmla="*/ 0 h 348525"/>
                <a:gd name="csX7" fmla="*/ 378338 w 543438"/>
                <a:gd name="csY7" fmla="*/ 38100 h 348525"/>
                <a:gd name="csX8" fmla="*/ 444747 w 543438"/>
                <a:gd name="csY8" fmla="*/ 71746 h 348525"/>
                <a:gd name="csX9" fmla="*/ 536822 w 543438"/>
                <a:gd name="csY9" fmla="*/ 185216 h 348525"/>
                <a:gd name="csX0" fmla="*/ 536822 w 543438"/>
                <a:gd name="csY0" fmla="*/ 185216 h 340883"/>
                <a:gd name="csX1" fmla="*/ 530738 w 543438"/>
                <a:gd name="csY1" fmla="*/ 241300 h 340883"/>
                <a:gd name="csX2" fmla="*/ 543438 w 543438"/>
                <a:gd name="csY2" fmla="*/ 317500 h 340883"/>
                <a:gd name="csX3" fmla="*/ 323825 w 543438"/>
                <a:gd name="csY3" fmla="*/ 340881 h 340883"/>
                <a:gd name="csX4" fmla="*/ 0 w 543438"/>
                <a:gd name="csY4" fmla="*/ 316647 h 340883"/>
                <a:gd name="csX5" fmla="*/ 218139 w 543438"/>
                <a:gd name="csY5" fmla="*/ 187774 h 340883"/>
                <a:gd name="csX6" fmla="*/ 102872 w 543438"/>
                <a:gd name="csY6" fmla="*/ 11859 h 340883"/>
                <a:gd name="csX7" fmla="*/ 149738 w 543438"/>
                <a:gd name="csY7" fmla="*/ 0 h 340883"/>
                <a:gd name="csX8" fmla="*/ 378338 w 543438"/>
                <a:gd name="csY8" fmla="*/ 38100 h 340883"/>
                <a:gd name="csX9" fmla="*/ 444747 w 543438"/>
                <a:gd name="csY9" fmla="*/ 71746 h 340883"/>
                <a:gd name="csX10" fmla="*/ 536822 w 543438"/>
                <a:gd name="csY10" fmla="*/ 185216 h 340883"/>
                <a:gd name="csX0" fmla="*/ 536822 w 543438"/>
                <a:gd name="csY0" fmla="*/ 185216 h 436198"/>
                <a:gd name="csX1" fmla="*/ 530738 w 543438"/>
                <a:gd name="csY1" fmla="*/ 241300 h 436198"/>
                <a:gd name="csX2" fmla="*/ 543438 w 543438"/>
                <a:gd name="csY2" fmla="*/ 317500 h 436198"/>
                <a:gd name="csX3" fmla="*/ 265649 w 543438"/>
                <a:gd name="csY3" fmla="*/ 436198 h 436198"/>
                <a:gd name="csX4" fmla="*/ 0 w 543438"/>
                <a:gd name="csY4" fmla="*/ 316647 h 436198"/>
                <a:gd name="csX5" fmla="*/ 218139 w 543438"/>
                <a:gd name="csY5" fmla="*/ 187774 h 436198"/>
                <a:gd name="csX6" fmla="*/ 102872 w 543438"/>
                <a:gd name="csY6" fmla="*/ 11859 h 436198"/>
                <a:gd name="csX7" fmla="*/ 149738 w 543438"/>
                <a:gd name="csY7" fmla="*/ 0 h 436198"/>
                <a:gd name="csX8" fmla="*/ 378338 w 543438"/>
                <a:gd name="csY8" fmla="*/ 38100 h 436198"/>
                <a:gd name="csX9" fmla="*/ 444747 w 543438"/>
                <a:gd name="csY9" fmla="*/ 71746 h 436198"/>
                <a:gd name="csX10" fmla="*/ 536822 w 543438"/>
                <a:gd name="csY10" fmla="*/ 185216 h 436198"/>
                <a:gd name="csX0" fmla="*/ 538450 w 545066"/>
                <a:gd name="csY0" fmla="*/ 185216 h 439134"/>
                <a:gd name="csX1" fmla="*/ 532366 w 545066"/>
                <a:gd name="csY1" fmla="*/ 241300 h 439134"/>
                <a:gd name="csX2" fmla="*/ 545066 w 545066"/>
                <a:gd name="csY2" fmla="*/ 317500 h 439134"/>
                <a:gd name="csX3" fmla="*/ 267277 w 545066"/>
                <a:gd name="csY3" fmla="*/ 436198 h 439134"/>
                <a:gd name="csX4" fmla="*/ 127656 w 545066"/>
                <a:gd name="csY4" fmla="*/ 395809 h 439134"/>
                <a:gd name="csX5" fmla="*/ 1628 w 545066"/>
                <a:gd name="csY5" fmla="*/ 316647 h 439134"/>
                <a:gd name="csX6" fmla="*/ 219767 w 545066"/>
                <a:gd name="csY6" fmla="*/ 187774 h 439134"/>
                <a:gd name="csX7" fmla="*/ 104500 w 545066"/>
                <a:gd name="csY7" fmla="*/ 11859 h 439134"/>
                <a:gd name="csX8" fmla="*/ 151366 w 545066"/>
                <a:gd name="csY8" fmla="*/ 0 h 439134"/>
                <a:gd name="csX9" fmla="*/ 379966 w 545066"/>
                <a:gd name="csY9" fmla="*/ 38100 h 439134"/>
                <a:gd name="csX10" fmla="*/ 446375 w 545066"/>
                <a:gd name="csY10" fmla="*/ 71746 h 439134"/>
                <a:gd name="csX11" fmla="*/ 538450 w 545066"/>
                <a:gd name="csY11" fmla="*/ 185216 h 439134"/>
                <a:gd name="csX0" fmla="*/ 538820 w 545436"/>
                <a:gd name="csY0" fmla="*/ 185216 h 441880"/>
                <a:gd name="csX1" fmla="*/ 532736 w 545436"/>
                <a:gd name="csY1" fmla="*/ 241300 h 441880"/>
                <a:gd name="csX2" fmla="*/ 545436 w 545436"/>
                <a:gd name="csY2" fmla="*/ 317500 h 441880"/>
                <a:gd name="csX3" fmla="*/ 267647 w 545436"/>
                <a:gd name="csY3" fmla="*/ 436198 h 441880"/>
                <a:gd name="csX4" fmla="*/ 107664 w 545436"/>
                <a:gd name="csY4" fmla="*/ 418427 h 441880"/>
                <a:gd name="csX5" fmla="*/ 1998 w 545436"/>
                <a:gd name="csY5" fmla="*/ 316647 h 441880"/>
                <a:gd name="csX6" fmla="*/ 220137 w 545436"/>
                <a:gd name="csY6" fmla="*/ 187774 h 441880"/>
                <a:gd name="csX7" fmla="*/ 104870 w 545436"/>
                <a:gd name="csY7" fmla="*/ 11859 h 441880"/>
                <a:gd name="csX8" fmla="*/ 151736 w 545436"/>
                <a:gd name="csY8" fmla="*/ 0 h 441880"/>
                <a:gd name="csX9" fmla="*/ 380336 w 545436"/>
                <a:gd name="csY9" fmla="*/ 38100 h 441880"/>
                <a:gd name="csX10" fmla="*/ 446745 w 545436"/>
                <a:gd name="csY10" fmla="*/ 71746 h 441880"/>
                <a:gd name="csX11" fmla="*/ 538820 w 545436"/>
                <a:gd name="csY11"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11496 w 543450"/>
                <a:gd name="csY6" fmla="*/ 250410 h 441880"/>
                <a:gd name="csX7" fmla="*/ 218151 w 543450"/>
                <a:gd name="csY7" fmla="*/ 187774 h 441880"/>
                <a:gd name="csX8" fmla="*/ 102884 w 543450"/>
                <a:gd name="csY8" fmla="*/ 11859 h 441880"/>
                <a:gd name="csX9" fmla="*/ 149750 w 543450"/>
                <a:gd name="csY9" fmla="*/ 0 h 441880"/>
                <a:gd name="csX10" fmla="*/ 378350 w 543450"/>
                <a:gd name="csY10" fmla="*/ 38100 h 441880"/>
                <a:gd name="csX11" fmla="*/ 444759 w 543450"/>
                <a:gd name="csY11" fmla="*/ 71746 h 441880"/>
                <a:gd name="csX12" fmla="*/ 536834 w 543450"/>
                <a:gd name="csY12"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18151 w 543450"/>
                <a:gd name="csY7" fmla="*/ 187774 h 441880"/>
                <a:gd name="csX8" fmla="*/ 102884 w 543450"/>
                <a:gd name="csY8" fmla="*/ 11859 h 441880"/>
                <a:gd name="csX9" fmla="*/ 149750 w 543450"/>
                <a:gd name="csY9" fmla="*/ 0 h 441880"/>
                <a:gd name="csX10" fmla="*/ 378350 w 543450"/>
                <a:gd name="csY10" fmla="*/ 38100 h 441880"/>
                <a:gd name="csX11" fmla="*/ 444759 w 543450"/>
                <a:gd name="csY11" fmla="*/ 71746 h 441880"/>
                <a:gd name="csX12" fmla="*/ 536834 w 543450"/>
                <a:gd name="csY12"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18151 w 543450"/>
                <a:gd name="csY7" fmla="*/ 187774 h 441880"/>
                <a:gd name="csX8" fmla="*/ 102884 w 543450"/>
                <a:gd name="csY8" fmla="*/ 11859 h 441880"/>
                <a:gd name="csX9" fmla="*/ 149750 w 543450"/>
                <a:gd name="csY9" fmla="*/ 0 h 441880"/>
                <a:gd name="csX10" fmla="*/ 378350 w 543450"/>
                <a:gd name="csY10" fmla="*/ 38100 h 441880"/>
                <a:gd name="csX11" fmla="*/ 444759 w 543450"/>
                <a:gd name="csY11" fmla="*/ 71746 h 441880"/>
                <a:gd name="csX12" fmla="*/ 536834 w 543450"/>
                <a:gd name="csY12"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18151 w 543450"/>
                <a:gd name="csY7" fmla="*/ 187774 h 441880"/>
                <a:gd name="csX8" fmla="*/ 102884 w 543450"/>
                <a:gd name="csY8" fmla="*/ 11859 h 441880"/>
                <a:gd name="csX9" fmla="*/ 149750 w 543450"/>
                <a:gd name="csY9" fmla="*/ 0 h 441880"/>
                <a:gd name="csX10" fmla="*/ 378350 w 543450"/>
                <a:gd name="csY10" fmla="*/ 38100 h 441880"/>
                <a:gd name="csX11" fmla="*/ 444759 w 543450"/>
                <a:gd name="csY11" fmla="*/ 71746 h 441880"/>
                <a:gd name="csX12" fmla="*/ 536834 w 543450"/>
                <a:gd name="csY12"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17666 w 543450"/>
                <a:gd name="csY7" fmla="*/ 329572 h 441880"/>
                <a:gd name="csX8" fmla="*/ 218151 w 543450"/>
                <a:gd name="csY8" fmla="*/ 18777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08940 w 543450"/>
                <a:gd name="csY7" fmla="*/ 310185 h 441880"/>
                <a:gd name="csX8" fmla="*/ 218151 w 543450"/>
                <a:gd name="csY8" fmla="*/ 18777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08940 w 543450"/>
                <a:gd name="csY7" fmla="*/ 310185 h 441880"/>
                <a:gd name="csX8" fmla="*/ 212333 w 543450"/>
                <a:gd name="csY8" fmla="*/ 12961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08940 w 543450"/>
                <a:gd name="csY7" fmla="*/ 310185 h 441880"/>
                <a:gd name="csX8" fmla="*/ 212333 w 543450"/>
                <a:gd name="csY8" fmla="*/ 12961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08940 w 543450"/>
                <a:gd name="csY7" fmla="*/ 310185 h 441880"/>
                <a:gd name="csX8" fmla="*/ 212333 w 543450"/>
                <a:gd name="csY8" fmla="*/ 12961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198759 w 543450"/>
                <a:gd name="csY7" fmla="*/ 300492 h 441880"/>
                <a:gd name="csX8" fmla="*/ 212333 w 543450"/>
                <a:gd name="csY8" fmla="*/ 12961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198759 w 543450"/>
                <a:gd name="csY7" fmla="*/ 300492 h 441880"/>
                <a:gd name="csX8" fmla="*/ 206515 w 543450"/>
                <a:gd name="csY8" fmla="*/ 127998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198759 w 543450"/>
                <a:gd name="csY7" fmla="*/ 300492 h 441880"/>
                <a:gd name="csX8" fmla="*/ 206515 w 543450"/>
                <a:gd name="csY8" fmla="*/ 127998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198759 w 543450"/>
                <a:gd name="csY7" fmla="*/ 300492 h 441880"/>
                <a:gd name="csX8" fmla="*/ 206515 w 543450"/>
                <a:gd name="csY8" fmla="*/ 127998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6515 w 543450"/>
                <a:gd name="csY8" fmla="*/ 128253 h 442135"/>
                <a:gd name="csX9" fmla="*/ 102884 w 543450"/>
                <a:gd name="csY9" fmla="*/ 12114 h 442135"/>
                <a:gd name="csX10" fmla="*/ 99861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6515 w 543450"/>
                <a:gd name="csY8" fmla="*/ 128253 h 442135"/>
                <a:gd name="csX9" fmla="*/ 102884 w 543450"/>
                <a:gd name="csY9" fmla="*/ 12114 h 442135"/>
                <a:gd name="csX10" fmla="*/ 94043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02884 w 543450"/>
                <a:gd name="csY9" fmla="*/ 12114 h 442135"/>
                <a:gd name="csX10" fmla="*/ 94043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02884 w 543450"/>
                <a:gd name="csY9" fmla="*/ 12114 h 442135"/>
                <a:gd name="csX10" fmla="*/ 94043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02884 w 543450"/>
                <a:gd name="csY9" fmla="*/ 12114 h 442135"/>
                <a:gd name="csX10" fmla="*/ 94043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49674 w 543450"/>
                <a:gd name="csY9" fmla="*/ 59626 h 442135"/>
                <a:gd name="csX10" fmla="*/ 102884 w 543450"/>
                <a:gd name="csY10" fmla="*/ 12114 h 442135"/>
                <a:gd name="csX11" fmla="*/ 94043 w 543450"/>
                <a:gd name="csY11" fmla="*/ 21257 h 442135"/>
                <a:gd name="csX12" fmla="*/ 149750 w 543450"/>
                <a:gd name="csY12" fmla="*/ 255 h 442135"/>
                <a:gd name="csX13" fmla="*/ 378350 w 543450"/>
                <a:gd name="csY13" fmla="*/ 38355 h 442135"/>
                <a:gd name="csX14" fmla="*/ 444759 w 543450"/>
                <a:gd name="csY14" fmla="*/ 72001 h 442135"/>
                <a:gd name="csX15" fmla="*/ 536834 w 543450"/>
                <a:gd name="csY15"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62764 w 543450"/>
                <a:gd name="csY9" fmla="*/ 51952 h 442135"/>
                <a:gd name="csX10" fmla="*/ 102884 w 543450"/>
                <a:gd name="csY10" fmla="*/ 12114 h 442135"/>
                <a:gd name="csX11" fmla="*/ 94043 w 543450"/>
                <a:gd name="csY11" fmla="*/ 21257 h 442135"/>
                <a:gd name="csX12" fmla="*/ 149750 w 543450"/>
                <a:gd name="csY12" fmla="*/ 255 h 442135"/>
                <a:gd name="csX13" fmla="*/ 378350 w 543450"/>
                <a:gd name="csY13" fmla="*/ 38355 h 442135"/>
                <a:gd name="csX14" fmla="*/ 444759 w 543450"/>
                <a:gd name="csY14" fmla="*/ 72001 h 442135"/>
                <a:gd name="csX15" fmla="*/ 536834 w 543450"/>
                <a:gd name="csY15"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62764 w 543450"/>
                <a:gd name="csY9" fmla="*/ 51952 h 442135"/>
                <a:gd name="csX10" fmla="*/ 103248 w 543450"/>
                <a:gd name="csY10" fmla="*/ 26250 h 442135"/>
                <a:gd name="csX11" fmla="*/ 94043 w 543450"/>
                <a:gd name="csY11" fmla="*/ 21257 h 442135"/>
                <a:gd name="csX12" fmla="*/ 149750 w 543450"/>
                <a:gd name="csY12" fmla="*/ 255 h 442135"/>
                <a:gd name="csX13" fmla="*/ 378350 w 543450"/>
                <a:gd name="csY13" fmla="*/ 38355 h 442135"/>
                <a:gd name="csX14" fmla="*/ 444759 w 543450"/>
                <a:gd name="csY14" fmla="*/ 72001 h 442135"/>
                <a:gd name="csX15" fmla="*/ 536834 w 543450"/>
                <a:gd name="csY15" fmla="*/ 185471 h 442135"/>
                <a:gd name="csX0" fmla="*/ 536834 w 543450"/>
                <a:gd name="csY0" fmla="*/ 185622 h 442286"/>
                <a:gd name="csX1" fmla="*/ 530750 w 543450"/>
                <a:gd name="csY1" fmla="*/ 241706 h 442286"/>
                <a:gd name="csX2" fmla="*/ 543450 w 543450"/>
                <a:gd name="csY2" fmla="*/ 317906 h 442286"/>
                <a:gd name="csX3" fmla="*/ 265661 w 543450"/>
                <a:gd name="csY3" fmla="*/ 436604 h 442286"/>
                <a:gd name="csX4" fmla="*/ 105678 w 543450"/>
                <a:gd name="csY4" fmla="*/ 418833 h 442286"/>
                <a:gd name="csX5" fmla="*/ 12 w 543450"/>
                <a:gd name="csY5" fmla="*/ 317053 h 442286"/>
                <a:gd name="csX6" fmla="*/ 147856 w 543450"/>
                <a:gd name="csY6" fmla="*/ 384906 h 442286"/>
                <a:gd name="csX7" fmla="*/ 198759 w 543450"/>
                <a:gd name="csY7" fmla="*/ 300898 h 442286"/>
                <a:gd name="csX8" fmla="*/ 203606 w 543450"/>
                <a:gd name="csY8" fmla="*/ 129616 h 442286"/>
                <a:gd name="csX9" fmla="*/ 162764 w 543450"/>
                <a:gd name="csY9" fmla="*/ 52103 h 442286"/>
                <a:gd name="csX10" fmla="*/ 103248 w 543450"/>
                <a:gd name="csY10" fmla="*/ 26401 h 442286"/>
                <a:gd name="csX11" fmla="*/ 110041 w 543450"/>
                <a:gd name="csY11" fmla="*/ 12523 h 442286"/>
                <a:gd name="csX12" fmla="*/ 149750 w 543450"/>
                <a:gd name="csY12" fmla="*/ 406 h 442286"/>
                <a:gd name="csX13" fmla="*/ 378350 w 543450"/>
                <a:gd name="csY13" fmla="*/ 38506 h 442286"/>
                <a:gd name="csX14" fmla="*/ 444759 w 543450"/>
                <a:gd name="csY14" fmla="*/ 72152 h 442286"/>
                <a:gd name="csX15" fmla="*/ 536834 w 543450"/>
                <a:gd name="csY15" fmla="*/ 185622 h 442286"/>
                <a:gd name="csX0" fmla="*/ 536834 w 543450"/>
                <a:gd name="csY0" fmla="*/ 185622 h 442286"/>
                <a:gd name="csX1" fmla="*/ 530750 w 543450"/>
                <a:gd name="csY1" fmla="*/ 241706 h 442286"/>
                <a:gd name="csX2" fmla="*/ 543450 w 543450"/>
                <a:gd name="csY2" fmla="*/ 317906 h 442286"/>
                <a:gd name="csX3" fmla="*/ 265661 w 543450"/>
                <a:gd name="csY3" fmla="*/ 436604 h 442286"/>
                <a:gd name="csX4" fmla="*/ 105678 w 543450"/>
                <a:gd name="csY4" fmla="*/ 418833 h 442286"/>
                <a:gd name="csX5" fmla="*/ 12 w 543450"/>
                <a:gd name="csY5" fmla="*/ 317053 h 442286"/>
                <a:gd name="csX6" fmla="*/ 147856 w 543450"/>
                <a:gd name="csY6" fmla="*/ 384906 h 442286"/>
                <a:gd name="csX7" fmla="*/ 198759 w 543450"/>
                <a:gd name="csY7" fmla="*/ 300898 h 442286"/>
                <a:gd name="csX8" fmla="*/ 203606 w 543450"/>
                <a:gd name="csY8" fmla="*/ 129616 h 442286"/>
                <a:gd name="csX9" fmla="*/ 162764 w 543450"/>
                <a:gd name="csY9" fmla="*/ 52103 h 442286"/>
                <a:gd name="csX10" fmla="*/ 94885 w 543450"/>
                <a:gd name="csY10" fmla="*/ 17919 h 442286"/>
                <a:gd name="csX11" fmla="*/ 110041 w 543450"/>
                <a:gd name="csY11" fmla="*/ 12523 h 442286"/>
                <a:gd name="csX12" fmla="*/ 149750 w 543450"/>
                <a:gd name="csY12" fmla="*/ 406 h 442286"/>
                <a:gd name="csX13" fmla="*/ 378350 w 543450"/>
                <a:gd name="csY13" fmla="*/ 38506 h 442286"/>
                <a:gd name="csX14" fmla="*/ 444759 w 543450"/>
                <a:gd name="csY14" fmla="*/ 72152 h 442286"/>
                <a:gd name="csX15" fmla="*/ 536834 w 543450"/>
                <a:gd name="csY15" fmla="*/ 185622 h 442286"/>
                <a:gd name="csX0" fmla="*/ 536834 w 543450"/>
                <a:gd name="csY0" fmla="*/ 185792 h 442456"/>
                <a:gd name="csX1" fmla="*/ 530750 w 543450"/>
                <a:gd name="csY1" fmla="*/ 241876 h 442456"/>
                <a:gd name="csX2" fmla="*/ 543450 w 543450"/>
                <a:gd name="csY2" fmla="*/ 318076 h 442456"/>
                <a:gd name="csX3" fmla="*/ 265661 w 543450"/>
                <a:gd name="csY3" fmla="*/ 436774 h 442456"/>
                <a:gd name="csX4" fmla="*/ 105678 w 543450"/>
                <a:gd name="csY4" fmla="*/ 419003 h 442456"/>
                <a:gd name="csX5" fmla="*/ 12 w 543450"/>
                <a:gd name="csY5" fmla="*/ 317223 h 442456"/>
                <a:gd name="csX6" fmla="*/ 147856 w 543450"/>
                <a:gd name="csY6" fmla="*/ 385076 h 442456"/>
                <a:gd name="csX7" fmla="*/ 198759 w 543450"/>
                <a:gd name="csY7" fmla="*/ 301068 h 442456"/>
                <a:gd name="csX8" fmla="*/ 203606 w 543450"/>
                <a:gd name="csY8" fmla="*/ 129786 h 442456"/>
                <a:gd name="csX9" fmla="*/ 162764 w 543450"/>
                <a:gd name="csY9" fmla="*/ 52273 h 442456"/>
                <a:gd name="csX10" fmla="*/ 94885 w 543450"/>
                <a:gd name="csY10" fmla="*/ 18089 h 442456"/>
                <a:gd name="csX11" fmla="*/ 132948 w 543450"/>
                <a:gd name="csY11" fmla="*/ 8250 h 442456"/>
                <a:gd name="csX12" fmla="*/ 149750 w 543450"/>
                <a:gd name="csY12" fmla="*/ 576 h 442456"/>
                <a:gd name="csX13" fmla="*/ 378350 w 543450"/>
                <a:gd name="csY13" fmla="*/ 38676 h 442456"/>
                <a:gd name="csX14" fmla="*/ 444759 w 543450"/>
                <a:gd name="csY14" fmla="*/ 72322 h 442456"/>
                <a:gd name="csX15" fmla="*/ 536834 w 543450"/>
                <a:gd name="csY15" fmla="*/ 185792 h 442456"/>
                <a:gd name="csX0" fmla="*/ 536834 w 543450"/>
                <a:gd name="csY0" fmla="*/ 185792 h 442456"/>
                <a:gd name="csX1" fmla="*/ 530750 w 543450"/>
                <a:gd name="csY1" fmla="*/ 241876 h 442456"/>
                <a:gd name="csX2" fmla="*/ 543450 w 543450"/>
                <a:gd name="csY2" fmla="*/ 318076 h 442456"/>
                <a:gd name="csX3" fmla="*/ 265661 w 543450"/>
                <a:gd name="csY3" fmla="*/ 436774 h 442456"/>
                <a:gd name="csX4" fmla="*/ 105678 w 543450"/>
                <a:gd name="csY4" fmla="*/ 419003 h 442456"/>
                <a:gd name="csX5" fmla="*/ 12 w 543450"/>
                <a:gd name="csY5" fmla="*/ 317223 h 442456"/>
                <a:gd name="csX6" fmla="*/ 147856 w 543450"/>
                <a:gd name="csY6" fmla="*/ 385076 h 442456"/>
                <a:gd name="csX7" fmla="*/ 198759 w 543450"/>
                <a:gd name="csY7" fmla="*/ 301068 h 442456"/>
                <a:gd name="csX8" fmla="*/ 203606 w 543450"/>
                <a:gd name="csY8" fmla="*/ 129786 h 442456"/>
                <a:gd name="csX9" fmla="*/ 162764 w 543450"/>
                <a:gd name="csY9" fmla="*/ 52273 h 442456"/>
                <a:gd name="csX10" fmla="*/ 94885 w 543450"/>
                <a:gd name="csY10" fmla="*/ 18089 h 442456"/>
                <a:gd name="csX11" fmla="*/ 132948 w 543450"/>
                <a:gd name="csY11" fmla="*/ 8250 h 442456"/>
                <a:gd name="csX12" fmla="*/ 149750 w 543450"/>
                <a:gd name="csY12" fmla="*/ 576 h 442456"/>
                <a:gd name="csX13" fmla="*/ 378350 w 543450"/>
                <a:gd name="csY13" fmla="*/ 38676 h 442456"/>
                <a:gd name="csX14" fmla="*/ 444759 w 543450"/>
                <a:gd name="csY14" fmla="*/ 72322 h 442456"/>
                <a:gd name="csX15" fmla="*/ 536834 w 543450"/>
                <a:gd name="csY15" fmla="*/ 185792 h 442456"/>
                <a:gd name="csX0" fmla="*/ 536834 w 543450"/>
                <a:gd name="csY0" fmla="*/ 185734 h 442398"/>
                <a:gd name="csX1" fmla="*/ 530750 w 543450"/>
                <a:gd name="csY1" fmla="*/ 241818 h 442398"/>
                <a:gd name="csX2" fmla="*/ 543450 w 543450"/>
                <a:gd name="csY2" fmla="*/ 318018 h 442398"/>
                <a:gd name="csX3" fmla="*/ 265661 w 543450"/>
                <a:gd name="csY3" fmla="*/ 436716 h 442398"/>
                <a:gd name="csX4" fmla="*/ 105678 w 543450"/>
                <a:gd name="csY4" fmla="*/ 418945 h 442398"/>
                <a:gd name="csX5" fmla="*/ 12 w 543450"/>
                <a:gd name="csY5" fmla="*/ 317165 h 442398"/>
                <a:gd name="csX6" fmla="*/ 147856 w 543450"/>
                <a:gd name="csY6" fmla="*/ 385018 h 442398"/>
                <a:gd name="csX7" fmla="*/ 198759 w 543450"/>
                <a:gd name="csY7" fmla="*/ 301010 h 442398"/>
                <a:gd name="csX8" fmla="*/ 203606 w 543450"/>
                <a:gd name="csY8" fmla="*/ 129728 h 442398"/>
                <a:gd name="csX9" fmla="*/ 162764 w 543450"/>
                <a:gd name="csY9" fmla="*/ 52215 h 442398"/>
                <a:gd name="csX10" fmla="*/ 94885 w 543450"/>
                <a:gd name="csY10" fmla="*/ 18031 h 442398"/>
                <a:gd name="csX11" fmla="*/ 121677 w 543450"/>
                <a:gd name="csY11" fmla="*/ 9404 h 442398"/>
                <a:gd name="csX12" fmla="*/ 149750 w 543450"/>
                <a:gd name="csY12" fmla="*/ 518 h 442398"/>
                <a:gd name="csX13" fmla="*/ 378350 w 543450"/>
                <a:gd name="csY13" fmla="*/ 38618 h 442398"/>
                <a:gd name="csX14" fmla="*/ 444759 w 543450"/>
                <a:gd name="csY14" fmla="*/ 72264 h 442398"/>
                <a:gd name="csX15" fmla="*/ 536834 w 543450"/>
                <a:gd name="csY15" fmla="*/ 185734 h 442398"/>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78350 w 543450"/>
                <a:gd name="csY13" fmla="*/ 34842 h 438622"/>
                <a:gd name="csX14" fmla="*/ 444759 w 543450"/>
                <a:gd name="csY14" fmla="*/ 68488 h 438622"/>
                <a:gd name="csX15" fmla="*/ 536834 w 543450"/>
                <a:gd name="csY15"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78350 w 543450"/>
                <a:gd name="csY13" fmla="*/ 34842 h 438622"/>
                <a:gd name="csX14" fmla="*/ 444759 w 543450"/>
                <a:gd name="csY14" fmla="*/ 68488 h 438622"/>
                <a:gd name="csX15" fmla="*/ 536834 w 543450"/>
                <a:gd name="csY15"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78350 w 543450"/>
                <a:gd name="csY13" fmla="*/ 34842 h 438622"/>
                <a:gd name="csX14" fmla="*/ 444759 w 543450"/>
                <a:gd name="csY14" fmla="*/ 68488 h 438622"/>
                <a:gd name="csX15" fmla="*/ 536834 w 543450"/>
                <a:gd name="csY15"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42354 w 543450"/>
                <a:gd name="csY13" fmla="*/ 26764 h 438622"/>
                <a:gd name="csX14" fmla="*/ 444759 w 543450"/>
                <a:gd name="csY14" fmla="*/ 68488 h 438622"/>
                <a:gd name="csX15" fmla="*/ 536834 w 543450"/>
                <a:gd name="csY15"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42354 w 543450"/>
                <a:gd name="csY13" fmla="*/ 26764 h 438622"/>
                <a:gd name="csX14" fmla="*/ 444759 w 543450"/>
                <a:gd name="csY14" fmla="*/ 68488 h 438622"/>
                <a:gd name="csX15" fmla="*/ 503818 w 543450"/>
                <a:gd name="csY15" fmla="*/ 130428 h 438622"/>
                <a:gd name="csX16" fmla="*/ 536834 w 543450"/>
                <a:gd name="csY16"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42354 w 543450"/>
                <a:gd name="csY13" fmla="*/ 26764 h 438622"/>
                <a:gd name="csX14" fmla="*/ 444759 w 543450"/>
                <a:gd name="csY14" fmla="*/ 68488 h 438622"/>
                <a:gd name="csX15" fmla="*/ 509999 w 543450"/>
                <a:gd name="csY15" fmla="*/ 125581 h 438622"/>
                <a:gd name="csX16" fmla="*/ 536834 w 543450"/>
                <a:gd name="csY16" fmla="*/ 181958 h 438622"/>
                <a:gd name="csX0" fmla="*/ 536834 w 547176"/>
                <a:gd name="csY0" fmla="*/ 181958 h 438622"/>
                <a:gd name="csX1" fmla="*/ 547112 w 547176"/>
                <a:gd name="csY1" fmla="*/ 237638 h 438622"/>
                <a:gd name="csX2" fmla="*/ 543450 w 547176"/>
                <a:gd name="csY2" fmla="*/ 314242 h 438622"/>
                <a:gd name="csX3" fmla="*/ 265661 w 547176"/>
                <a:gd name="csY3" fmla="*/ 432940 h 438622"/>
                <a:gd name="csX4" fmla="*/ 105678 w 547176"/>
                <a:gd name="csY4" fmla="*/ 415169 h 438622"/>
                <a:gd name="csX5" fmla="*/ 12 w 547176"/>
                <a:gd name="csY5" fmla="*/ 313389 h 438622"/>
                <a:gd name="csX6" fmla="*/ 147856 w 547176"/>
                <a:gd name="csY6" fmla="*/ 381242 h 438622"/>
                <a:gd name="csX7" fmla="*/ 198759 w 547176"/>
                <a:gd name="csY7" fmla="*/ 297234 h 438622"/>
                <a:gd name="csX8" fmla="*/ 203606 w 547176"/>
                <a:gd name="csY8" fmla="*/ 125952 h 438622"/>
                <a:gd name="csX9" fmla="*/ 162764 w 547176"/>
                <a:gd name="csY9" fmla="*/ 48439 h 438622"/>
                <a:gd name="csX10" fmla="*/ 94885 w 547176"/>
                <a:gd name="csY10" fmla="*/ 14255 h 438622"/>
                <a:gd name="csX11" fmla="*/ 121677 w 547176"/>
                <a:gd name="csY11" fmla="*/ 5628 h 438622"/>
                <a:gd name="csX12" fmla="*/ 185019 w 547176"/>
                <a:gd name="csY12" fmla="*/ 781 h 438622"/>
                <a:gd name="csX13" fmla="*/ 342354 w 547176"/>
                <a:gd name="csY13" fmla="*/ 26764 h 438622"/>
                <a:gd name="csX14" fmla="*/ 444759 w 547176"/>
                <a:gd name="csY14" fmla="*/ 68488 h 438622"/>
                <a:gd name="csX15" fmla="*/ 509999 w 547176"/>
                <a:gd name="csY15" fmla="*/ 125581 h 438622"/>
                <a:gd name="csX16" fmla="*/ 536834 w 547176"/>
                <a:gd name="csY16" fmla="*/ 181958 h 438622"/>
                <a:gd name="csX0" fmla="*/ 536834 w 547770"/>
                <a:gd name="csY0" fmla="*/ 181958 h 438622"/>
                <a:gd name="csX1" fmla="*/ 547112 w 547770"/>
                <a:gd name="csY1" fmla="*/ 237638 h 438622"/>
                <a:gd name="csX2" fmla="*/ 543450 w 547770"/>
                <a:gd name="csY2" fmla="*/ 314242 h 438622"/>
                <a:gd name="csX3" fmla="*/ 265661 w 547770"/>
                <a:gd name="csY3" fmla="*/ 432940 h 438622"/>
                <a:gd name="csX4" fmla="*/ 105678 w 547770"/>
                <a:gd name="csY4" fmla="*/ 415169 h 438622"/>
                <a:gd name="csX5" fmla="*/ 12 w 547770"/>
                <a:gd name="csY5" fmla="*/ 313389 h 438622"/>
                <a:gd name="csX6" fmla="*/ 147856 w 547770"/>
                <a:gd name="csY6" fmla="*/ 381242 h 438622"/>
                <a:gd name="csX7" fmla="*/ 198759 w 547770"/>
                <a:gd name="csY7" fmla="*/ 297234 h 438622"/>
                <a:gd name="csX8" fmla="*/ 203606 w 547770"/>
                <a:gd name="csY8" fmla="*/ 125952 h 438622"/>
                <a:gd name="csX9" fmla="*/ 162764 w 547770"/>
                <a:gd name="csY9" fmla="*/ 48439 h 438622"/>
                <a:gd name="csX10" fmla="*/ 94885 w 547770"/>
                <a:gd name="csY10" fmla="*/ 14255 h 438622"/>
                <a:gd name="csX11" fmla="*/ 121677 w 547770"/>
                <a:gd name="csY11" fmla="*/ 5628 h 438622"/>
                <a:gd name="csX12" fmla="*/ 185019 w 547770"/>
                <a:gd name="csY12" fmla="*/ 781 h 438622"/>
                <a:gd name="csX13" fmla="*/ 342354 w 547770"/>
                <a:gd name="csY13" fmla="*/ 26764 h 438622"/>
                <a:gd name="csX14" fmla="*/ 444759 w 547770"/>
                <a:gd name="csY14" fmla="*/ 68488 h 438622"/>
                <a:gd name="csX15" fmla="*/ 509999 w 547770"/>
                <a:gd name="csY15" fmla="*/ 125581 h 438622"/>
                <a:gd name="csX16" fmla="*/ 536834 w 547770"/>
                <a:gd name="csY16" fmla="*/ 181958 h 438622"/>
                <a:gd name="csX0" fmla="*/ 536834 w 547770"/>
                <a:gd name="csY0" fmla="*/ 181958 h 438622"/>
                <a:gd name="csX1" fmla="*/ 547112 w 547770"/>
                <a:gd name="csY1" fmla="*/ 237638 h 438622"/>
                <a:gd name="csX2" fmla="*/ 543450 w 547770"/>
                <a:gd name="csY2" fmla="*/ 314242 h 438622"/>
                <a:gd name="csX3" fmla="*/ 265661 w 547770"/>
                <a:gd name="csY3" fmla="*/ 432940 h 438622"/>
                <a:gd name="csX4" fmla="*/ 105678 w 547770"/>
                <a:gd name="csY4" fmla="*/ 415169 h 438622"/>
                <a:gd name="csX5" fmla="*/ 12 w 547770"/>
                <a:gd name="csY5" fmla="*/ 313389 h 438622"/>
                <a:gd name="csX6" fmla="*/ 147856 w 547770"/>
                <a:gd name="csY6" fmla="*/ 381242 h 438622"/>
                <a:gd name="csX7" fmla="*/ 198759 w 547770"/>
                <a:gd name="csY7" fmla="*/ 297234 h 438622"/>
                <a:gd name="csX8" fmla="*/ 203606 w 547770"/>
                <a:gd name="csY8" fmla="*/ 125952 h 438622"/>
                <a:gd name="csX9" fmla="*/ 162764 w 547770"/>
                <a:gd name="csY9" fmla="*/ 48439 h 438622"/>
                <a:gd name="csX10" fmla="*/ 94885 w 547770"/>
                <a:gd name="csY10" fmla="*/ 14255 h 438622"/>
                <a:gd name="csX11" fmla="*/ 121677 w 547770"/>
                <a:gd name="csY11" fmla="*/ 5628 h 438622"/>
                <a:gd name="csX12" fmla="*/ 185019 w 547770"/>
                <a:gd name="csY12" fmla="*/ 781 h 438622"/>
                <a:gd name="csX13" fmla="*/ 342354 w 547770"/>
                <a:gd name="csY13" fmla="*/ 26764 h 438622"/>
                <a:gd name="csX14" fmla="*/ 444759 w 547770"/>
                <a:gd name="csY14" fmla="*/ 68488 h 438622"/>
                <a:gd name="csX15" fmla="*/ 509999 w 547770"/>
                <a:gd name="csY15" fmla="*/ 125581 h 438622"/>
                <a:gd name="csX16" fmla="*/ 536834 w 547770"/>
                <a:gd name="csY16" fmla="*/ 181958 h 438622"/>
                <a:gd name="csX0" fmla="*/ 536834 w 547335"/>
                <a:gd name="csY0" fmla="*/ 181958 h 438622"/>
                <a:gd name="csX1" fmla="*/ 547112 w 547335"/>
                <a:gd name="csY1" fmla="*/ 237638 h 438622"/>
                <a:gd name="csX2" fmla="*/ 543450 w 547335"/>
                <a:gd name="csY2" fmla="*/ 314242 h 438622"/>
                <a:gd name="csX3" fmla="*/ 265661 w 547335"/>
                <a:gd name="csY3" fmla="*/ 432940 h 438622"/>
                <a:gd name="csX4" fmla="*/ 105678 w 547335"/>
                <a:gd name="csY4" fmla="*/ 415169 h 438622"/>
                <a:gd name="csX5" fmla="*/ 12 w 547335"/>
                <a:gd name="csY5" fmla="*/ 313389 h 438622"/>
                <a:gd name="csX6" fmla="*/ 147856 w 547335"/>
                <a:gd name="csY6" fmla="*/ 381242 h 438622"/>
                <a:gd name="csX7" fmla="*/ 198759 w 547335"/>
                <a:gd name="csY7" fmla="*/ 297234 h 438622"/>
                <a:gd name="csX8" fmla="*/ 203606 w 547335"/>
                <a:gd name="csY8" fmla="*/ 125952 h 438622"/>
                <a:gd name="csX9" fmla="*/ 162764 w 547335"/>
                <a:gd name="csY9" fmla="*/ 48439 h 438622"/>
                <a:gd name="csX10" fmla="*/ 94885 w 547335"/>
                <a:gd name="csY10" fmla="*/ 14255 h 438622"/>
                <a:gd name="csX11" fmla="*/ 121677 w 547335"/>
                <a:gd name="csY11" fmla="*/ 5628 h 438622"/>
                <a:gd name="csX12" fmla="*/ 185019 w 547335"/>
                <a:gd name="csY12" fmla="*/ 781 h 438622"/>
                <a:gd name="csX13" fmla="*/ 342354 w 547335"/>
                <a:gd name="csY13" fmla="*/ 26764 h 438622"/>
                <a:gd name="csX14" fmla="*/ 444759 w 547335"/>
                <a:gd name="csY14" fmla="*/ 68488 h 438622"/>
                <a:gd name="csX15" fmla="*/ 509999 w 547335"/>
                <a:gd name="csY15" fmla="*/ 125581 h 438622"/>
                <a:gd name="csX16" fmla="*/ 536834 w 547335"/>
                <a:gd name="csY16" fmla="*/ 181958 h 438622"/>
                <a:gd name="csX0" fmla="*/ 536834 w 547112"/>
                <a:gd name="csY0" fmla="*/ 181958 h 438622"/>
                <a:gd name="csX1" fmla="*/ 547112 w 547112"/>
                <a:gd name="csY1" fmla="*/ 237638 h 438622"/>
                <a:gd name="csX2" fmla="*/ 543450 w 547112"/>
                <a:gd name="csY2" fmla="*/ 314242 h 438622"/>
                <a:gd name="csX3" fmla="*/ 265661 w 547112"/>
                <a:gd name="csY3" fmla="*/ 432940 h 438622"/>
                <a:gd name="csX4" fmla="*/ 105678 w 547112"/>
                <a:gd name="csY4" fmla="*/ 415169 h 438622"/>
                <a:gd name="csX5" fmla="*/ 12 w 547112"/>
                <a:gd name="csY5" fmla="*/ 313389 h 438622"/>
                <a:gd name="csX6" fmla="*/ 147856 w 547112"/>
                <a:gd name="csY6" fmla="*/ 381242 h 438622"/>
                <a:gd name="csX7" fmla="*/ 198759 w 547112"/>
                <a:gd name="csY7" fmla="*/ 297234 h 438622"/>
                <a:gd name="csX8" fmla="*/ 203606 w 547112"/>
                <a:gd name="csY8" fmla="*/ 125952 h 438622"/>
                <a:gd name="csX9" fmla="*/ 162764 w 547112"/>
                <a:gd name="csY9" fmla="*/ 48439 h 438622"/>
                <a:gd name="csX10" fmla="*/ 94885 w 547112"/>
                <a:gd name="csY10" fmla="*/ 14255 h 438622"/>
                <a:gd name="csX11" fmla="*/ 121677 w 547112"/>
                <a:gd name="csY11" fmla="*/ 5628 h 438622"/>
                <a:gd name="csX12" fmla="*/ 185019 w 547112"/>
                <a:gd name="csY12" fmla="*/ 781 h 438622"/>
                <a:gd name="csX13" fmla="*/ 342354 w 547112"/>
                <a:gd name="csY13" fmla="*/ 26764 h 438622"/>
                <a:gd name="csX14" fmla="*/ 444759 w 547112"/>
                <a:gd name="csY14" fmla="*/ 68488 h 438622"/>
                <a:gd name="csX15" fmla="*/ 509999 w 547112"/>
                <a:gd name="csY15" fmla="*/ 125581 h 438622"/>
                <a:gd name="csX16" fmla="*/ 536834 w 547112"/>
                <a:gd name="csY16" fmla="*/ 181958 h 438622"/>
                <a:gd name="csX0" fmla="*/ 536834 w 547112"/>
                <a:gd name="csY0" fmla="*/ 181958 h 438622"/>
                <a:gd name="csX1" fmla="*/ 547112 w 547112"/>
                <a:gd name="csY1" fmla="*/ 237638 h 438622"/>
                <a:gd name="csX2" fmla="*/ 533269 w 547112"/>
                <a:gd name="csY2" fmla="*/ 311819 h 438622"/>
                <a:gd name="csX3" fmla="*/ 265661 w 547112"/>
                <a:gd name="csY3" fmla="*/ 432940 h 438622"/>
                <a:gd name="csX4" fmla="*/ 105678 w 547112"/>
                <a:gd name="csY4" fmla="*/ 415169 h 438622"/>
                <a:gd name="csX5" fmla="*/ 12 w 547112"/>
                <a:gd name="csY5" fmla="*/ 313389 h 438622"/>
                <a:gd name="csX6" fmla="*/ 147856 w 547112"/>
                <a:gd name="csY6" fmla="*/ 381242 h 438622"/>
                <a:gd name="csX7" fmla="*/ 198759 w 547112"/>
                <a:gd name="csY7" fmla="*/ 297234 h 438622"/>
                <a:gd name="csX8" fmla="*/ 203606 w 547112"/>
                <a:gd name="csY8" fmla="*/ 125952 h 438622"/>
                <a:gd name="csX9" fmla="*/ 162764 w 547112"/>
                <a:gd name="csY9" fmla="*/ 48439 h 438622"/>
                <a:gd name="csX10" fmla="*/ 94885 w 547112"/>
                <a:gd name="csY10" fmla="*/ 14255 h 438622"/>
                <a:gd name="csX11" fmla="*/ 121677 w 547112"/>
                <a:gd name="csY11" fmla="*/ 5628 h 438622"/>
                <a:gd name="csX12" fmla="*/ 185019 w 547112"/>
                <a:gd name="csY12" fmla="*/ 781 h 438622"/>
                <a:gd name="csX13" fmla="*/ 342354 w 547112"/>
                <a:gd name="csY13" fmla="*/ 26764 h 438622"/>
                <a:gd name="csX14" fmla="*/ 444759 w 547112"/>
                <a:gd name="csY14" fmla="*/ 68488 h 438622"/>
                <a:gd name="csX15" fmla="*/ 509999 w 547112"/>
                <a:gd name="csY15" fmla="*/ 125581 h 438622"/>
                <a:gd name="csX16" fmla="*/ 536834 w 547112"/>
                <a:gd name="csY16" fmla="*/ 181958 h 438622"/>
                <a:gd name="csX0" fmla="*/ 536834 w 547112"/>
                <a:gd name="csY0" fmla="*/ 181958 h 438622"/>
                <a:gd name="csX1" fmla="*/ 547112 w 547112"/>
                <a:gd name="csY1" fmla="*/ 237638 h 438622"/>
                <a:gd name="csX2" fmla="*/ 533269 w 547112"/>
                <a:gd name="csY2" fmla="*/ 311819 h 438622"/>
                <a:gd name="csX3" fmla="*/ 410010 w 547112"/>
                <a:gd name="csY3" fmla="*/ 384070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5256"/>
                <a:gd name="csX1" fmla="*/ 547112 w 547112"/>
                <a:gd name="csY1" fmla="*/ 237638 h 435256"/>
                <a:gd name="csX2" fmla="*/ 533269 w 547112"/>
                <a:gd name="csY2" fmla="*/ 311819 h 435256"/>
                <a:gd name="csX3" fmla="*/ 437643 w 547112"/>
                <a:gd name="csY3" fmla="*/ 409919 h 435256"/>
                <a:gd name="csX4" fmla="*/ 265661 w 547112"/>
                <a:gd name="csY4" fmla="*/ 432940 h 435256"/>
                <a:gd name="csX5" fmla="*/ 105678 w 547112"/>
                <a:gd name="csY5" fmla="*/ 415169 h 435256"/>
                <a:gd name="csX6" fmla="*/ 12 w 547112"/>
                <a:gd name="csY6" fmla="*/ 313389 h 435256"/>
                <a:gd name="csX7" fmla="*/ 147856 w 547112"/>
                <a:gd name="csY7" fmla="*/ 381242 h 435256"/>
                <a:gd name="csX8" fmla="*/ 198759 w 547112"/>
                <a:gd name="csY8" fmla="*/ 297234 h 435256"/>
                <a:gd name="csX9" fmla="*/ 203606 w 547112"/>
                <a:gd name="csY9" fmla="*/ 125952 h 435256"/>
                <a:gd name="csX10" fmla="*/ 162764 w 547112"/>
                <a:gd name="csY10" fmla="*/ 48439 h 435256"/>
                <a:gd name="csX11" fmla="*/ 94885 w 547112"/>
                <a:gd name="csY11" fmla="*/ 14255 h 435256"/>
                <a:gd name="csX12" fmla="*/ 121677 w 547112"/>
                <a:gd name="csY12" fmla="*/ 5628 h 435256"/>
                <a:gd name="csX13" fmla="*/ 185019 w 547112"/>
                <a:gd name="csY13" fmla="*/ 781 h 435256"/>
                <a:gd name="csX14" fmla="*/ 342354 w 547112"/>
                <a:gd name="csY14" fmla="*/ 26764 h 435256"/>
                <a:gd name="csX15" fmla="*/ 444759 w 547112"/>
                <a:gd name="csY15" fmla="*/ 68488 h 435256"/>
                <a:gd name="csX16" fmla="*/ 509999 w 547112"/>
                <a:gd name="csY16" fmla="*/ 125581 h 435256"/>
                <a:gd name="csX17" fmla="*/ 536834 w 547112"/>
                <a:gd name="csY17" fmla="*/ 181958 h 435256"/>
                <a:gd name="csX0" fmla="*/ 536834 w 547112"/>
                <a:gd name="csY0" fmla="*/ 181958 h 435256"/>
                <a:gd name="csX1" fmla="*/ 547112 w 547112"/>
                <a:gd name="csY1" fmla="*/ 237638 h 435256"/>
                <a:gd name="csX2" fmla="*/ 533269 w 547112"/>
                <a:gd name="csY2" fmla="*/ 311819 h 435256"/>
                <a:gd name="csX3" fmla="*/ 437643 w 547112"/>
                <a:gd name="csY3" fmla="*/ 409919 h 435256"/>
                <a:gd name="csX4" fmla="*/ 265661 w 547112"/>
                <a:gd name="csY4" fmla="*/ 432940 h 435256"/>
                <a:gd name="csX5" fmla="*/ 105678 w 547112"/>
                <a:gd name="csY5" fmla="*/ 415169 h 435256"/>
                <a:gd name="csX6" fmla="*/ 12 w 547112"/>
                <a:gd name="csY6" fmla="*/ 313389 h 435256"/>
                <a:gd name="csX7" fmla="*/ 147856 w 547112"/>
                <a:gd name="csY7" fmla="*/ 381242 h 435256"/>
                <a:gd name="csX8" fmla="*/ 198759 w 547112"/>
                <a:gd name="csY8" fmla="*/ 297234 h 435256"/>
                <a:gd name="csX9" fmla="*/ 203606 w 547112"/>
                <a:gd name="csY9" fmla="*/ 125952 h 435256"/>
                <a:gd name="csX10" fmla="*/ 162764 w 547112"/>
                <a:gd name="csY10" fmla="*/ 48439 h 435256"/>
                <a:gd name="csX11" fmla="*/ 64239 w 547112"/>
                <a:gd name="csY11" fmla="*/ 12963 h 435256"/>
                <a:gd name="csX12" fmla="*/ 121677 w 547112"/>
                <a:gd name="csY12" fmla="*/ 5628 h 435256"/>
                <a:gd name="csX13" fmla="*/ 185019 w 547112"/>
                <a:gd name="csY13" fmla="*/ 781 h 435256"/>
                <a:gd name="csX14" fmla="*/ 342354 w 547112"/>
                <a:gd name="csY14" fmla="*/ 26764 h 435256"/>
                <a:gd name="csX15" fmla="*/ 444759 w 547112"/>
                <a:gd name="csY15" fmla="*/ 68488 h 435256"/>
                <a:gd name="csX16" fmla="*/ 509999 w 547112"/>
                <a:gd name="csY16" fmla="*/ 125581 h 435256"/>
                <a:gd name="csX17" fmla="*/ 536834 w 547112"/>
                <a:gd name="csY17" fmla="*/ 181958 h 435256"/>
                <a:gd name="csX0" fmla="*/ 536834 w 547112"/>
                <a:gd name="csY0" fmla="*/ 181958 h 435256"/>
                <a:gd name="csX1" fmla="*/ 547112 w 547112"/>
                <a:gd name="csY1" fmla="*/ 237638 h 435256"/>
                <a:gd name="csX2" fmla="*/ 533269 w 547112"/>
                <a:gd name="csY2" fmla="*/ 311819 h 435256"/>
                <a:gd name="csX3" fmla="*/ 437643 w 547112"/>
                <a:gd name="csY3" fmla="*/ 409919 h 435256"/>
                <a:gd name="csX4" fmla="*/ 265661 w 547112"/>
                <a:gd name="csY4" fmla="*/ 432940 h 435256"/>
                <a:gd name="csX5" fmla="*/ 105678 w 547112"/>
                <a:gd name="csY5" fmla="*/ 415169 h 435256"/>
                <a:gd name="csX6" fmla="*/ 12 w 547112"/>
                <a:gd name="csY6" fmla="*/ 313389 h 435256"/>
                <a:gd name="csX7" fmla="*/ 147856 w 547112"/>
                <a:gd name="csY7" fmla="*/ 381242 h 435256"/>
                <a:gd name="csX8" fmla="*/ 198759 w 547112"/>
                <a:gd name="csY8" fmla="*/ 297234 h 435256"/>
                <a:gd name="csX9" fmla="*/ 203606 w 547112"/>
                <a:gd name="csY9" fmla="*/ 125952 h 435256"/>
                <a:gd name="csX10" fmla="*/ 162764 w 547112"/>
                <a:gd name="csY10" fmla="*/ 48439 h 435256"/>
                <a:gd name="csX11" fmla="*/ 64239 w 547112"/>
                <a:gd name="csY11" fmla="*/ 12963 h 435256"/>
                <a:gd name="csX12" fmla="*/ 121677 w 547112"/>
                <a:gd name="csY12" fmla="*/ 5628 h 435256"/>
                <a:gd name="csX13" fmla="*/ 185019 w 547112"/>
                <a:gd name="csY13" fmla="*/ 781 h 435256"/>
                <a:gd name="csX14" fmla="*/ 342354 w 547112"/>
                <a:gd name="csY14" fmla="*/ 26764 h 435256"/>
                <a:gd name="csX15" fmla="*/ 509999 w 547112"/>
                <a:gd name="csY15" fmla="*/ 125581 h 435256"/>
                <a:gd name="csX16" fmla="*/ 536834 w 547112"/>
                <a:gd name="csY16" fmla="*/ 181958 h 435256"/>
                <a:gd name="csX0" fmla="*/ 536834 w 547112"/>
                <a:gd name="csY0" fmla="*/ 181177 h 434475"/>
                <a:gd name="csX1" fmla="*/ 547112 w 547112"/>
                <a:gd name="csY1" fmla="*/ 236857 h 434475"/>
                <a:gd name="csX2" fmla="*/ 533269 w 547112"/>
                <a:gd name="csY2" fmla="*/ 311038 h 434475"/>
                <a:gd name="csX3" fmla="*/ 437643 w 547112"/>
                <a:gd name="csY3" fmla="*/ 409138 h 434475"/>
                <a:gd name="csX4" fmla="*/ 265661 w 547112"/>
                <a:gd name="csY4" fmla="*/ 432159 h 434475"/>
                <a:gd name="csX5" fmla="*/ 105678 w 547112"/>
                <a:gd name="csY5" fmla="*/ 414388 h 434475"/>
                <a:gd name="csX6" fmla="*/ 12 w 547112"/>
                <a:gd name="csY6" fmla="*/ 312608 h 434475"/>
                <a:gd name="csX7" fmla="*/ 147856 w 547112"/>
                <a:gd name="csY7" fmla="*/ 380461 h 434475"/>
                <a:gd name="csX8" fmla="*/ 198759 w 547112"/>
                <a:gd name="csY8" fmla="*/ 296453 h 434475"/>
                <a:gd name="csX9" fmla="*/ 203606 w 547112"/>
                <a:gd name="csY9" fmla="*/ 125171 h 434475"/>
                <a:gd name="csX10" fmla="*/ 162764 w 547112"/>
                <a:gd name="csY10" fmla="*/ 47658 h 434475"/>
                <a:gd name="csX11" fmla="*/ 64239 w 547112"/>
                <a:gd name="csY11" fmla="*/ 12182 h 434475"/>
                <a:gd name="csX12" fmla="*/ 185019 w 547112"/>
                <a:gd name="csY12" fmla="*/ 0 h 434475"/>
                <a:gd name="csX13" fmla="*/ 342354 w 547112"/>
                <a:gd name="csY13" fmla="*/ 25983 h 434475"/>
                <a:gd name="csX14" fmla="*/ 509999 w 547112"/>
                <a:gd name="csY14" fmla="*/ 124800 h 434475"/>
                <a:gd name="csX15" fmla="*/ 536834 w 547112"/>
                <a:gd name="csY15" fmla="*/ 181177 h 434475"/>
                <a:gd name="csX0" fmla="*/ 536834 w 547112"/>
                <a:gd name="csY0" fmla="*/ 168995 h 422293"/>
                <a:gd name="csX1" fmla="*/ 547112 w 547112"/>
                <a:gd name="csY1" fmla="*/ 224675 h 422293"/>
                <a:gd name="csX2" fmla="*/ 533269 w 547112"/>
                <a:gd name="csY2" fmla="*/ 298856 h 422293"/>
                <a:gd name="csX3" fmla="*/ 437643 w 547112"/>
                <a:gd name="csY3" fmla="*/ 396956 h 422293"/>
                <a:gd name="csX4" fmla="*/ 265661 w 547112"/>
                <a:gd name="csY4" fmla="*/ 419977 h 422293"/>
                <a:gd name="csX5" fmla="*/ 105678 w 547112"/>
                <a:gd name="csY5" fmla="*/ 402206 h 422293"/>
                <a:gd name="csX6" fmla="*/ 12 w 547112"/>
                <a:gd name="csY6" fmla="*/ 300426 h 422293"/>
                <a:gd name="csX7" fmla="*/ 147856 w 547112"/>
                <a:gd name="csY7" fmla="*/ 368279 h 422293"/>
                <a:gd name="csX8" fmla="*/ 198759 w 547112"/>
                <a:gd name="csY8" fmla="*/ 284271 h 422293"/>
                <a:gd name="csX9" fmla="*/ 203606 w 547112"/>
                <a:gd name="csY9" fmla="*/ 112989 h 422293"/>
                <a:gd name="csX10" fmla="*/ 162764 w 547112"/>
                <a:gd name="csY10" fmla="*/ 35476 h 422293"/>
                <a:gd name="csX11" fmla="*/ 64239 w 547112"/>
                <a:gd name="csY11" fmla="*/ 0 h 422293"/>
                <a:gd name="csX12" fmla="*/ 342354 w 547112"/>
                <a:gd name="csY12" fmla="*/ 13801 h 422293"/>
                <a:gd name="csX13" fmla="*/ 509999 w 547112"/>
                <a:gd name="csY13" fmla="*/ 112618 h 422293"/>
                <a:gd name="csX14" fmla="*/ 536834 w 547112"/>
                <a:gd name="csY14" fmla="*/ 168995 h 422293"/>
                <a:gd name="csX0" fmla="*/ 536834 w 547112"/>
                <a:gd name="csY0" fmla="*/ 168995 h 422293"/>
                <a:gd name="csX1" fmla="*/ 547112 w 547112"/>
                <a:gd name="csY1" fmla="*/ 224675 h 422293"/>
                <a:gd name="csX2" fmla="*/ 533269 w 547112"/>
                <a:gd name="csY2" fmla="*/ 298856 h 422293"/>
                <a:gd name="csX3" fmla="*/ 437643 w 547112"/>
                <a:gd name="csY3" fmla="*/ 396956 h 422293"/>
                <a:gd name="csX4" fmla="*/ 265661 w 547112"/>
                <a:gd name="csY4" fmla="*/ 419977 h 422293"/>
                <a:gd name="csX5" fmla="*/ 105678 w 547112"/>
                <a:gd name="csY5" fmla="*/ 402206 h 422293"/>
                <a:gd name="csX6" fmla="*/ 12 w 547112"/>
                <a:gd name="csY6" fmla="*/ 300426 h 422293"/>
                <a:gd name="csX7" fmla="*/ 147856 w 547112"/>
                <a:gd name="csY7" fmla="*/ 368279 h 422293"/>
                <a:gd name="csX8" fmla="*/ 198759 w 547112"/>
                <a:gd name="csY8" fmla="*/ 284271 h 422293"/>
                <a:gd name="csX9" fmla="*/ 203606 w 547112"/>
                <a:gd name="csY9" fmla="*/ 112989 h 422293"/>
                <a:gd name="csX10" fmla="*/ 162764 w 547112"/>
                <a:gd name="csY10" fmla="*/ 35476 h 422293"/>
                <a:gd name="csX11" fmla="*/ 64239 w 547112"/>
                <a:gd name="csY11" fmla="*/ 0 h 422293"/>
                <a:gd name="csX12" fmla="*/ 373000 w 547112"/>
                <a:gd name="csY12" fmla="*/ 81008 h 422293"/>
                <a:gd name="csX13" fmla="*/ 509999 w 547112"/>
                <a:gd name="csY13" fmla="*/ 112618 h 422293"/>
                <a:gd name="csX14" fmla="*/ 536834 w 547112"/>
                <a:gd name="csY14" fmla="*/ 168995 h 422293"/>
                <a:gd name="csX0" fmla="*/ 536834 w 547112"/>
                <a:gd name="csY0" fmla="*/ 171580 h 424878"/>
                <a:gd name="csX1" fmla="*/ 547112 w 547112"/>
                <a:gd name="csY1" fmla="*/ 227260 h 424878"/>
                <a:gd name="csX2" fmla="*/ 533269 w 547112"/>
                <a:gd name="csY2" fmla="*/ 301441 h 424878"/>
                <a:gd name="csX3" fmla="*/ 437643 w 547112"/>
                <a:gd name="csY3" fmla="*/ 399541 h 424878"/>
                <a:gd name="csX4" fmla="*/ 265661 w 547112"/>
                <a:gd name="csY4" fmla="*/ 422562 h 424878"/>
                <a:gd name="csX5" fmla="*/ 105678 w 547112"/>
                <a:gd name="csY5" fmla="*/ 404791 h 424878"/>
                <a:gd name="csX6" fmla="*/ 12 w 547112"/>
                <a:gd name="csY6" fmla="*/ 303011 h 424878"/>
                <a:gd name="csX7" fmla="*/ 147856 w 547112"/>
                <a:gd name="csY7" fmla="*/ 370864 h 424878"/>
                <a:gd name="csX8" fmla="*/ 198759 w 547112"/>
                <a:gd name="csY8" fmla="*/ 286856 h 424878"/>
                <a:gd name="csX9" fmla="*/ 203606 w 547112"/>
                <a:gd name="csY9" fmla="*/ 115574 h 424878"/>
                <a:gd name="csX10" fmla="*/ 162764 w 547112"/>
                <a:gd name="csY10" fmla="*/ 38061 h 424878"/>
                <a:gd name="csX11" fmla="*/ 94119 w 547112"/>
                <a:gd name="csY11" fmla="*/ 0 h 424878"/>
                <a:gd name="csX12" fmla="*/ 373000 w 547112"/>
                <a:gd name="csY12" fmla="*/ 83593 h 424878"/>
                <a:gd name="csX13" fmla="*/ 509999 w 547112"/>
                <a:gd name="csY13" fmla="*/ 115203 h 424878"/>
                <a:gd name="csX14" fmla="*/ 536834 w 547112"/>
                <a:gd name="csY14" fmla="*/ 171580 h 424878"/>
                <a:gd name="csX0" fmla="*/ 536834 w 547112"/>
                <a:gd name="csY0" fmla="*/ 179589 h 432887"/>
                <a:gd name="csX1" fmla="*/ 547112 w 547112"/>
                <a:gd name="csY1" fmla="*/ 235269 h 432887"/>
                <a:gd name="csX2" fmla="*/ 533269 w 547112"/>
                <a:gd name="csY2" fmla="*/ 309450 h 432887"/>
                <a:gd name="csX3" fmla="*/ 437643 w 547112"/>
                <a:gd name="csY3" fmla="*/ 407550 h 432887"/>
                <a:gd name="csX4" fmla="*/ 265661 w 547112"/>
                <a:gd name="csY4" fmla="*/ 430571 h 432887"/>
                <a:gd name="csX5" fmla="*/ 105678 w 547112"/>
                <a:gd name="csY5" fmla="*/ 412800 h 432887"/>
                <a:gd name="csX6" fmla="*/ 12 w 547112"/>
                <a:gd name="csY6" fmla="*/ 311020 h 432887"/>
                <a:gd name="csX7" fmla="*/ 147856 w 547112"/>
                <a:gd name="csY7" fmla="*/ 378873 h 432887"/>
                <a:gd name="csX8" fmla="*/ 198759 w 547112"/>
                <a:gd name="csY8" fmla="*/ 294865 h 432887"/>
                <a:gd name="csX9" fmla="*/ 203606 w 547112"/>
                <a:gd name="csY9" fmla="*/ 123583 h 432887"/>
                <a:gd name="csX10" fmla="*/ 61633 w 547112"/>
                <a:gd name="csY10" fmla="*/ 7297 h 432887"/>
                <a:gd name="csX11" fmla="*/ 94119 w 547112"/>
                <a:gd name="csY11" fmla="*/ 8009 h 432887"/>
                <a:gd name="csX12" fmla="*/ 373000 w 547112"/>
                <a:gd name="csY12" fmla="*/ 91602 h 432887"/>
                <a:gd name="csX13" fmla="*/ 509999 w 547112"/>
                <a:gd name="csY13" fmla="*/ 123212 h 432887"/>
                <a:gd name="csX14" fmla="*/ 536834 w 547112"/>
                <a:gd name="csY14" fmla="*/ 179589 h 432887"/>
                <a:gd name="csX0" fmla="*/ 536834 w 547112"/>
                <a:gd name="csY0" fmla="*/ 172292 h 425590"/>
                <a:gd name="csX1" fmla="*/ 547112 w 547112"/>
                <a:gd name="csY1" fmla="*/ 227972 h 425590"/>
                <a:gd name="csX2" fmla="*/ 533269 w 547112"/>
                <a:gd name="csY2" fmla="*/ 302153 h 425590"/>
                <a:gd name="csX3" fmla="*/ 437643 w 547112"/>
                <a:gd name="csY3" fmla="*/ 400253 h 425590"/>
                <a:gd name="csX4" fmla="*/ 265661 w 547112"/>
                <a:gd name="csY4" fmla="*/ 423274 h 425590"/>
                <a:gd name="csX5" fmla="*/ 105678 w 547112"/>
                <a:gd name="csY5" fmla="*/ 405503 h 425590"/>
                <a:gd name="csX6" fmla="*/ 12 w 547112"/>
                <a:gd name="csY6" fmla="*/ 303723 h 425590"/>
                <a:gd name="csX7" fmla="*/ 147856 w 547112"/>
                <a:gd name="csY7" fmla="*/ 371576 h 425590"/>
                <a:gd name="csX8" fmla="*/ 198759 w 547112"/>
                <a:gd name="csY8" fmla="*/ 287568 h 425590"/>
                <a:gd name="csX9" fmla="*/ 203606 w 547112"/>
                <a:gd name="csY9" fmla="*/ 116286 h 425590"/>
                <a:gd name="csX10" fmla="*/ 61633 w 547112"/>
                <a:gd name="csY10" fmla="*/ 0 h 425590"/>
                <a:gd name="csX11" fmla="*/ 94119 w 547112"/>
                <a:gd name="csY11" fmla="*/ 712 h 425590"/>
                <a:gd name="csX12" fmla="*/ 373000 w 547112"/>
                <a:gd name="csY12" fmla="*/ 84305 h 425590"/>
                <a:gd name="csX13" fmla="*/ 509999 w 547112"/>
                <a:gd name="csY13" fmla="*/ 115915 h 425590"/>
                <a:gd name="csX14" fmla="*/ 536834 w 547112"/>
                <a:gd name="csY14" fmla="*/ 172292 h 425590"/>
                <a:gd name="csX0" fmla="*/ 536834 w 547112"/>
                <a:gd name="csY0" fmla="*/ 172292 h 425590"/>
                <a:gd name="csX1" fmla="*/ 547112 w 547112"/>
                <a:gd name="csY1" fmla="*/ 227972 h 425590"/>
                <a:gd name="csX2" fmla="*/ 533269 w 547112"/>
                <a:gd name="csY2" fmla="*/ 302153 h 425590"/>
                <a:gd name="csX3" fmla="*/ 437643 w 547112"/>
                <a:gd name="csY3" fmla="*/ 400253 h 425590"/>
                <a:gd name="csX4" fmla="*/ 265661 w 547112"/>
                <a:gd name="csY4" fmla="*/ 423274 h 425590"/>
                <a:gd name="csX5" fmla="*/ 105678 w 547112"/>
                <a:gd name="csY5" fmla="*/ 405503 h 425590"/>
                <a:gd name="csX6" fmla="*/ 12 w 547112"/>
                <a:gd name="csY6" fmla="*/ 303723 h 425590"/>
                <a:gd name="csX7" fmla="*/ 147856 w 547112"/>
                <a:gd name="csY7" fmla="*/ 371576 h 425590"/>
                <a:gd name="csX8" fmla="*/ 198759 w 547112"/>
                <a:gd name="csY8" fmla="*/ 287568 h 425590"/>
                <a:gd name="csX9" fmla="*/ 62636 w 547112"/>
                <a:gd name="csY9" fmla="*/ 140842 h 425590"/>
                <a:gd name="csX10" fmla="*/ 61633 w 547112"/>
                <a:gd name="csY10" fmla="*/ 0 h 425590"/>
                <a:gd name="csX11" fmla="*/ 94119 w 547112"/>
                <a:gd name="csY11" fmla="*/ 712 h 425590"/>
                <a:gd name="csX12" fmla="*/ 373000 w 547112"/>
                <a:gd name="csY12" fmla="*/ 84305 h 425590"/>
                <a:gd name="csX13" fmla="*/ 509999 w 547112"/>
                <a:gd name="csY13" fmla="*/ 115915 h 425590"/>
                <a:gd name="csX14" fmla="*/ 536834 w 547112"/>
                <a:gd name="csY14" fmla="*/ 172292 h 425590"/>
                <a:gd name="csX0" fmla="*/ 536834 w 547112"/>
                <a:gd name="csY0" fmla="*/ 172292 h 425590"/>
                <a:gd name="csX1" fmla="*/ 547112 w 547112"/>
                <a:gd name="csY1" fmla="*/ 227972 h 425590"/>
                <a:gd name="csX2" fmla="*/ 533269 w 547112"/>
                <a:gd name="csY2" fmla="*/ 302153 h 425590"/>
                <a:gd name="csX3" fmla="*/ 437643 w 547112"/>
                <a:gd name="csY3" fmla="*/ 400253 h 425590"/>
                <a:gd name="csX4" fmla="*/ 265661 w 547112"/>
                <a:gd name="csY4" fmla="*/ 423274 h 425590"/>
                <a:gd name="csX5" fmla="*/ 105678 w 547112"/>
                <a:gd name="csY5" fmla="*/ 405503 h 425590"/>
                <a:gd name="csX6" fmla="*/ 12 w 547112"/>
                <a:gd name="csY6" fmla="*/ 303723 h 425590"/>
                <a:gd name="csX7" fmla="*/ 147856 w 547112"/>
                <a:gd name="csY7" fmla="*/ 371576 h 425590"/>
                <a:gd name="csX8" fmla="*/ 198759 w 547112"/>
                <a:gd name="csY8" fmla="*/ 287568 h 425590"/>
                <a:gd name="csX9" fmla="*/ 62636 w 547112"/>
                <a:gd name="csY9" fmla="*/ 140842 h 425590"/>
                <a:gd name="csX10" fmla="*/ 61633 w 547112"/>
                <a:gd name="csY10" fmla="*/ 0 h 425590"/>
                <a:gd name="csX11" fmla="*/ 94119 w 547112"/>
                <a:gd name="csY11" fmla="*/ 712 h 425590"/>
                <a:gd name="csX12" fmla="*/ 373000 w 547112"/>
                <a:gd name="csY12" fmla="*/ 84305 h 425590"/>
                <a:gd name="csX13" fmla="*/ 509999 w 547112"/>
                <a:gd name="csY13" fmla="*/ 115915 h 425590"/>
                <a:gd name="csX14" fmla="*/ 536834 w 547112"/>
                <a:gd name="csY14" fmla="*/ 172292 h 425590"/>
                <a:gd name="csX0" fmla="*/ 536834 w 547112"/>
                <a:gd name="csY0" fmla="*/ 172292 h 425590"/>
                <a:gd name="csX1" fmla="*/ 547112 w 547112"/>
                <a:gd name="csY1" fmla="*/ 227972 h 425590"/>
                <a:gd name="csX2" fmla="*/ 533269 w 547112"/>
                <a:gd name="csY2" fmla="*/ 302153 h 425590"/>
                <a:gd name="csX3" fmla="*/ 437643 w 547112"/>
                <a:gd name="csY3" fmla="*/ 400253 h 425590"/>
                <a:gd name="csX4" fmla="*/ 265661 w 547112"/>
                <a:gd name="csY4" fmla="*/ 423274 h 425590"/>
                <a:gd name="csX5" fmla="*/ 105678 w 547112"/>
                <a:gd name="csY5" fmla="*/ 405503 h 425590"/>
                <a:gd name="csX6" fmla="*/ 12 w 547112"/>
                <a:gd name="csY6" fmla="*/ 303723 h 425590"/>
                <a:gd name="csX7" fmla="*/ 147856 w 547112"/>
                <a:gd name="csY7" fmla="*/ 371576 h 425590"/>
                <a:gd name="csX8" fmla="*/ 198759 w 547112"/>
                <a:gd name="csY8" fmla="*/ 287568 h 425590"/>
                <a:gd name="csX9" fmla="*/ 62636 w 547112"/>
                <a:gd name="csY9" fmla="*/ 140842 h 425590"/>
                <a:gd name="csX10" fmla="*/ 61633 w 547112"/>
                <a:gd name="csY10" fmla="*/ 0 h 425590"/>
                <a:gd name="csX11" fmla="*/ 94119 w 547112"/>
                <a:gd name="csY11" fmla="*/ 712 h 425590"/>
                <a:gd name="csX12" fmla="*/ 373000 w 547112"/>
                <a:gd name="csY12" fmla="*/ 84305 h 425590"/>
                <a:gd name="csX13" fmla="*/ 509999 w 547112"/>
                <a:gd name="csY13" fmla="*/ 115915 h 425590"/>
                <a:gd name="csX14" fmla="*/ 536834 w 547112"/>
                <a:gd name="csY14" fmla="*/ 172292 h 425590"/>
                <a:gd name="csX0" fmla="*/ 536834 w 547112"/>
                <a:gd name="csY0" fmla="*/ 172292 h 425590"/>
                <a:gd name="csX1" fmla="*/ 547112 w 547112"/>
                <a:gd name="csY1" fmla="*/ 227972 h 425590"/>
                <a:gd name="csX2" fmla="*/ 533269 w 547112"/>
                <a:gd name="csY2" fmla="*/ 302153 h 425590"/>
                <a:gd name="csX3" fmla="*/ 437643 w 547112"/>
                <a:gd name="csY3" fmla="*/ 400253 h 425590"/>
                <a:gd name="csX4" fmla="*/ 265661 w 547112"/>
                <a:gd name="csY4" fmla="*/ 423274 h 425590"/>
                <a:gd name="csX5" fmla="*/ 105678 w 547112"/>
                <a:gd name="csY5" fmla="*/ 405503 h 425590"/>
                <a:gd name="csX6" fmla="*/ 12 w 547112"/>
                <a:gd name="csY6" fmla="*/ 303723 h 425590"/>
                <a:gd name="csX7" fmla="*/ 147856 w 547112"/>
                <a:gd name="csY7" fmla="*/ 371576 h 425590"/>
                <a:gd name="csX8" fmla="*/ 198759 w 547112"/>
                <a:gd name="csY8" fmla="*/ 287568 h 425590"/>
                <a:gd name="csX9" fmla="*/ 62636 w 547112"/>
                <a:gd name="csY9" fmla="*/ 140842 h 425590"/>
                <a:gd name="csX10" fmla="*/ 63070 w 547112"/>
                <a:gd name="csY10" fmla="*/ 0 h 425590"/>
                <a:gd name="csX11" fmla="*/ 94119 w 547112"/>
                <a:gd name="csY11" fmla="*/ 712 h 425590"/>
                <a:gd name="csX12" fmla="*/ 373000 w 547112"/>
                <a:gd name="csY12" fmla="*/ 84305 h 425590"/>
                <a:gd name="csX13" fmla="*/ 509999 w 547112"/>
                <a:gd name="csY13" fmla="*/ 115915 h 425590"/>
                <a:gd name="csX14" fmla="*/ 536834 w 547112"/>
                <a:gd name="csY14" fmla="*/ 172292 h 425590"/>
                <a:gd name="csX0" fmla="*/ 536834 w 547112"/>
                <a:gd name="csY0" fmla="*/ 172301 h 425599"/>
                <a:gd name="csX1" fmla="*/ 547112 w 547112"/>
                <a:gd name="csY1" fmla="*/ 227981 h 425599"/>
                <a:gd name="csX2" fmla="*/ 533269 w 547112"/>
                <a:gd name="csY2" fmla="*/ 302162 h 425599"/>
                <a:gd name="csX3" fmla="*/ 437643 w 547112"/>
                <a:gd name="csY3" fmla="*/ 400262 h 425599"/>
                <a:gd name="csX4" fmla="*/ 265661 w 547112"/>
                <a:gd name="csY4" fmla="*/ 423283 h 425599"/>
                <a:gd name="csX5" fmla="*/ 105678 w 547112"/>
                <a:gd name="csY5" fmla="*/ 405512 h 425599"/>
                <a:gd name="csX6" fmla="*/ 12 w 547112"/>
                <a:gd name="csY6" fmla="*/ 303732 h 425599"/>
                <a:gd name="csX7" fmla="*/ 147856 w 547112"/>
                <a:gd name="csY7" fmla="*/ 371585 h 425599"/>
                <a:gd name="csX8" fmla="*/ 198759 w 547112"/>
                <a:gd name="csY8" fmla="*/ 287577 h 425599"/>
                <a:gd name="csX9" fmla="*/ 62636 w 547112"/>
                <a:gd name="csY9" fmla="*/ 140851 h 425599"/>
                <a:gd name="csX10" fmla="*/ 63070 w 547112"/>
                <a:gd name="csY10" fmla="*/ 9 h 425599"/>
                <a:gd name="csX11" fmla="*/ 94119 w 547112"/>
                <a:gd name="csY11" fmla="*/ 721 h 425599"/>
                <a:gd name="csX12" fmla="*/ 373000 w 547112"/>
                <a:gd name="csY12" fmla="*/ 84314 h 425599"/>
                <a:gd name="csX13" fmla="*/ 509999 w 547112"/>
                <a:gd name="csY13" fmla="*/ 115924 h 425599"/>
                <a:gd name="csX14" fmla="*/ 536834 w 547112"/>
                <a:gd name="csY14" fmla="*/ 172301 h 425599"/>
                <a:gd name="csX0" fmla="*/ 536834 w 547112"/>
                <a:gd name="csY0" fmla="*/ 172292 h 425590"/>
                <a:gd name="csX1" fmla="*/ 547112 w 547112"/>
                <a:gd name="csY1" fmla="*/ 227972 h 425590"/>
                <a:gd name="csX2" fmla="*/ 533269 w 547112"/>
                <a:gd name="csY2" fmla="*/ 302153 h 425590"/>
                <a:gd name="csX3" fmla="*/ 437643 w 547112"/>
                <a:gd name="csY3" fmla="*/ 400253 h 425590"/>
                <a:gd name="csX4" fmla="*/ 265661 w 547112"/>
                <a:gd name="csY4" fmla="*/ 423274 h 425590"/>
                <a:gd name="csX5" fmla="*/ 105678 w 547112"/>
                <a:gd name="csY5" fmla="*/ 405503 h 425590"/>
                <a:gd name="csX6" fmla="*/ 12 w 547112"/>
                <a:gd name="csY6" fmla="*/ 303723 h 425590"/>
                <a:gd name="csX7" fmla="*/ 147856 w 547112"/>
                <a:gd name="csY7" fmla="*/ 371576 h 425590"/>
                <a:gd name="csX8" fmla="*/ 198759 w 547112"/>
                <a:gd name="csY8" fmla="*/ 287568 h 425590"/>
                <a:gd name="csX9" fmla="*/ 62636 w 547112"/>
                <a:gd name="csY9" fmla="*/ 140842 h 425590"/>
                <a:gd name="csX10" fmla="*/ 63070 w 547112"/>
                <a:gd name="csY10" fmla="*/ 0 h 425590"/>
                <a:gd name="csX11" fmla="*/ 94119 w 547112"/>
                <a:gd name="csY11" fmla="*/ 712 h 425590"/>
                <a:gd name="csX12" fmla="*/ 373000 w 547112"/>
                <a:gd name="csY12" fmla="*/ 84305 h 425590"/>
                <a:gd name="csX13" fmla="*/ 509999 w 547112"/>
                <a:gd name="csY13" fmla="*/ 115915 h 425590"/>
                <a:gd name="csX14" fmla="*/ 536834 w 547112"/>
                <a:gd name="csY14" fmla="*/ 172292 h 425590"/>
                <a:gd name="csX0" fmla="*/ 536834 w 547112"/>
                <a:gd name="csY0" fmla="*/ 172292 h 425590"/>
                <a:gd name="csX1" fmla="*/ 547112 w 547112"/>
                <a:gd name="csY1" fmla="*/ 227972 h 425590"/>
                <a:gd name="csX2" fmla="*/ 533269 w 547112"/>
                <a:gd name="csY2" fmla="*/ 302153 h 425590"/>
                <a:gd name="csX3" fmla="*/ 437643 w 547112"/>
                <a:gd name="csY3" fmla="*/ 400253 h 425590"/>
                <a:gd name="csX4" fmla="*/ 265661 w 547112"/>
                <a:gd name="csY4" fmla="*/ 423274 h 425590"/>
                <a:gd name="csX5" fmla="*/ 105678 w 547112"/>
                <a:gd name="csY5" fmla="*/ 405503 h 425590"/>
                <a:gd name="csX6" fmla="*/ 12 w 547112"/>
                <a:gd name="csY6" fmla="*/ 303723 h 425590"/>
                <a:gd name="csX7" fmla="*/ 147856 w 547112"/>
                <a:gd name="csY7" fmla="*/ 371576 h 425590"/>
                <a:gd name="csX8" fmla="*/ 154227 w 547112"/>
                <a:gd name="csY8" fmla="*/ 271413 h 425590"/>
                <a:gd name="csX9" fmla="*/ 62636 w 547112"/>
                <a:gd name="csY9" fmla="*/ 140842 h 425590"/>
                <a:gd name="csX10" fmla="*/ 63070 w 547112"/>
                <a:gd name="csY10" fmla="*/ 0 h 425590"/>
                <a:gd name="csX11" fmla="*/ 94119 w 547112"/>
                <a:gd name="csY11" fmla="*/ 712 h 425590"/>
                <a:gd name="csX12" fmla="*/ 373000 w 547112"/>
                <a:gd name="csY12" fmla="*/ 84305 h 425590"/>
                <a:gd name="csX13" fmla="*/ 509999 w 547112"/>
                <a:gd name="csY13" fmla="*/ 115915 h 425590"/>
                <a:gd name="csX14" fmla="*/ 536834 w 547112"/>
                <a:gd name="csY14" fmla="*/ 172292 h 425590"/>
                <a:gd name="csX0" fmla="*/ 536834 w 547112"/>
                <a:gd name="csY0" fmla="*/ 172292 h 425590"/>
                <a:gd name="csX1" fmla="*/ 547112 w 547112"/>
                <a:gd name="csY1" fmla="*/ 227972 h 425590"/>
                <a:gd name="csX2" fmla="*/ 533269 w 547112"/>
                <a:gd name="csY2" fmla="*/ 302153 h 425590"/>
                <a:gd name="csX3" fmla="*/ 437643 w 547112"/>
                <a:gd name="csY3" fmla="*/ 400253 h 425590"/>
                <a:gd name="csX4" fmla="*/ 265661 w 547112"/>
                <a:gd name="csY4" fmla="*/ 423274 h 425590"/>
                <a:gd name="csX5" fmla="*/ 105678 w 547112"/>
                <a:gd name="csY5" fmla="*/ 405503 h 425590"/>
                <a:gd name="csX6" fmla="*/ 12 w 547112"/>
                <a:gd name="csY6" fmla="*/ 303723 h 425590"/>
                <a:gd name="csX7" fmla="*/ 147856 w 547112"/>
                <a:gd name="csY7" fmla="*/ 371576 h 425590"/>
                <a:gd name="csX8" fmla="*/ 154227 w 547112"/>
                <a:gd name="csY8" fmla="*/ 271413 h 425590"/>
                <a:gd name="csX9" fmla="*/ 62636 w 547112"/>
                <a:gd name="csY9" fmla="*/ 140842 h 425590"/>
                <a:gd name="csX10" fmla="*/ 63070 w 547112"/>
                <a:gd name="csY10" fmla="*/ 0 h 425590"/>
                <a:gd name="csX11" fmla="*/ 94119 w 547112"/>
                <a:gd name="csY11" fmla="*/ 712 h 425590"/>
                <a:gd name="csX12" fmla="*/ 373000 w 547112"/>
                <a:gd name="csY12" fmla="*/ 84305 h 425590"/>
                <a:gd name="csX13" fmla="*/ 509999 w 547112"/>
                <a:gd name="csY13" fmla="*/ 115915 h 425590"/>
                <a:gd name="csX14" fmla="*/ 536834 w 547112"/>
                <a:gd name="csY14" fmla="*/ 172292 h 425590"/>
                <a:gd name="csX0" fmla="*/ 536834 w 547112"/>
                <a:gd name="csY0" fmla="*/ 172292 h 425590"/>
                <a:gd name="csX1" fmla="*/ 547112 w 547112"/>
                <a:gd name="csY1" fmla="*/ 227972 h 425590"/>
                <a:gd name="csX2" fmla="*/ 533269 w 547112"/>
                <a:gd name="csY2" fmla="*/ 302153 h 425590"/>
                <a:gd name="csX3" fmla="*/ 437643 w 547112"/>
                <a:gd name="csY3" fmla="*/ 400253 h 425590"/>
                <a:gd name="csX4" fmla="*/ 265661 w 547112"/>
                <a:gd name="csY4" fmla="*/ 423274 h 425590"/>
                <a:gd name="csX5" fmla="*/ 105678 w 547112"/>
                <a:gd name="csY5" fmla="*/ 405503 h 425590"/>
                <a:gd name="csX6" fmla="*/ 12 w 547112"/>
                <a:gd name="csY6" fmla="*/ 303723 h 425590"/>
                <a:gd name="csX7" fmla="*/ 147856 w 547112"/>
                <a:gd name="csY7" fmla="*/ 371576 h 425590"/>
                <a:gd name="csX8" fmla="*/ 117356 w 547112"/>
                <a:gd name="csY8" fmla="*/ 210830 h 425590"/>
                <a:gd name="csX9" fmla="*/ 62636 w 547112"/>
                <a:gd name="csY9" fmla="*/ 140842 h 425590"/>
                <a:gd name="csX10" fmla="*/ 63070 w 547112"/>
                <a:gd name="csY10" fmla="*/ 0 h 425590"/>
                <a:gd name="csX11" fmla="*/ 94119 w 547112"/>
                <a:gd name="csY11" fmla="*/ 712 h 425590"/>
                <a:gd name="csX12" fmla="*/ 373000 w 547112"/>
                <a:gd name="csY12" fmla="*/ 84305 h 425590"/>
                <a:gd name="csX13" fmla="*/ 509999 w 547112"/>
                <a:gd name="csY13" fmla="*/ 115915 h 425590"/>
                <a:gd name="csX14" fmla="*/ 536834 w 547112"/>
                <a:gd name="csY14" fmla="*/ 172292 h 425590"/>
                <a:gd name="csX0" fmla="*/ 536834 w 547112"/>
                <a:gd name="csY0" fmla="*/ 172292 h 425590"/>
                <a:gd name="csX1" fmla="*/ 547112 w 547112"/>
                <a:gd name="csY1" fmla="*/ 227972 h 425590"/>
                <a:gd name="csX2" fmla="*/ 533269 w 547112"/>
                <a:gd name="csY2" fmla="*/ 302153 h 425590"/>
                <a:gd name="csX3" fmla="*/ 437643 w 547112"/>
                <a:gd name="csY3" fmla="*/ 400253 h 425590"/>
                <a:gd name="csX4" fmla="*/ 265661 w 547112"/>
                <a:gd name="csY4" fmla="*/ 423274 h 425590"/>
                <a:gd name="csX5" fmla="*/ 105678 w 547112"/>
                <a:gd name="csY5" fmla="*/ 405503 h 425590"/>
                <a:gd name="csX6" fmla="*/ 12 w 547112"/>
                <a:gd name="csY6" fmla="*/ 303723 h 425590"/>
                <a:gd name="csX7" fmla="*/ 147856 w 547112"/>
                <a:gd name="csY7" fmla="*/ 371576 h 425590"/>
                <a:gd name="csX8" fmla="*/ 117356 w 547112"/>
                <a:gd name="csY8" fmla="*/ 210830 h 425590"/>
                <a:gd name="csX9" fmla="*/ 62636 w 547112"/>
                <a:gd name="csY9" fmla="*/ 140842 h 425590"/>
                <a:gd name="csX10" fmla="*/ 63070 w 547112"/>
                <a:gd name="csY10" fmla="*/ 0 h 425590"/>
                <a:gd name="csX11" fmla="*/ 94119 w 547112"/>
                <a:gd name="csY11" fmla="*/ 712 h 425590"/>
                <a:gd name="csX12" fmla="*/ 373000 w 547112"/>
                <a:gd name="csY12" fmla="*/ 84305 h 425590"/>
                <a:gd name="csX13" fmla="*/ 509999 w 547112"/>
                <a:gd name="csY13" fmla="*/ 115915 h 425590"/>
                <a:gd name="csX14" fmla="*/ 536834 w 547112"/>
                <a:gd name="csY14" fmla="*/ 172292 h 425590"/>
                <a:gd name="csX0" fmla="*/ 536834 w 547112"/>
                <a:gd name="csY0" fmla="*/ 172292 h 425590"/>
                <a:gd name="csX1" fmla="*/ 547112 w 547112"/>
                <a:gd name="csY1" fmla="*/ 227972 h 425590"/>
                <a:gd name="csX2" fmla="*/ 533269 w 547112"/>
                <a:gd name="csY2" fmla="*/ 302153 h 425590"/>
                <a:gd name="csX3" fmla="*/ 437643 w 547112"/>
                <a:gd name="csY3" fmla="*/ 400253 h 425590"/>
                <a:gd name="csX4" fmla="*/ 265661 w 547112"/>
                <a:gd name="csY4" fmla="*/ 423274 h 425590"/>
                <a:gd name="csX5" fmla="*/ 105678 w 547112"/>
                <a:gd name="csY5" fmla="*/ 405503 h 425590"/>
                <a:gd name="csX6" fmla="*/ 12 w 547112"/>
                <a:gd name="csY6" fmla="*/ 303723 h 425590"/>
                <a:gd name="csX7" fmla="*/ 147856 w 547112"/>
                <a:gd name="csY7" fmla="*/ 371576 h 425590"/>
                <a:gd name="csX8" fmla="*/ 117356 w 547112"/>
                <a:gd name="csY8" fmla="*/ 210830 h 425590"/>
                <a:gd name="csX9" fmla="*/ 62636 w 547112"/>
                <a:gd name="csY9" fmla="*/ 140842 h 425590"/>
                <a:gd name="csX10" fmla="*/ 63070 w 547112"/>
                <a:gd name="csY10" fmla="*/ 0 h 425590"/>
                <a:gd name="csX11" fmla="*/ 94119 w 547112"/>
                <a:gd name="csY11" fmla="*/ 712 h 425590"/>
                <a:gd name="csX12" fmla="*/ 373000 w 547112"/>
                <a:gd name="csY12" fmla="*/ 84305 h 425590"/>
                <a:gd name="csX13" fmla="*/ 509999 w 547112"/>
                <a:gd name="csY13" fmla="*/ 115915 h 425590"/>
                <a:gd name="csX14" fmla="*/ 536834 w 547112"/>
                <a:gd name="csY14" fmla="*/ 172292 h 425590"/>
                <a:gd name="csX0" fmla="*/ 536834 w 547112"/>
                <a:gd name="csY0" fmla="*/ 172292 h 425590"/>
                <a:gd name="csX1" fmla="*/ 547112 w 547112"/>
                <a:gd name="csY1" fmla="*/ 227972 h 425590"/>
                <a:gd name="csX2" fmla="*/ 533269 w 547112"/>
                <a:gd name="csY2" fmla="*/ 302153 h 425590"/>
                <a:gd name="csX3" fmla="*/ 437643 w 547112"/>
                <a:gd name="csY3" fmla="*/ 400253 h 425590"/>
                <a:gd name="csX4" fmla="*/ 265661 w 547112"/>
                <a:gd name="csY4" fmla="*/ 423274 h 425590"/>
                <a:gd name="csX5" fmla="*/ 105678 w 547112"/>
                <a:gd name="csY5" fmla="*/ 405503 h 425590"/>
                <a:gd name="csX6" fmla="*/ 12 w 547112"/>
                <a:gd name="csY6" fmla="*/ 303723 h 425590"/>
                <a:gd name="csX7" fmla="*/ 153602 w 547112"/>
                <a:gd name="csY7" fmla="*/ 274643 h 425590"/>
                <a:gd name="csX8" fmla="*/ 117356 w 547112"/>
                <a:gd name="csY8" fmla="*/ 210830 h 425590"/>
                <a:gd name="csX9" fmla="*/ 62636 w 547112"/>
                <a:gd name="csY9" fmla="*/ 140842 h 425590"/>
                <a:gd name="csX10" fmla="*/ 63070 w 547112"/>
                <a:gd name="csY10" fmla="*/ 0 h 425590"/>
                <a:gd name="csX11" fmla="*/ 94119 w 547112"/>
                <a:gd name="csY11" fmla="*/ 712 h 425590"/>
                <a:gd name="csX12" fmla="*/ 373000 w 547112"/>
                <a:gd name="csY12" fmla="*/ 84305 h 425590"/>
                <a:gd name="csX13" fmla="*/ 509999 w 547112"/>
                <a:gd name="csY13" fmla="*/ 115915 h 425590"/>
                <a:gd name="csX14" fmla="*/ 536834 w 547112"/>
                <a:gd name="csY14" fmla="*/ 172292 h 425590"/>
                <a:gd name="csX0" fmla="*/ 478141 w 488419"/>
                <a:gd name="csY0" fmla="*/ 172292 h 425590"/>
                <a:gd name="csX1" fmla="*/ 488419 w 488419"/>
                <a:gd name="csY1" fmla="*/ 227972 h 425590"/>
                <a:gd name="csX2" fmla="*/ 474576 w 488419"/>
                <a:gd name="csY2" fmla="*/ 302153 h 425590"/>
                <a:gd name="csX3" fmla="*/ 378950 w 488419"/>
                <a:gd name="csY3" fmla="*/ 400253 h 425590"/>
                <a:gd name="csX4" fmla="*/ 206968 w 488419"/>
                <a:gd name="csY4" fmla="*/ 423274 h 425590"/>
                <a:gd name="csX5" fmla="*/ 46985 w 488419"/>
                <a:gd name="csY5" fmla="*/ 405503 h 425590"/>
                <a:gd name="csX6" fmla="*/ 182175 w 488419"/>
                <a:gd name="csY6" fmla="*/ 306954 h 425590"/>
                <a:gd name="csX7" fmla="*/ 94909 w 488419"/>
                <a:gd name="csY7" fmla="*/ 274643 h 425590"/>
                <a:gd name="csX8" fmla="*/ 58663 w 488419"/>
                <a:gd name="csY8" fmla="*/ 210830 h 425590"/>
                <a:gd name="csX9" fmla="*/ 3943 w 488419"/>
                <a:gd name="csY9" fmla="*/ 140842 h 425590"/>
                <a:gd name="csX10" fmla="*/ 4377 w 488419"/>
                <a:gd name="csY10" fmla="*/ 0 h 425590"/>
                <a:gd name="csX11" fmla="*/ 35426 w 488419"/>
                <a:gd name="csY11" fmla="*/ 712 h 425590"/>
                <a:gd name="csX12" fmla="*/ 314307 w 488419"/>
                <a:gd name="csY12" fmla="*/ 84305 h 425590"/>
                <a:gd name="csX13" fmla="*/ 451306 w 488419"/>
                <a:gd name="csY13" fmla="*/ 115915 h 425590"/>
                <a:gd name="csX14" fmla="*/ 478141 w 488419"/>
                <a:gd name="csY14" fmla="*/ 172292 h 425590"/>
                <a:gd name="csX0" fmla="*/ 478141 w 488419"/>
                <a:gd name="csY0" fmla="*/ 172292 h 423506"/>
                <a:gd name="csX1" fmla="*/ 488419 w 488419"/>
                <a:gd name="csY1" fmla="*/ 227972 h 423506"/>
                <a:gd name="csX2" fmla="*/ 474576 w 488419"/>
                <a:gd name="csY2" fmla="*/ 302153 h 423506"/>
                <a:gd name="csX3" fmla="*/ 378950 w 488419"/>
                <a:gd name="csY3" fmla="*/ 400253 h 423506"/>
                <a:gd name="csX4" fmla="*/ 206968 w 488419"/>
                <a:gd name="csY4" fmla="*/ 423274 h 423506"/>
                <a:gd name="csX5" fmla="*/ 277785 w 488419"/>
                <a:gd name="csY5" fmla="*/ 319071 h 423506"/>
                <a:gd name="csX6" fmla="*/ 182175 w 488419"/>
                <a:gd name="csY6" fmla="*/ 306954 h 423506"/>
                <a:gd name="csX7" fmla="*/ 94909 w 488419"/>
                <a:gd name="csY7" fmla="*/ 274643 h 423506"/>
                <a:gd name="csX8" fmla="*/ 58663 w 488419"/>
                <a:gd name="csY8" fmla="*/ 210830 h 423506"/>
                <a:gd name="csX9" fmla="*/ 3943 w 488419"/>
                <a:gd name="csY9" fmla="*/ 140842 h 423506"/>
                <a:gd name="csX10" fmla="*/ 4377 w 488419"/>
                <a:gd name="csY10" fmla="*/ 0 h 423506"/>
                <a:gd name="csX11" fmla="*/ 35426 w 488419"/>
                <a:gd name="csY11" fmla="*/ 712 h 423506"/>
                <a:gd name="csX12" fmla="*/ 314307 w 488419"/>
                <a:gd name="csY12" fmla="*/ 84305 h 423506"/>
                <a:gd name="csX13" fmla="*/ 451306 w 488419"/>
                <a:gd name="csY13" fmla="*/ 115915 h 423506"/>
                <a:gd name="csX14" fmla="*/ 478141 w 488419"/>
                <a:gd name="csY14" fmla="*/ 172292 h 423506"/>
                <a:gd name="csX0" fmla="*/ 478141 w 488419"/>
                <a:gd name="csY0" fmla="*/ 172292 h 423506"/>
                <a:gd name="csX1" fmla="*/ 488419 w 488419"/>
                <a:gd name="csY1" fmla="*/ 227972 h 423506"/>
                <a:gd name="csX2" fmla="*/ 474576 w 488419"/>
                <a:gd name="csY2" fmla="*/ 302153 h 423506"/>
                <a:gd name="csX3" fmla="*/ 378950 w 488419"/>
                <a:gd name="csY3" fmla="*/ 400253 h 423506"/>
                <a:gd name="csX4" fmla="*/ 206968 w 488419"/>
                <a:gd name="csY4" fmla="*/ 423274 h 423506"/>
                <a:gd name="csX5" fmla="*/ 277785 w 488419"/>
                <a:gd name="csY5" fmla="*/ 319071 h 423506"/>
                <a:gd name="csX6" fmla="*/ 182175 w 488419"/>
                <a:gd name="csY6" fmla="*/ 306954 h 423506"/>
                <a:gd name="csX7" fmla="*/ 94909 w 488419"/>
                <a:gd name="csY7" fmla="*/ 274643 h 423506"/>
                <a:gd name="csX8" fmla="*/ 58663 w 488419"/>
                <a:gd name="csY8" fmla="*/ 210830 h 423506"/>
                <a:gd name="csX9" fmla="*/ 3943 w 488419"/>
                <a:gd name="csY9" fmla="*/ 140842 h 423506"/>
                <a:gd name="csX10" fmla="*/ 4377 w 488419"/>
                <a:gd name="csY10" fmla="*/ 0 h 423506"/>
                <a:gd name="csX11" fmla="*/ 35426 w 488419"/>
                <a:gd name="csY11" fmla="*/ 712 h 423506"/>
                <a:gd name="csX12" fmla="*/ 314307 w 488419"/>
                <a:gd name="csY12" fmla="*/ 84305 h 423506"/>
                <a:gd name="csX13" fmla="*/ 451306 w 488419"/>
                <a:gd name="csY13" fmla="*/ 115915 h 423506"/>
                <a:gd name="csX14" fmla="*/ 478141 w 488419"/>
                <a:gd name="csY14" fmla="*/ 172292 h 423506"/>
                <a:gd name="csX0" fmla="*/ 478141 w 488419"/>
                <a:gd name="csY0" fmla="*/ 172292 h 423506"/>
                <a:gd name="csX1" fmla="*/ 488419 w 488419"/>
                <a:gd name="csY1" fmla="*/ 227972 h 423506"/>
                <a:gd name="csX2" fmla="*/ 474576 w 488419"/>
                <a:gd name="csY2" fmla="*/ 302153 h 423506"/>
                <a:gd name="csX3" fmla="*/ 378950 w 488419"/>
                <a:gd name="csY3" fmla="*/ 400253 h 423506"/>
                <a:gd name="csX4" fmla="*/ 206968 w 488419"/>
                <a:gd name="csY4" fmla="*/ 423274 h 423506"/>
                <a:gd name="csX5" fmla="*/ 277785 w 488419"/>
                <a:gd name="csY5" fmla="*/ 319071 h 423506"/>
                <a:gd name="csX6" fmla="*/ 212821 w 488419"/>
                <a:gd name="csY6" fmla="*/ 307762 h 423506"/>
                <a:gd name="csX7" fmla="*/ 94909 w 488419"/>
                <a:gd name="csY7" fmla="*/ 274643 h 423506"/>
                <a:gd name="csX8" fmla="*/ 58663 w 488419"/>
                <a:gd name="csY8" fmla="*/ 210830 h 423506"/>
                <a:gd name="csX9" fmla="*/ 3943 w 488419"/>
                <a:gd name="csY9" fmla="*/ 140842 h 423506"/>
                <a:gd name="csX10" fmla="*/ 4377 w 488419"/>
                <a:gd name="csY10" fmla="*/ 0 h 423506"/>
                <a:gd name="csX11" fmla="*/ 35426 w 488419"/>
                <a:gd name="csY11" fmla="*/ 712 h 423506"/>
                <a:gd name="csX12" fmla="*/ 314307 w 488419"/>
                <a:gd name="csY12" fmla="*/ 84305 h 423506"/>
                <a:gd name="csX13" fmla="*/ 451306 w 488419"/>
                <a:gd name="csY13" fmla="*/ 115915 h 423506"/>
                <a:gd name="csX14" fmla="*/ 478141 w 488419"/>
                <a:gd name="csY14" fmla="*/ 172292 h 423506"/>
                <a:gd name="csX0" fmla="*/ 478141 w 488419"/>
                <a:gd name="csY0" fmla="*/ 172292 h 423506"/>
                <a:gd name="csX1" fmla="*/ 488419 w 488419"/>
                <a:gd name="csY1" fmla="*/ 227972 h 423506"/>
                <a:gd name="csX2" fmla="*/ 474576 w 488419"/>
                <a:gd name="csY2" fmla="*/ 302153 h 423506"/>
                <a:gd name="csX3" fmla="*/ 378950 w 488419"/>
                <a:gd name="csY3" fmla="*/ 400253 h 423506"/>
                <a:gd name="csX4" fmla="*/ 206968 w 488419"/>
                <a:gd name="csY4" fmla="*/ 423274 h 423506"/>
                <a:gd name="csX5" fmla="*/ 277785 w 488419"/>
                <a:gd name="csY5" fmla="*/ 319071 h 423506"/>
                <a:gd name="csX6" fmla="*/ 212821 w 488419"/>
                <a:gd name="csY6" fmla="*/ 307762 h 423506"/>
                <a:gd name="csX7" fmla="*/ 94909 w 488419"/>
                <a:gd name="csY7" fmla="*/ 274643 h 423506"/>
                <a:gd name="csX8" fmla="*/ 58663 w 488419"/>
                <a:gd name="csY8" fmla="*/ 210830 h 423506"/>
                <a:gd name="csX9" fmla="*/ 3943 w 488419"/>
                <a:gd name="csY9" fmla="*/ 140842 h 423506"/>
                <a:gd name="csX10" fmla="*/ 4377 w 488419"/>
                <a:gd name="csY10" fmla="*/ 0 h 423506"/>
                <a:gd name="csX11" fmla="*/ 35426 w 488419"/>
                <a:gd name="csY11" fmla="*/ 712 h 423506"/>
                <a:gd name="csX12" fmla="*/ 314307 w 488419"/>
                <a:gd name="csY12" fmla="*/ 84305 h 423506"/>
                <a:gd name="csX13" fmla="*/ 451306 w 488419"/>
                <a:gd name="csY13" fmla="*/ 115915 h 423506"/>
                <a:gd name="csX14" fmla="*/ 478141 w 488419"/>
                <a:gd name="csY14" fmla="*/ 172292 h 423506"/>
                <a:gd name="csX0" fmla="*/ 478141 w 488419"/>
                <a:gd name="csY0" fmla="*/ 172292 h 423506"/>
                <a:gd name="csX1" fmla="*/ 488419 w 488419"/>
                <a:gd name="csY1" fmla="*/ 227972 h 423506"/>
                <a:gd name="csX2" fmla="*/ 474576 w 488419"/>
                <a:gd name="csY2" fmla="*/ 302153 h 423506"/>
                <a:gd name="csX3" fmla="*/ 378950 w 488419"/>
                <a:gd name="csY3" fmla="*/ 400253 h 423506"/>
                <a:gd name="csX4" fmla="*/ 206968 w 488419"/>
                <a:gd name="csY4" fmla="*/ 423274 h 423506"/>
                <a:gd name="csX5" fmla="*/ 277785 w 488419"/>
                <a:gd name="csY5" fmla="*/ 319071 h 423506"/>
                <a:gd name="csX6" fmla="*/ 212821 w 488419"/>
                <a:gd name="csY6" fmla="*/ 307762 h 423506"/>
                <a:gd name="csX7" fmla="*/ 94909 w 488419"/>
                <a:gd name="csY7" fmla="*/ 274643 h 423506"/>
                <a:gd name="csX8" fmla="*/ 58663 w 488419"/>
                <a:gd name="csY8" fmla="*/ 210830 h 423506"/>
                <a:gd name="csX9" fmla="*/ 3943 w 488419"/>
                <a:gd name="csY9" fmla="*/ 140842 h 423506"/>
                <a:gd name="csX10" fmla="*/ 4377 w 488419"/>
                <a:gd name="csY10" fmla="*/ 0 h 423506"/>
                <a:gd name="csX11" fmla="*/ 35426 w 488419"/>
                <a:gd name="csY11" fmla="*/ 712 h 423506"/>
                <a:gd name="csX12" fmla="*/ 314307 w 488419"/>
                <a:gd name="csY12" fmla="*/ 84305 h 423506"/>
                <a:gd name="csX13" fmla="*/ 451306 w 488419"/>
                <a:gd name="csY13" fmla="*/ 115915 h 423506"/>
                <a:gd name="csX14" fmla="*/ 478141 w 488419"/>
                <a:gd name="csY14" fmla="*/ 172292 h 423506"/>
                <a:gd name="csX0" fmla="*/ 478141 w 488419"/>
                <a:gd name="csY0" fmla="*/ 172292 h 423506"/>
                <a:gd name="csX1" fmla="*/ 488419 w 488419"/>
                <a:gd name="csY1" fmla="*/ 227972 h 423506"/>
                <a:gd name="csX2" fmla="*/ 474576 w 488419"/>
                <a:gd name="csY2" fmla="*/ 302153 h 423506"/>
                <a:gd name="csX3" fmla="*/ 378950 w 488419"/>
                <a:gd name="csY3" fmla="*/ 400253 h 423506"/>
                <a:gd name="csX4" fmla="*/ 206968 w 488419"/>
                <a:gd name="csY4" fmla="*/ 423274 h 423506"/>
                <a:gd name="csX5" fmla="*/ 277785 w 488419"/>
                <a:gd name="csY5" fmla="*/ 319071 h 423506"/>
                <a:gd name="csX6" fmla="*/ 236284 w 488419"/>
                <a:gd name="csY6" fmla="*/ 292414 h 423506"/>
                <a:gd name="csX7" fmla="*/ 94909 w 488419"/>
                <a:gd name="csY7" fmla="*/ 274643 h 423506"/>
                <a:gd name="csX8" fmla="*/ 58663 w 488419"/>
                <a:gd name="csY8" fmla="*/ 210830 h 423506"/>
                <a:gd name="csX9" fmla="*/ 3943 w 488419"/>
                <a:gd name="csY9" fmla="*/ 140842 h 423506"/>
                <a:gd name="csX10" fmla="*/ 4377 w 488419"/>
                <a:gd name="csY10" fmla="*/ 0 h 423506"/>
                <a:gd name="csX11" fmla="*/ 35426 w 488419"/>
                <a:gd name="csY11" fmla="*/ 712 h 423506"/>
                <a:gd name="csX12" fmla="*/ 314307 w 488419"/>
                <a:gd name="csY12" fmla="*/ 84305 h 423506"/>
                <a:gd name="csX13" fmla="*/ 451306 w 488419"/>
                <a:gd name="csY13" fmla="*/ 115915 h 423506"/>
                <a:gd name="csX14" fmla="*/ 478141 w 488419"/>
                <a:gd name="csY14" fmla="*/ 172292 h 423506"/>
                <a:gd name="csX0" fmla="*/ 478141 w 488419"/>
                <a:gd name="csY0" fmla="*/ 172292 h 423506"/>
                <a:gd name="csX1" fmla="*/ 488419 w 488419"/>
                <a:gd name="csY1" fmla="*/ 227972 h 423506"/>
                <a:gd name="csX2" fmla="*/ 474576 w 488419"/>
                <a:gd name="csY2" fmla="*/ 302153 h 423506"/>
                <a:gd name="csX3" fmla="*/ 378950 w 488419"/>
                <a:gd name="csY3" fmla="*/ 400253 h 423506"/>
                <a:gd name="csX4" fmla="*/ 206968 w 488419"/>
                <a:gd name="csY4" fmla="*/ 423274 h 423506"/>
                <a:gd name="csX5" fmla="*/ 277785 w 488419"/>
                <a:gd name="csY5" fmla="*/ 319071 h 423506"/>
                <a:gd name="csX6" fmla="*/ 179781 w 488419"/>
                <a:gd name="csY6" fmla="*/ 335226 h 423506"/>
                <a:gd name="csX7" fmla="*/ 94909 w 488419"/>
                <a:gd name="csY7" fmla="*/ 274643 h 423506"/>
                <a:gd name="csX8" fmla="*/ 58663 w 488419"/>
                <a:gd name="csY8" fmla="*/ 210830 h 423506"/>
                <a:gd name="csX9" fmla="*/ 3943 w 488419"/>
                <a:gd name="csY9" fmla="*/ 140842 h 423506"/>
                <a:gd name="csX10" fmla="*/ 4377 w 488419"/>
                <a:gd name="csY10" fmla="*/ 0 h 423506"/>
                <a:gd name="csX11" fmla="*/ 35426 w 488419"/>
                <a:gd name="csY11" fmla="*/ 712 h 423506"/>
                <a:gd name="csX12" fmla="*/ 314307 w 488419"/>
                <a:gd name="csY12" fmla="*/ 84305 h 423506"/>
                <a:gd name="csX13" fmla="*/ 451306 w 488419"/>
                <a:gd name="csY13" fmla="*/ 115915 h 423506"/>
                <a:gd name="csX14" fmla="*/ 478141 w 488419"/>
                <a:gd name="csY14" fmla="*/ 172292 h 423506"/>
                <a:gd name="csX0" fmla="*/ 478141 w 488419"/>
                <a:gd name="csY0" fmla="*/ 172292 h 423506"/>
                <a:gd name="csX1" fmla="*/ 488419 w 488419"/>
                <a:gd name="csY1" fmla="*/ 227972 h 423506"/>
                <a:gd name="csX2" fmla="*/ 474576 w 488419"/>
                <a:gd name="csY2" fmla="*/ 302153 h 423506"/>
                <a:gd name="csX3" fmla="*/ 378950 w 488419"/>
                <a:gd name="csY3" fmla="*/ 400253 h 423506"/>
                <a:gd name="csX4" fmla="*/ 206968 w 488419"/>
                <a:gd name="csY4" fmla="*/ 423274 h 423506"/>
                <a:gd name="csX5" fmla="*/ 277785 w 488419"/>
                <a:gd name="csY5" fmla="*/ 319071 h 423506"/>
                <a:gd name="csX6" fmla="*/ 179781 w 488419"/>
                <a:gd name="csY6" fmla="*/ 335226 h 423506"/>
                <a:gd name="csX7" fmla="*/ 94909 w 488419"/>
                <a:gd name="csY7" fmla="*/ 274643 h 423506"/>
                <a:gd name="csX8" fmla="*/ 58663 w 488419"/>
                <a:gd name="csY8" fmla="*/ 210830 h 423506"/>
                <a:gd name="csX9" fmla="*/ 3943 w 488419"/>
                <a:gd name="csY9" fmla="*/ 140842 h 423506"/>
                <a:gd name="csX10" fmla="*/ 4377 w 488419"/>
                <a:gd name="csY10" fmla="*/ 0 h 423506"/>
                <a:gd name="csX11" fmla="*/ 35426 w 488419"/>
                <a:gd name="csY11" fmla="*/ 712 h 423506"/>
                <a:gd name="csX12" fmla="*/ 314307 w 488419"/>
                <a:gd name="csY12" fmla="*/ 84305 h 423506"/>
                <a:gd name="csX13" fmla="*/ 451306 w 488419"/>
                <a:gd name="csY13" fmla="*/ 115915 h 423506"/>
                <a:gd name="csX14" fmla="*/ 478141 w 488419"/>
                <a:gd name="csY14" fmla="*/ 172292 h 423506"/>
                <a:gd name="csX0" fmla="*/ 478141 w 488419"/>
                <a:gd name="csY0" fmla="*/ 172292 h 423506"/>
                <a:gd name="csX1" fmla="*/ 488419 w 488419"/>
                <a:gd name="csY1" fmla="*/ 227972 h 423506"/>
                <a:gd name="csX2" fmla="*/ 474576 w 488419"/>
                <a:gd name="csY2" fmla="*/ 302153 h 423506"/>
                <a:gd name="csX3" fmla="*/ 378950 w 488419"/>
                <a:gd name="csY3" fmla="*/ 400253 h 423506"/>
                <a:gd name="csX4" fmla="*/ 206968 w 488419"/>
                <a:gd name="csY4" fmla="*/ 423274 h 423506"/>
                <a:gd name="csX5" fmla="*/ 277785 w 488419"/>
                <a:gd name="csY5" fmla="*/ 319071 h 423506"/>
                <a:gd name="csX6" fmla="*/ 179781 w 488419"/>
                <a:gd name="csY6" fmla="*/ 335226 h 423506"/>
                <a:gd name="csX7" fmla="*/ 94909 w 488419"/>
                <a:gd name="csY7" fmla="*/ 274643 h 423506"/>
                <a:gd name="csX8" fmla="*/ 58663 w 488419"/>
                <a:gd name="csY8" fmla="*/ 210830 h 423506"/>
                <a:gd name="csX9" fmla="*/ 3943 w 488419"/>
                <a:gd name="csY9" fmla="*/ 140842 h 423506"/>
                <a:gd name="csX10" fmla="*/ 4377 w 488419"/>
                <a:gd name="csY10" fmla="*/ 0 h 423506"/>
                <a:gd name="csX11" fmla="*/ 35426 w 488419"/>
                <a:gd name="csY11" fmla="*/ 712 h 423506"/>
                <a:gd name="csX12" fmla="*/ 314307 w 488419"/>
                <a:gd name="csY12" fmla="*/ 84305 h 423506"/>
                <a:gd name="csX13" fmla="*/ 451306 w 488419"/>
                <a:gd name="csY13" fmla="*/ 115915 h 423506"/>
                <a:gd name="csX14" fmla="*/ 478141 w 488419"/>
                <a:gd name="csY14" fmla="*/ 172292 h 423506"/>
                <a:gd name="csX0" fmla="*/ 478141 w 488419"/>
                <a:gd name="csY0" fmla="*/ 172292 h 423506"/>
                <a:gd name="csX1" fmla="*/ 488419 w 488419"/>
                <a:gd name="csY1" fmla="*/ 227972 h 423506"/>
                <a:gd name="csX2" fmla="*/ 474576 w 488419"/>
                <a:gd name="csY2" fmla="*/ 302153 h 423506"/>
                <a:gd name="csX3" fmla="*/ 378950 w 488419"/>
                <a:gd name="csY3" fmla="*/ 400253 h 423506"/>
                <a:gd name="csX4" fmla="*/ 206968 w 488419"/>
                <a:gd name="csY4" fmla="*/ 423274 h 423506"/>
                <a:gd name="csX5" fmla="*/ 277785 w 488419"/>
                <a:gd name="csY5" fmla="*/ 319071 h 423506"/>
                <a:gd name="csX6" fmla="*/ 179302 w 488419"/>
                <a:gd name="csY6" fmla="*/ 310185 h 423506"/>
                <a:gd name="csX7" fmla="*/ 94909 w 488419"/>
                <a:gd name="csY7" fmla="*/ 274643 h 423506"/>
                <a:gd name="csX8" fmla="*/ 58663 w 488419"/>
                <a:gd name="csY8" fmla="*/ 210830 h 423506"/>
                <a:gd name="csX9" fmla="*/ 3943 w 488419"/>
                <a:gd name="csY9" fmla="*/ 140842 h 423506"/>
                <a:gd name="csX10" fmla="*/ 4377 w 488419"/>
                <a:gd name="csY10" fmla="*/ 0 h 423506"/>
                <a:gd name="csX11" fmla="*/ 35426 w 488419"/>
                <a:gd name="csY11" fmla="*/ 712 h 423506"/>
                <a:gd name="csX12" fmla="*/ 314307 w 488419"/>
                <a:gd name="csY12" fmla="*/ 84305 h 423506"/>
                <a:gd name="csX13" fmla="*/ 451306 w 488419"/>
                <a:gd name="csY13" fmla="*/ 115915 h 423506"/>
                <a:gd name="csX14" fmla="*/ 478141 w 488419"/>
                <a:gd name="csY14" fmla="*/ 172292 h 423506"/>
                <a:gd name="csX0" fmla="*/ 478141 w 488419"/>
                <a:gd name="csY0" fmla="*/ 172292 h 423506"/>
                <a:gd name="csX1" fmla="*/ 488419 w 488419"/>
                <a:gd name="csY1" fmla="*/ 227972 h 423506"/>
                <a:gd name="csX2" fmla="*/ 474576 w 488419"/>
                <a:gd name="csY2" fmla="*/ 302153 h 423506"/>
                <a:gd name="csX3" fmla="*/ 378950 w 488419"/>
                <a:gd name="csY3" fmla="*/ 400253 h 423506"/>
                <a:gd name="csX4" fmla="*/ 206968 w 488419"/>
                <a:gd name="csY4" fmla="*/ 423274 h 423506"/>
                <a:gd name="csX5" fmla="*/ 277785 w 488419"/>
                <a:gd name="csY5" fmla="*/ 319071 h 423506"/>
                <a:gd name="csX6" fmla="*/ 179302 w 488419"/>
                <a:gd name="csY6" fmla="*/ 310185 h 423506"/>
                <a:gd name="csX7" fmla="*/ 94909 w 488419"/>
                <a:gd name="csY7" fmla="*/ 274643 h 423506"/>
                <a:gd name="csX8" fmla="*/ 58663 w 488419"/>
                <a:gd name="csY8" fmla="*/ 210830 h 423506"/>
                <a:gd name="csX9" fmla="*/ 3943 w 488419"/>
                <a:gd name="csY9" fmla="*/ 140842 h 423506"/>
                <a:gd name="csX10" fmla="*/ 4377 w 488419"/>
                <a:gd name="csY10" fmla="*/ 0 h 423506"/>
                <a:gd name="csX11" fmla="*/ 35426 w 488419"/>
                <a:gd name="csY11" fmla="*/ 712 h 423506"/>
                <a:gd name="csX12" fmla="*/ 314307 w 488419"/>
                <a:gd name="csY12" fmla="*/ 84305 h 423506"/>
                <a:gd name="csX13" fmla="*/ 451306 w 488419"/>
                <a:gd name="csY13" fmla="*/ 115915 h 423506"/>
                <a:gd name="csX14" fmla="*/ 478141 w 488419"/>
                <a:gd name="csY14" fmla="*/ 172292 h 423506"/>
                <a:gd name="csX0" fmla="*/ 478141 w 488419"/>
                <a:gd name="csY0" fmla="*/ 172292 h 423506"/>
                <a:gd name="csX1" fmla="*/ 488419 w 488419"/>
                <a:gd name="csY1" fmla="*/ 227972 h 423506"/>
                <a:gd name="csX2" fmla="*/ 474576 w 488419"/>
                <a:gd name="csY2" fmla="*/ 302153 h 423506"/>
                <a:gd name="csX3" fmla="*/ 378950 w 488419"/>
                <a:gd name="csY3" fmla="*/ 400253 h 423506"/>
                <a:gd name="csX4" fmla="*/ 206968 w 488419"/>
                <a:gd name="csY4" fmla="*/ 423274 h 423506"/>
                <a:gd name="csX5" fmla="*/ 277785 w 488419"/>
                <a:gd name="csY5" fmla="*/ 319071 h 423506"/>
                <a:gd name="csX6" fmla="*/ 179302 w 488419"/>
                <a:gd name="csY6" fmla="*/ 310185 h 423506"/>
                <a:gd name="csX7" fmla="*/ 94909 w 488419"/>
                <a:gd name="csY7" fmla="*/ 274643 h 423506"/>
                <a:gd name="csX8" fmla="*/ 58663 w 488419"/>
                <a:gd name="csY8" fmla="*/ 210830 h 423506"/>
                <a:gd name="csX9" fmla="*/ 3943 w 488419"/>
                <a:gd name="csY9" fmla="*/ 140842 h 423506"/>
                <a:gd name="csX10" fmla="*/ 4377 w 488419"/>
                <a:gd name="csY10" fmla="*/ 0 h 423506"/>
                <a:gd name="csX11" fmla="*/ 35426 w 488419"/>
                <a:gd name="csY11" fmla="*/ 712 h 423506"/>
                <a:gd name="csX12" fmla="*/ 314307 w 488419"/>
                <a:gd name="csY12" fmla="*/ 84305 h 423506"/>
                <a:gd name="csX13" fmla="*/ 451306 w 488419"/>
                <a:gd name="csY13" fmla="*/ 115915 h 423506"/>
                <a:gd name="csX14" fmla="*/ 478141 w 488419"/>
                <a:gd name="csY14" fmla="*/ 172292 h 423506"/>
                <a:gd name="csX0" fmla="*/ 478141 w 488419"/>
                <a:gd name="csY0" fmla="*/ 172292 h 427949"/>
                <a:gd name="csX1" fmla="*/ 488419 w 488419"/>
                <a:gd name="csY1" fmla="*/ 227972 h 427949"/>
                <a:gd name="csX2" fmla="*/ 474576 w 488419"/>
                <a:gd name="csY2" fmla="*/ 302153 h 427949"/>
                <a:gd name="csX3" fmla="*/ 378950 w 488419"/>
                <a:gd name="csY3" fmla="*/ 400253 h 427949"/>
                <a:gd name="csX4" fmla="*/ 206968 w 488419"/>
                <a:gd name="csY4" fmla="*/ 423274 h 427949"/>
                <a:gd name="csX5" fmla="*/ 313260 w 488419"/>
                <a:gd name="csY5" fmla="*/ 309237 h 427949"/>
                <a:gd name="csX6" fmla="*/ 277785 w 488419"/>
                <a:gd name="csY6" fmla="*/ 319071 h 427949"/>
                <a:gd name="csX7" fmla="*/ 179302 w 488419"/>
                <a:gd name="csY7" fmla="*/ 310185 h 427949"/>
                <a:gd name="csX8" fmla="*/ 94909 w 488419"/>
                <a:gd name="csY8" fmla="*/ 274643 h 427949"/>
                <a:gd name="csX9" fmla="*/ 58663 w 488419"/>
                <a:gd name="csY9" fmla="*/ 210830 h 427949"/>
                <a:gd name="csX10" fmla="*/ 3943 w 488419"/>
                <a:gd name="csY10" fmla="*/ 140842 h 427949"/>
                <a:gd name="csX11" fmla="*/ 4377 w 488419"/>
                <a:gd name="csY11" fmla="*/ 0 h 427949"/>
                <a:gd name="csX12" fmla="*/ 35426 w 488419"/>
                <a:gd name="csY12" fmla="*/ 712 h 427949"/>
                <a:gd name="csX13" fmla="*/ 314307 w 488419"/>
                <a:gd name="csY13" fmla="*/ 84305 h 427949"/>
                <a:gd name="csX14" fmla="*/ 451306 w 488419"/>
                <a:gd name="csY14" fmla="*/ 115915 h 427949"/>
                <a:gd name="csX15" fmla="*/ 478141 w 488419"/>
                <a:gd name="csY15" fmla="*/ 172292 h 427949"/>
                <a:gd name="csX0" fmla="*/ 478141 w 488419"/>
                <a:gd name="csY0" fmla="*/ 172292 h 402549"/>
                <a:gd name="csX1" fmla="*/ 488419 w 488419"/>
                <a:gd name="csY1" fmla="*/ 227972 h 402549"/>
                <a:gd name="csX2" fmla="*/ 474576 w 488419"/>
                <a:gd name="csY2" fmla="*/ 302153 h 402549"/>
                <a:gd name="csX3" fmla="*/ 378950 w 488419"/>
                <a:gd name="csY3" fmla="*/ 400253 h 402549"/>
                <a:gd name="csX4" fmla="*/ 328593 w 488419"/>
                <a:gd name="csY4" fmla="*/ 288376 h 402549"/>
                <a:gd name="csX5" fmla="*/ 313260 w 488419"/>
                <a:gd name="csY5" fmla="*/ 309237 h 402549"/>
                <a:gd name="csX6" fmla="*/ 277785 w 488419"/>
                <a:gd name="csY6" fmla="*/ 319071 h 402549"/>
                <a:gd name="csX7" fmla="*/ 179302 w 488419"/>
                <a:gd name="csY7" fmla="*/ 310185 h 402549"/>
                <a:gd name="csX8" fmla="*/ 94909 w 488419"/>
                <a:gd name="csY8" fmla="*/ 274643 h 402549"/>
                <a:gd name="csX9" fmla="*/ 58663 w 488419"/>
                <a:gd name="csY9" fmla="*/ 210830 h 402549"/>
                <a:gd name="csX10" fmla="*/ 3943 w 488419"/>
                <a:gd name="csY10" fmla="*/ 140842 h 402549"/>
                <a:gd name="csX11" fmla="*/ 4377 w 488419"/>
                <a:gd name="csY11" fmla="*/ 0 h 402549"/>
                <a:gd name="csX12" fmla="*/ 35426 w 488419"/>
                <a:gd name="csY12" fmla="*/ 712 h 402549"/>
                <a:gd name="csX13" fmla="*/ 314307 w 488419"/>
                <a:gd name="csY13" fmla="*/ 84305 h 402549"/>
                <a:gd name="csX14" fmla="*/ 451306 w 488419"/>
                <a:gd name="csY14" fmla="*/ 115915 h 402549"/>
                <a:gd name="csX15" fmla="*/ 478141 w 488419"/>
                <a:gd name="csY15" fmla="*/ 172292 h 402549"/>
                <a:gd name="csX0" fmla="*/ 478141 w 488419"/>
                <a:gd name="csY0" fmla="*/ 172292 h 402549"/>
                <a:gd name="csX1" fmla="*/ 488419 w 488419"/>
                <a:gd name="csY1" fmla="*/ 227972 h 402549"/>
                <a:gd name="csX2" fmla="*/ 474576 w 488419"/>
                <a:gd name="csY2" fmla="*/ 302153 h 402549"/>
                <a:gd name="csX3" fmla="*/ 378950 w 488419"/>
                <a:gd name="csY3" fmla="*/ 400253 h 402549"/>
                <a:gd name="csX4" fmla="*/ 328593 w 488419"/>
                <a:gd name="csY4" fmla="*/ 288376 h 402549"/>
                <a:gd name="csX5" fmla="*/ 313260 w 488419"/>
                <a:gd name="csY5" fmla="*/ 309237 h 402549"/>
                <a:gd name="csX6" fmla="*/ 277785 w 488419"/>
                <a:gd name="csY6" fmla="*/ 319071 h 402549"/>
                <a:gd name="csX7" fmla="*/ 179302 w 488419"/>
                <a:gd name="csY7" fmla="*/ 310185 h 402549"/>
                <a:gd name="csX8" fmla="*/ 94909 w 488419"/>
                <a:gd name="csY8" fmla="*/ 274643 h 402549"/>
                <a:gd name="csX9" fmla="*/ 58663 w 488419"/>
                <a:gd name="csY9" fmla="*/ 210830 h 402549"/>
                <a:gd name="csX10" fmla="*/ 3943 w 488419"/>
                <a:gd name="csY10" fmla="*/ 140842 h 402549"/>
                <a:gd name="csX11" fmla="*/ 4377 w 488419"/>
                <a:gd name="csY11" fmla="*/ 0 h 402549"/>
                <a:gd name="csX12" fmla="*/ 35426 w 488419"/>
                <a:gd name="csY12" fmla="*/ 712 h 402549"/>
                <a:gd name="csX13" fmla="*/ 314307 w 488419"/>
                <a:gd name="csY13" fmla="*/ 84305 h 402549"/>
                <a:gd name="csX14" fmla="*/ 451306 w 488419"/>
                <a:gd name="csY14" fmla="*/ 115915 h 402549"/>
                <a:gd name="csX15" fmla="*/ 478141 w 488419"/>
                <a:gd name="csY15" fmla="*/ 172292 h 402549"/>
                <a:gd name="csX0" fmla="*/ 478141 w 488419"/>
                <a:gd name="csY0" fmla="*/ 172292 h 402549"/>
                <a:gd name="csX1" fmla="*/ 488419 w 488419"/>
                <a:gd name="csY1" fmla="*/ 227972 h 402549"/>
                <a:gd name="csX2" fmla="*/ 474576 w 488419"/>
                <a:gd name="csY2" fmla="*/ 302153 h 402549"/>
                <a:gd name="csX3" fmla="*/ 378950 w 488419"/>
                <a:gd name="csY3" fmla="*/ 400253 h 402549"/>
                <a:gd name="csX4" fmla="*/ 328593 w 488419"/>
                <a:gd name="csY4" fmla="*/ 288376 h 402549"/>
                <a:gd name="csX5" fmla="*/ 313260 w 488419"/>
                <a:gd name="csY5" fmla="*/ 309237 h 402549"/>
                <a:gd name="csX6" fmla="*/ 277785 w 488419"/>
                <a:gd name="csY6" fmla="*/ 319071 h 402549"/>
                <a:gd name="csX7" fmla="*/ 179302 w 488419"/>
                <a:gd name="csY7" fmla="*/ 310185 h 402549"/>
                <a:gd name="csX8" fmla="*/ 94909 w 488419"/>
                <a:gd name="csY8" fmla="*/ 274643 h 402549"/>
                <a:gd name="csX9" fmla="*/ 58663 w 488419"/>
                <a:gd name="csY9" fmla="*/ 210830 h 402549"/>
                <a:gd name="csX10" fmla="*/ 3943 w 488419"/>
                <a:gd name="csY10" fmla="*/ 140842 h 402549"/>
                <a:gd name="csX11" fmla="*/ 4377 w 488419"/>
                <a:gd name="csY11" fmla="*/ 0 h 402549"/>
                <a:gd name="csX12" fmla="*/ 35426 w 488419"/>
                <a:gd name="csY12" fmla="*/ 712 h 402549"/>
                <a:gd name="csX13" fmla="*/ 314307 w 488419"/>
                <a:gd name="csY13" fmla="*/ 84305 h 402549"/>
                <a:gd name="csX14" fmla="*/ 451306 w 488419"/>
                <a:gd name="csY14" fmla="*/ 115915 h 402549"/>
                <a:gd name="csX15" fmla="*/ 478141 w 488419"/>
                <a:gd name="csY15" fmla="*/ 172292 h 402549"/>
                <a:gd name="csX0" fmla="*/ 478141 w 488419"/>
                <a:gd name="csY0" fmla="*/ 172292 h 402549"/>
                <a:gd name="csX1" fmla="*/ 488419 w 488419"/>
                <a:gd name="csY1" fmla="*/ 227972 h 402549"/>
                <a:gd name="csX2" fmla="*/ 474576 w 488419"/>
                <a:gd name="csY2" fmla="*/ 302153 h 402549"/>
                <a:gd name="csX3" fmla="*/ 378950 w 488419"/>
                <a:gd name="csY3" fmla="*/ 400253 h 402549"/>
                <a:gd name="csX4" fmla="*/ 328593 w 488419"/>
                <a:gd name="csY4" fmla="*/ 288376 h 402549"/>
                <a:gd name="csX5" fmla="*/ 309908 w 488419"/>
                <a:gd name="csY5" fmla="*/ 307621 h 402549"/>
                <a:gd name="csX6" fmla="*/ 277785 w 488419"/>
                <a:gd name="csY6" fmla="*/ 319071 h 402549"/>
                <a:gd name="csX7" fmla="*/ 179302 w 488419"/>
                <a:gd name="csY7" fmla="*/ 310185 h 402549"/>
                <a:gd name="csX8" fmla="*/ 94909 w 488419"/>
                <a:gd name="csY8" fmla="*/ 274643 h 402549"/>
                <a:gd name="csX9" fmla="*/ 58663 w 488419"/>
                <a:gd name="csY9" fmla="*/ 210830 h 402549"/>
                <a:gd name="csX10" fmla="*/ 3943 w 488419"/>
                <a:gd name="csY10" fmla="*/ 140842 h 402549"/>
                <a:gd name="csX11" fmla="*/ 4377 w 488419"/>
                <a:gd name="csY11" fmla="*/ 0 h 402549"/>
                <a:gd name="csX12" fmla="*/ 35426 w 488419"/>
                <a:gd name="csY12" fmla="*/ 712 h 402549"/>
                <a:gd name="csX13" fmla="*/ 314307 w 488419"/>
                <a:gd name="csY13" fmla="*/ 84305 h 402549"/>
                <a:gd name="csX14" fmla="*/ 451306 w 488419"/>
                <a:gd name="csY14" fmla="*/ 115915 h 402549"/>
                <a:gd name="csX15" fmla="*/ 478141 w 488419"/>
                <a:gd name="csY15" fmla="*/ 172292 h 402549"/>
                <a:gd name="csX0" fmla="*/ 478141 w 488419"/>
                <a:gd name="csY0" fmla="*/ 172292 h 402549"/>
                <a:gd name="csX1" fmla="*/ 488419 w 488419"/>
                <a:gd name="csY1" fmla="*/ 227972 h 402549"/>
                <a:gd name="csX2" fmla="*/ 474576 w 488419"/>
                <a:gd name="csY2" fmla="*/ 302153 h 402549"/>
                <a:gd name="csX3" fmla="*/ 378950 w 488419"/>
                <a:gd name="csY3" fmla="*/ 400253 h 402549"/>
                <a:gd name="csX4" fmla="*/ 328593 w 488419"/>
                <a:gd name="csY4" fmla="*/ 288376 h 402549"/>
                <a:gd name="csX5" fmla="*/ 309908 w 488419"/>
                <a:gd name="csY5" fmla="*/ 307621 h 402549"/>
                <a:gd name="csX6" fmla="*/ 277785 w 488419"/>
                <a:gd name="csY6" fmla="*/ 319071 h 402549"/>
                <a:gd name="csX7" fmla="*/ 179302 w 488419"/>
                <a:gd name="csY7" fmla="*/ 310185 h 402549"/>
                <a:gd name="csX8" fmla="*/ 94909 w 488419"/>
                <a:gd name="csY8" fmla="*/ 274643 h 402549"/>
                <a:gd name="csX9" fmla="*/ 58663 w 488419"/>
                <a:gd name="csY9" fmla="*/ 210830 h 402549"/>
                <a:gd name="csX10" fmla="*/ 3943 w 488419"/>
                <a:gd name="csY10" fmla="*/ 140842 h 402549"/>
                <a:gd name="csX11" fmla="*/ 4377 w 488419"/>
                <a:gd name="csY11" fmla="*/ 0 h 402549"/>
                <a:gd name="csX12" fmla="*/ 35426 w 488419"/>
                <a:gd name="csY12" fmla="*/ 712 h 402549"/>
                <a:gd name="csX13" fmla="*/ 314307 w 488419"/>
                <a:gd name="csY13" fmla="*/ 84305 h 402549"/>
                <a:gd name="csX14" fmla="*/ 451306 w 488419"/>
                <a:gd name="csY14" fmla="*/ 115915 h 402549"/>
                <a:gd name="csX15" fmla="*/ 478141 w 488419"/>
                <a:gd name="csY15" fmla="*/ 172292 h 402549"/>
                <a:gd name="csX0" fmla="*/ 478141 w 488419"/>
                <a:gd name="csY0" fmla="*/ 172292 h 402560"/>
                <a:gd name="csX1" fmla="*/ 488419 w 488419"/>
                <a:gd name="csY1" fmla="*/ 227972 h 402560"/>
                <a:gd name="csX2" fmla="*/ 474576 w 488419"/>
                <a:gd name="csY2" fmla="*/ 302153 h 402560"/>
                <a:gd name="csX3" fmla="*/ 378950 w 488419"/>
                <a:gd name="csY3" fmla="*/ 400253 h 402560"/>
                <a:gd name="csX4" fmla="*/ 328593 w 488419"/>
                <a:gd name="csY4" fmla="*/ 288376 h 402560"/>
                <a:gd name="csX5" fmla="*/ 277785 w 488419"/>
                <a:gd name="csY5" fmla="*/ 319071 h 402560"/>
                <a:gd name="csX6" fmla="*/ 179302 w 488419"/>
                <a:gd name="csY6" fmla="*/ 310185 h 402560"/>
                <a:gd name="csX7" fmla="*/ 94909 w 488419"/>
                <a:gd name="csY7" fmla="*/ 274643 h 402560"/>
                <a:gd name="csX8" fmla="*/ 58663 w 488419"/>
                <a:gd name="csY8" fmla="*/ 210830 h 402560"/>
                <a:gd name="csX9" fmla="*/ 3943 w 488419"/>
                <a:gd name="csY9" fmla="*/ 140842 h 402560"/>
                <a:gd name="csX10" fmla="*/ 4377 w 488419"/>
                <a:gd name="csY10" fmla="*/ 0 h 402560"/>
                <a:gd name="csX11" fmla="*/ 35426 w 488419"/>
                <a:gd name="csY11" fmla="*/ 712 h 402560"/>
                <a:gd name="csX12" fmla="*/ 314307 w 488419"/>
                <a:gd name="csY12" fmla="*/ 84305 h 402560"/>
                <a:gd name="csX13" fmla="*/ 451306 w 488419"/>
                <a:gd name="csY13" fmla="*/ 115915 h 402560"/>
                <a:gd name="csX14" fmla="*/ 478141 w 488419"/>
                <a:gd name="csY14" fmla="*/ 172292 h 402560"/>
                <a:gd name="csX0" fmla="*/ 478141 w 488419"/>
                <a:gd name="csY0" fmla="*/ 172292 h 402560"/>
                <a:gd name="csX1" fmla="*/ 488419 w 488419"/>
                <a:gd name="csY1" fmla="*/ 227972 h 402560"/>
                <a:gd name="csX2" fmla="*/ 474576 w 488419"/>
                <a:gd name="csY2" fmla="*/ 302153 h 402560"/>
                <a:gd name="csX3" fmla="*/ 378950 w 488419"/>
                <a:gd name="csY3" fmla="*/ 400253 h 402560"/>
                <a:gd name="csX4" fmla="*/ 326199 w 488419"/>
                <a:gd name="csY4" fmla="*/ 288376 h 402560"/>
                <a:gd name="csX5" fmla="*/ 277785 w 488419"/>
                <a:gd name="csY5" fmla="*/ 319071 h 402560"/>
                <a:gd name="csX6" fmla="*/ 179302 w 488419"/>
                <a:gd name="csY6" fmla="*/ 310185 h 402560"/>
                <a:gd name="csX7" fmla="*/ 94909 w 488419"/>
                <a:gd name="csY7" fmla="*/ 274643 h 402560"/>
                <a:gd name="csX8" fmla="*/ 58663 w 488419"/>
                <a:gd name="csY8" fmla="*/ 210830 h 402560"/>
                <a:gd name="csX9" fmla="*/ 3943 w 488419"/>
                <a:gd name="csY9" fmla="*/ 140842 h 402560"/>
                <a:gd name="csX10" fmla="*/ 4377 w 488419"/>
                <a:gd name="csY10" fmla="*/ 0 h 402560"/>
                <a:gd name="csX11" fmla="*/ 35426 w 488419"/>
                <a:gd name="csY11" fmla="*/ 712 h 402560"/>
                <a:gd name="csX12" fmla="*/ 314307 w 488419"/>
                <a:gd name="csY12" fmla="*/ 84305 h 402560"/>
                <a:gd name="csX13" fmla="*/ 451306 w 488419"/>
                <a:gd name="csY13" fmla="*/ 115915 h 402560"/>
                <a:gd name="csX14" fmla="*/ 478141 w 488419"/>
                <a:gd name="csY14" fmla="*/ 172292 h 402560"/>
                <a:gd name="csX0" fmla="*/ 478141 w 488419"/>
                <a:gd name="csY0" fmla="*/ 172292 h 321501"/>
                <a:gd name="csX1" fmla="*/ 488419 w 488419"/>
                <a:gd name="csY1" fmla="*/ 227972 h 321501"/>
                <a:gd name="csX2" fmla="*/ 474576 w 488419"/>
                <a:gd name="csY2" fmla="*/ 302153 h 321501"/>
                <a:gd name="csX3" fmla="*/ 356923 w 488419"/>
                <a:gd name="csY3" fmla="*/ 275048 h 321501"/>
                <a:gd name="csX4" fmla="*/ 326199 w 488419"/>
                <a:gd name="csY4" fmla="*/ 288376 h 321501"/>
                <a:gd name="csX5" fmla="*/ 277785 w 488419"/>
                <a:gd name="csY5" fmla="*/ 319071 h 321501"/>
                <a:gd name="csX6" fmla="*/ 179302 w 488419"/>
                <a:gd name="csY6" fmla="*/ 310185 h 321501"/>
                <a:gd name="csX7" fmla="*/ 94909 w 488419"/>
                <a:gd name="csY7" fmla="*/ 274643 h 321501"/>
                <a:gd name="csX8" fmla="*/ 58663 w 488419"/>
                <a:gd name="csY8" fmla="*/ 210830 h 321501"/>
                <a:gd name="csX9" fmla="*/ 3943 w 488419"/>
                <a:gd name="csY9" fmla="*/ 140842 h 321501"/>
                <a:gd name="csX10" fmla="*/ 4377 w 488419"/>
                <a:gd name="csY10" fmla="*/ 0 h 321501"/>
                <a:gd name="csX11" fmla="*/ 35426 w 488419"/>
                <a:gd name="csY11" fmla="*/ 712 h 321501"/>
                <a:gd name="csX12" fmla="*/ 314307 w 488419"/>
                <a:gd name="csY12" fmla="*/ 84305 h 321501"/>
                <a:gd name="csX13" fmla="*/ 451306 w 488419"/>
                <a:gd name="csY13" fmla="*/ 115915 h 321501"/>
                <a:gd name="csX14" fmla="*/ 478141 w 488419"/>
                <a:gd name="csY14" fmla="*/ 172292 h 321501"/>
                <a:gd name="csX0" fmla="*/ 478141 w 488419"/>
                <a:gd name="csY0" fmla="*/ 172292 h 321501"/>
                <a:gd name="csX1" fmla="*/ 488419 w 488419"/>
                <a:gd name="csY1" fmla="*/ 227972 h 321501"/>
                <a:gd name="csX2" fmla="*/ 474576 w 488419"/>
                <a:gd name="csY2" fmla="*/ 302153 h 321501"/>
                <a:gd name="csX3" fmla="*/ 356923 w 488419"/>
                <a:gd name="csY3" fmla="*/ 275048 h 321501"/>
                <a:gd name="csX4" fmla="*/ 277785 w 488419"/>
                <a:gd name="csY4" fmla="*/ 319071 h 321501"/>
                <a:gd name="csX5" fmla="*/ 179302 w 488419"/>
                <a:gd name="csY5" fmla="*/ 310185 h 321501"/>
                <a:gd name="csX6" fmla="*/ 94909 w 488419"/>
                <a:gd name="csY6" fmla="*/ 274643 h 321501"/>
                <a:gd name="csX7" fmla="*/ 58663 w 488419"/>
                <a:gd name="csY7" fmla="*/ 210830 h 321501"/>
                <a:gd name="csX8" fmla="*/ 3943 w 488419"/>
                <a:gd name="csY8" fmla="*/ 140842 h 321501"/>
                <a:gd name="csX9" fmla="*/ 4377 w 488419"/>
                <a:gd name="csY9" fmla="*/ 0 h 321501"/>
                <a:gd name="csX10" fmla="*/ 35426 w 488419"/>
                <a:gd name="csY10" fmla="*/ 712 h 321501"/>
                <a:gd name="csX11" fmla="*/ 314307 w 488419"/>
                <a:gd name="csY11" fmla="*/ 84305 h 321501"/>
                <a:gd name="csX12" fmla="*/ 451306 w 488419"/>
                <a:gd name="csY12" fmla="*/ 115915 h 321501"/>
                <a:gd name="csX13" fmla="*/ 478141 w 488419"/>
                <a:gd name="csY13" fmla="*/ 172292 h 321501"/>
                <a:gd name="csX0" fmla="*/ 478141 w 488419"/>
                <a:gd name="csY0" fmla="*/ 172292 h 321501"/>
                <a:gd name="csX1" fmla="*/ 488419 w 488419"/>
                <a:gd name="csY1" fmla="*/ 227972 h 321501"/>
                <a:gd name="csX2" fmla="*/ 348641 w 488419"/>
                <a:gd name="csY2" fmla="*/ 197950 h 321501"/>
                <a:gd name="csX3" fmla="*/ 356923 w 488419"/>
                <a:gd name="csY3" fmla="*/ 275048 h 321501"/>
                <a:gd name="csX4" fmla="*/ 277785 w 488419"/>
                <a:gd name="csY4" fmla="*/ 319071 h 321501"/>
                <a:gd name="csX5" fmla="*/ 179302 w 488419"/>
                <a:gd name="csY5" fmla="*/ 310185 h 321501"/>
                <a:gd name="csX6" fmla="*/ 94909 w 488419"/>
                <a:gd name="csY6" fmla="*/ 274643 h 321501"/>
                <a:gd name="csX7" fmla="*/ 58663 w 488419"/>
                <a:gd name="csY7" fmla="*/ 210830 h 321501"/>
                <a:gd name="csX8" fmla="*/ 3943 w 488419"/>
                <a:gd name="csY8" fmla="*/ 140842 h 321501"/>
                <a:gd name="csX9" fmla="*/ 4377 w 488419"/>
                <a:gd name="csY9" fmla="*/ 0 h 321501"/>
                <a:gd name="csX10" fmla="*/ 35426 w 488419"/>
                <a:gd name="csY10" fmla="*/ 712 h 321501"/>
                <a:gd name="csX11" fmla="*/ 314307 w 488419"/>
                <a:gd name="csY11" fmla="*/ 84305 h 321501"/>
                <a:gd name="csX12" fmla="*/ 451306 w 488419"/>
                <a:gd name="csY12" fmla="*/ 115915 h 321501"/>
                <a:gd name="csX13" fmla="*/ 478141 w 488419"/>
                <a:gd name="csY13" fmla="*/ 172292 h 321501"/>
                <a:gd name="csX0" fmla="*/ 478141 w 488419"/>
                <a:gd name="csY0" fmla="*/ 172292 h 321501"/>
                <a:gd name="csX1" fmla="*/ 488419 w 488419"/>
                <a:gd name="csY1" fmla="*/ 227972 h 321501"/>
                <a:gd name="csX2" fmla="*/ 348641 w 488419"/>
                <a:gd name="csY2" fmla="*/ 197950 h 321501"/>
                <a:gd name="csX3" fmla="*/ 356923 w 488419"/>
                <a:gd name="csY3" fmla="*/ 275048 h 321501"/>
                <a:gd name="csX4" fmla="*/ 277785 w 488419"/>
                <a:gd name="csY4" fmla="*/ 319071 h 321501"/>
                <a:gd name="csX5" fmla="*/ 179302 w 488419"/>
                <a:gd name="csY5" fmla="*/ 310185 h 321501"/>
                <a:gd name="csX6" fmla="*/ 94909 w 488419"/>
                <a:gd name="csY6" fmla="*/ 274643 h 321501"/>
                <a:gd name="csX7" fmla="*/ 58663 w 488419"/>
                <a:gd name="csY7" fmla="*/ 210830 h 321501"/>
                <a:gd name="csX8" fmla="*/ 3943 w 488419"/>
                <a:gd name="csY8" fmla="*/ 140842 h 321501"/>
                <a:gd name="csX9" fmla="*/ 4377 w 488419"/>
                <a:gd name="csY9" fmla="*/ 0 h 321501"/>
                <a:gd name="csX10" fmla="*/ 35426 w 488419"/>
                <a:gd name="csY10" fmla="*/ 712 h 321501"/>
                <a:gd name="csX11" fmla="*/ 314307 w 488419"/>
                <a:gd name="csY11" fmla="*/ 84305 h 321501"/>
                <a:gd name="csX12" fmla="*/ 451306 w 488419"/>
                <a:gd name="csY12" fmla="*/ 115915 h 321501"/>
                <a:gd name="csX13" fmla="*/ 478141 w 488419"/>
                <a:gd name="csY13" fmla="*/ 172292 h 321501"/>
                <a:gd name="csX0" fmla="*/ 478141 w 488419"/>
                <a:gd name="csY0" fmla="*/ 172292 h 321501"/>
                <a:gd name="csX1" fmla="*/ 488419 w 488419"/>
                <a:gd name="csY1" fmla="*/ 227972 h 321501"/>
                <a:gd name="csX2" fmla="*/ 348641 w 488419"/>
                <a:gd name="csY2" fmla="*/ 197950 h 321501"/>
                <a:gd name="csX3" fmla="*/ 356923 w 488419"/>
                <a:gd name="csY3" fmla="*/ 275048 h 321501"/>
                <a:gd name="csX4" fmla="*/ 277785 w 488419"/>
                <a:gd name="csY4" fmla="*/ 319071 h 321501"/>
                <a:gd name="csX5" fmla="*/ 179302 w 488419"/>
                <a:gd name="csY5" fmla="*/ 310185 h 321501"/>
                <a:gd name="csX6" fmla="*/ 94909 w 488419"/>
                <a:gd name="csY6" fmla="*/ 274643 h 321501"/>
                <a:gd name="csX7" fmla="*/ 58663 w 488419"/>
                <a:gd name="csY7" fmla="*/ 210830 h 321501"/>
                <a:gd name="csX8" fmla="*/ 3943 w 488419"/>
                <a:gd name="csY8" fmla="*/ 140842 h 321501"/>
                <a:gd name="csX9" fmla="*/ 4377 w 488419"/>
                <a:gd name="csY9" fmla="*/ 0 h 321501"/>
                <a:gd name="csX10" fmla="*/ 35426 w 488419"/>
                <a:gd name="csY10" fmla="*/ 712 h 321501"/>
                <a:gd name="csX11" fmla="*/ 314307 w 488419"/>
                <a:gd name="csY11" fmla="*/ 84305 h 321501"/>
                <a:gd name="csX12" fmla="*/ 451306 w 488419"/>
                <a:gd name="csY12" fmla="*/ 115915 h 321501"/>
                <a:gd name="csX13" fmla="*/ 478141 w 488419"/>
                <a:gd name="csY13" fmla="*/ 172292 h 321501"/>
                <a:gd name="csX0" fmla="*/ 478141 w 488419"/>
                <a:gd name="csY0" fmla="*/ 172292 h 321501"/>
                <a:gd name="csX1" fmla="*/ 488419 w 488419"/>
                <a:gd name="csY1" fmla="*/ 227972 h 321501"/>
                <a:gd name="csX2" fmla="*/ 348641 w 488419"/>
                <a:gd name="csY2" fmla="*/ 197950 h 321501"/>
                <a:gd name="csX3" fmla="*/ 356923 w 488419"/>
                <a:gd name="csY3" fmla="*/ 275048 h 321501"/>
                <a:gd name="csX4" fmla="*/ 277785 w 488419"/>
                <a:gd name="csY4" fmla="*/ 319071 h 321501"/>
                <a:gd name="csX5" fmla="*/ 179302 w 488419"/>
                <a:gd name="csY5" fmla="*/ 310185 h 321501"/>
                <a:gd name="csX6" fmla="*/ 94909 w 488419"/>
                <a:gd name="csY6" fmla="*/ 274643 h 321501"/>
                <a:gd name="csX7" fmla="*/ 58663 w 488419"/>
                <a:gd name="csY7" fmla="*/ 210830 h 321501"/>
                <a:gd name="csX8" fmla="*/ 3943 w 488419"/>
                <a:gd name="csY8" fmla="*/ 140842 h 321501"/>
                <a:gd name="csX9" fmla="*/ 4377 w 488419"/>
                <a:gd name="csY9" fmla="*/ 0 h 321501"/>
                <a:gd name="csX10" fmla="*/ 35426 w 488419"/>
                <a:gd name="csY10" fmla="*/ 712 h 321501"/>
                <a:gd name="csX11" fmla="*/ 314307 w 488419"/>
                <a:gd name="csY11" fmla="*/ 84305 h 321501"/>
                <a:gd name="csX12" fmla="*/ 451306 w 488419"/>
                <a:gd name="csY12" fmla="*/ 115915 h 321501"/>
                <a:gd name="csX13" fmla="*/ 478141 w 488419"/>
                <a:gd name="csY13" fmla="*/ 172292 h 321501"/>
                <a:gd name="csX0" fmla="*/ 478141 w 488419"/>
                <a:gd name="csY0" fmla="*/ 172292 h 321501"/>
                <a:gd name="csX1" fmla="*/ 488419 w 488419"/>
                <a:gd name="csY1" fmla="*/ 227972 h 321501"/>
                <a:gd name="csX2" fmla="*/ 348641 w 488419"/>
                <a:gd name="csY2" fmla="*/ 197950 h 321501"/>
                <a:gd name="csX3" fmla="*/ 356923 w 488419"/>
                <a:gd name="csY3" fmla="*/ 275048 h 321501"/>
                <a:gd name="csX4" fmla="*/ 277785 w 488419"/>
                <a:gd name="csY4" fmla="*/ 319071 h 321501"/>
                <a:gd name="csX5" fmla="*/ 179302 w 488419"/>
                <a:gd name="csY5" fmla="*/ 310185 h 321501"/>
                <a:gd name="csX6" fmla="*/ 94909 w 488419"/>
                <a:gd name="csY6" fmla="*/ 274643 h 321501"/>
                <a:gd name="csX7" fmla="*/ 58663 w 488419"/>
                <a:gd name="csY7" fmla="*/ 210830 h 321501"/>
                <a:gd name="csX8" fmla="*/ 3943 w 488419"/>
                <a:gd name="csY8" fmla="*/ 140842 h 321501"/>
                <a:gd name="csX9" fmla="*/ 4377 w 488419"/>
                <a:gd name="csY9" fmla="*/ 0 h 321501"/>
                <a:gd name="csX10" fmla="*/ 35426 w 488419"/>
                <a:gd name="csY10" fmla="*/ 712 h 321501"/>
                <a:gd name="csX11" fmla="*/ 314307 w 488419"/>
                <a:gd name="csY11" fmla="*/ 84305 h 321501"/>
                <a:gd name="csX12" fmla="*/ 451306 w 488419"/>
                <a:gd name="csY12" fmla="*/ 115915 h 321501"/>
                <a:gd name="csX13" fmla="*/ 478141 w 488419"/>
                <a:gd name="csY13" fmla="*/ 172292 h 321501"/>
                <a:gd name="csX0" fmla="*/ 478141 w 481231"/>
                <a:gd name="csY0" fmla="*/ 172292 h 321501"/>
                <a:gd name="csX1" fmla="*/ 478842 w 481231"/>
                <a:gd name="csY1" fmla="*/ 189199 h 321501"/>
                <a:gd name="csX2" fmla="*/ 348641 w 481231"/>
                <a:gd name="csY2" fmla="*/ 197950 h 321501"/>
                <a:gd name="csX3" fmla="*/ 356923 w 481231"/>
                <a:gd name="csY3" fmla="*/ 275048 h 321501"/>
                <a:gd name="csX4" fmla="*/ 277785 w 481231"/>
                <a:gd name="csY4" fmla="*/ 319071 h 321501"/>
                <a:gd name="csX5" fmla="*/ 179302 w 481231"/>
                <a:gd name="csY5" fmla="*/ 310185 h 321501"/>
                <a:gd name="csX6" fmla="*/ 94909 w 481231"/>
                <a:gd name="csY6" fmla="*/ 274643 h 321501"/>
                <a:gd name="csX7" fmla="*/ 58663 w 481231"/>
                <a:gd name="csY7" fmla="*/ 210830 h 321501"/>
                <a:gd name="csX8" fmla="*/ 3943 w 481231"/>
                <a:gd name="csY8" fmla="*/ 140842 h 321501"/>
                <a:gd name="csX9" fmla="*/ 4377 w 481231"/>
                <a:gd name="csY9" fmla="*/ 0 h 321501"/>
                <a:gd name="csX10" fmla="*/ 35426 w 481231"/>
                <a:gd name="csY10" fmla="*/ 712 h 321501"/>
                <a:gd name="csX11" fmla="*/ 314307 w 481231"/>
                <a:gd name="csY11" fmla="*/ 84305 h 321501"/>
                <a:gd name="csX12" fmla="*/ 451306 w 481231"/>
                <a:gd name="csY12" fmla="*/ 115915 h 321501"/>
                <a:gd name="csX13" fmla="*/ 478141 w 481231"/>
                <a:gd name="csY13" fmla="*/ 172292 h 321501"/>
                <a:gd name="csX0" fmla="*/ 478141 w 481231"/>
                <a:gd name="csY0" fmla="*/ 172292 h 321501"/>
                <a:gd name="csX1" fmla="*/ 478842 w 481231"/>
                <a:gd name="csY1" fmla="*/ 189199 h 321501"/>
                <a:gd name="csX2" fmla="*/ 348641 w 481231"/>
                <a:gd name="csY2" fmla="*/ 197950 h 321501"/>
                <a:gd name="csX3" fmla="*/ 356923 w 481231"/>
                <a:gd name="csY3" fmla="*/ 275048 h 321501"/>
                <a:gd name="csX4" fmla="*/ 277785 w 481231"/>
                <a:gd name="csY4" fmla="*/ 319071 h 321501"/>
                <a:gd name="csX5" fmla="*/ 179302 w 481231"/>
                <a:gd name="csY5" fmla="*/ 310185 h 321501"/>
                <a:gd name="csX6" fmla="*/ 94909 w 481231"/>
                <a:gd name="csY6" fmla="*/ 274643 h 321501"/>
                <a:gd name="csX7" fmla="*/ 58663 w 481231"/>
                <a:gd name="csY7" fmla="*/ 210830 h 321501"/>
                <a:gd name="csX8" fmla="*/ 3943 w 481231"/>
                <a:gd name="csY8" fmla="*/ 140842 h 321501"/>
                <a:gd name="csX9" fmla="*/ 4377 w 481231"/>
                <a:gd name="csY9" fmla="*/ 0 h 321501"/>
                <a:gd name="csX10" fmla="*/ 35426 w 481231"/>
                <a:gd name="csY10" fmla="*/ 712 h 321501"/>
                <a:gd name="csX11" fmla="*/ 314307 w 481231"/>
                <a:gd name="csY11" fmla="*/ 84305 h 321501"/>
                <a:gd name="csX12" fmla="*/ 451306 w 481231"/>
                <a:gd name="csY12" fmla="*/ 115915 h 321501"/>
                <a:gd name="csX13" fmla="*/ 478141 w 481231"/>
                <a:gd name="csY13" fmla="*/ 172292 h 321501"/>
                <a:gd name="csX0" fmla="*/ 478141 w 481151"/>
                <a:gd name="csY0" fmla="*/ 172292 h 321501"/>
                <a:gd name="csX1" fmla="*/ 478363 w 481151"/>
                <a:gd name="csY1" fmla="*/ 193238 h 321501"/>
                <a:gd name="csX2" fmla="*/ 348641 w 481151"/>
                <a:gd name="csY2" fmla="*/ 197950 h 321501"/>
                <a:gd name="csX3" fmla="*/ 356923 w 481151"/>
                <a:gd name="csY3" fmla="*/ 275048 h 321501"/>
                <a:gd name="csX4" fmla="*/ 277785 w 481151"/>
                <a:gd name="csY4" fmla="*/ 319071 h 321501"/>
                <a:gd name="csX5" fmla="*/ 179302 w 481151"/>
                <a:gd name="csY5" fmla="*/ 310185 h 321501"/>
                <a:gd name="csX6" fmla="*/ 94909 w 481151"/>
                <a:gd name="csY6" fmla="*/ 274643 h 321501"/>
                <a:gd name="csX7" fmla="*/ 58663 w 481151"/>
                <a:gd name="csY7" fmla="*/ 210830 h 321501"/>
                <a:gd name="csX8" fmla="*/ 3943 w 481151"/>
                <a:gd name="csY8" fmla="*/ 140842 h 321501"/>
                <a:gd name="csX9" fmla="*/ 4377 w 481151"/>
                <a:gd name="csY9" fmla="*/ 0 h 321501"/>
                <a:gd name="csX10" fmla="*/ 35426 w 481151"/>
                <a:gd name="csY10" fmla="*/ 712 h 321501"/>
                <a:gd name="csX11" fmla="*/ 314307 w 481151"/>
                <a:gd name="csY11" fmla="*/ 84305 h 321501"/>
                <a:gd name="csX12" fmla="*/ 451306 w 481151"/>
                <a:gd name="csY12" fmla="*/ 115915 h 321501"/>
                <a:gd name="csX13" fmla="*/ 478141 w 481151"/>
                <a:gd name="csY13" fmla="*/ 172292 h 321501"/>
                <a:gd name="csX0" fmla="*/ 478141 w 481151"/>
                <a:gd name="csY0" fmla="*/ 172292 h 321501"/>
                <a:gd name="csX1" fmla="*/ 478363 w 481151"/>
                <a:gd name="csY1" fmla="*/ 193238 h 321501"/>
                <a:gd name="csX2" fmla="*/ 348641 w 481151"/>
                <a:gd name="csY2" fmla="*/ 197950 h 321501"/>
                <a:gd name="csX3" fmla="*/ 356923 w 481151"/>
                <a:gd name="csY3" fmla="*/ 275048 h 321501"/>
                <a:gd name="csX4" fmla="*/ 277785 w 481151"/>
                <a:gd name="csY4" fmla="*/ 319071 h 321501"/>
                <a:gd name="csX5" fmla="*/ 179302 w 481151"/>
                <a:gd name="csY5" fmla="*/ 310185 h 321501"/>
                <a:gd name="csX6" fmla="*/ 94909 w 481151"/>
                <a:gd name="csY6" fmla="*/ 274643 h 321501"/>
                <a:gd name="csX7" fmla="*/ 58663 w 481151"/>
                <a:gd name="csY7" fmla="*/ 210830 h 321501"/>
                <a:gd name="csX8" fmla="*/ 3943 w 481151"/>
                <a:gd name="csY8" fmla="*/ 140842 h 321501"/>
                <a:gd name="csX9" fmla="*/ 4377 w 481151"/>
                <a:gd name="csY9" fmla="*/ 0 h 321501"/>
                <a:gd name="csX10" fmla="*/ 35426 w 481151"/>
                <a:gd name="csY10" fmla="*/ 712 h 321501"/>
                <a:gd name="csX11" fmla="*/ 314307 w 481151"/>
                <a:gd name="csY11" fmla="*/ 84305 h 321501"/>
                <a:gd name="csX12" fmla="*/ 451306 w 481151"/>
                <a:gd name="csY12" fmla="*/ 115915 h 321501"/>
                <a:gd name="csX13" fmla="*/ 478141 w 481151"/>
                <a:gd name="csY13" fmla="*/ 172292 h 321501"/>
                <a:gd name="csX0" fmla="*/ 478141 w 481151"/>
                <a:gd name="csY0" fmla="*/ 172292 h 321501"/>
                <a:gd name="csX1" fmla="*/ 478363 w 481151"/>
                <a:gd name="csY1" fmla="*/ 193238 h 321501"/>
                <a:gd name="csX2" fmla="*/ 348162 w 481151"/>
                <a:gd name="csY2" fmla="*/ 201989 h 321501"/>
                <a:gd name="csX3" fmla="*/ 356923 w 481151"/>
                <a:gd name="csY3" fmla="*/ 275048 h 321501"/>
                <a:gd name="csX4" fmla="*/ 277785 w 481151"/>
                <a:gd name="csY4" fmla="*/ 319071 h 321501"/>
                <a:gd name="csX5" fmla="*/ 179302 w 481151"/>
                <a:gd name="csY5" fmla="*/ 310185 h 321501"/>
                <a:gd name="csX6" fmla="*/ 94909 w 481151"/>
                <a:gd name="csY6" fmla="*/ 274643 h 321501"/>
                <a:gd name="csX7" fmla="*/ 58663 w 481151"/>
                <a:gd name="csY7" fmla="*/ 210830 h 321501"/>
                <a:gd name="csX8" fmla="*/ 3943 w 481151"/>
                <a:gd name="csY8" fmla="*/ 140842 h 321501"/>
                <a:gd name="csX9" fmla="*/ 4377 w 481151"/>
                <a:gd name="csY9" fmla="*/ 0 h 321501"/>
                <a:gd name="csX10" fmla="*/ 35426 w 481151"/>
                <a:gd name="csY10" fmla="*/ 712 h 321501"/>
                <a:gd name="csX11" fmla="*/ 314307 w 481151"/>
                <a:gd name="csY11" fmla="*/ 84305 h 321501"/>
                <a:gd name="csX12" fmla="*/ 451306 w 481151"/>
                <a:gd name="csY12" fmla="*/ 115915 h 321501"/>
                <a:gd name="csX13" fmla="*/ 478141 w 481151"/>
                <a:gd name="csY13" fmla="*/ 172292 h 321501"/>
                <a:gd name="csX0" fmla="*/ 451306 w 485303"/>
                <a:gd name="csY0" fmla="*/ 115915 h 321501"/>
                <a:gd name="csX1" fmla="*/ 478363 w 485303"/>
                <a:gd name="csY1" fmla="*/ 193238 h 321501"/>
                <a:gd name="csX2" fmla="*/ 348162 w 485303"/>
                <a:gd name="csY2" fmla="*/ 201989 h 321501"/>
                <a:gd name="csX3" fmla="*/ 356923 w 485303"/>
                <a:gd name="csY3" fmla="*/ 275048 h 321501"/>
                <a:gd name="csX4" fmla="*/ 277785 w 485303"/>
                <a:gd name="csY4" fmla="*/ 319071 h 321501"/>
                <a:gd name="csX5" fmla="*/ 179302 w 485303"/>
                <a:gd name="csY5" fmla="*/ 310185 h 321501"/>
                <a:gd name="csX6" fmla="*/ 94909 w 485303"/>
                <a:gd name="csY6" fmla="*/ 274643 h 321501"/>
                <a:gd name="csX7" fmla="*/ 58663 w 485303"/>
                <a:gd name="csY7" fmla="*/ 210830 h 321501"/>
                <a:gd name="csX8" fmla="*/ 3943 w 485303"/>
                <a:gd name="csY8" fmla="*/ 140842 h 321501"/>
                <a:gd name="csX9" fmla="*/ 4377 w 485303"/>
                <a:gd name="csY9" fmla="*/ 0 h 321501"/>
                <a:gd name="csX10" fmla="*/ 35426 w 485303"/>
                <a:gd name="csY10" fmla="*/ 712 h 321501"/>
                <a:gd name="csX11" fmla="*/ 314307 w 485303"/>
                <a:gd name="csY11" fmla="*/ 84305 h 321501"/>
                <a:gd name="csX12" fmla="*/ 451306 w 485303"/>
                <a:gd name="csY12" fmla="*/ 115915 h 321501"/>
                <a:gd name="csX0" fmla="*/ 451306 w 478363"/>
                <a:gd name="csY0" fmla="*/ 115915 h 321501"/>
                <a:gd name="csX1" fmla="*/ 478363 w 478363"/>
                <a:gd name="csY1" fmla="*/ 193238 h 321501"/>
                <a:gd name="csX2" fmla="*/ 348162 w 478363"/>
                <a:gd name="csY2" fmla="*/ 201989 h 321501"/>
                <a:gd name="csX3" fmla="*/ 356923 w 478363"/>
                <a:gd name="csY3" fmla="*/ 275048 h 321501"/>
                <a:gd name="csX4" fmla="*/ 277785 w 478363"/>
                <a:gd name="csY4" fmla="*/ 319071 h 321501"/>
                <a:gd name="csX5" fmla="*/ 179302 w 478363"/>
                <a:gd name="csY5" fmla="*/ 310185 h 321501"/>
                <a:gd name="csX6" fmla="*/ 94909 w 478363"/>
                <a:gd name="csY6" fmla="*/ 274643 h 321501"/>
                <a:gd name="csX7" fmla="*/ 58663 w 478363"/>
                <a:gd name="csY7" fmla="*/ 210830 h 321501"/>
                <a:gd name="csX8" fmla="*/ 3943 w 478363"/>
                <a:gd name="csY8" fmla="*/ 140842 h 321501"/>
                <a:gd name="csX9" fmla="*/ 4377 w 478363"/>
                <a:gd name="csY9" fmla="*/ 0 h 321501"/>
                <a:gd name="csX10" fmla="*/ 35426 w 478363"/>
                <a:gd name="csY10" fmla="*/ 712 h 321501"/>
                <a:gd name="csX11" fmla="*/ 314307 w 478363"/>
                <a:gd name="csY11" fmla="*/ 84305 h 321501"/>
                <a:gd name="csX12" fmla="*/ 451306 w 478363"/>
                <a:gd name="csY12" fmla="*/ 115915 h 321501"/>
                <a:gd name="csX0" fmla="*/ 451306 w 478363"/>
                <a:gd name="csY0" fmla="*/ 115915 h 321501"/>
                <a:gd name="csX1" fmla="*/ 478363 w 478363"/>
                <a:gd name="csY1" fmla="*/ 193238 h 321501"/>
                <a:gd name="csX2" fmla="*/ 348162 w 478363"/>
                <a:gd name="csY2" fmla="*/ 201989 h 321501"/>
                <a:gd name="csX3" fmla="*/ 356923 w 478363"/>
                <a:gd name="csY3" fmla="*/ 275048 h 321501"/>
                <a:gd name="csX4" fmla="*/ 277785 w 478363"/>
                <a:gd name="csY4" fmla="*/ 319071 h 321501"/>
                <a:gd name="csX5" fmla="*/ 179302 w 478363"/>
                <a:gd name="csY5" fmla="*/ 310185 h 321501"/>
                <a:gd name="csX6" fmla="*/ 94909 w 478363"/>
                <a:gd name="csY6" fmla="*/ 274643 h 321501"/>
                <a:gd name="csX7" fmla="*/ 58663 w 478363"/>
                <a:gd name="csY7" fmla="*/ 210830 h 321501"/>
                <a:gd name="csX8" fmla="*/ 3943 w 478363"/>
                <a:gd name="csY8" fmla="*/ 140842 h 321501"/>
                <a:gd name="csX9" fmla="*/ 4377 w 478363"/>
                <a:gd name="csY9" fmla="*/ 0 h 321501"/>
                <a:gd name="csX10" fmla="*/ 35426 w 478363"/>
                <a:gd name="csY10" fmla="*/ 712 h 321501"/>
                <a:gd name="csX11" fmla="*/ 314307 w 478363"/>
                <a:gd name="csY11" fmla="*/ 84305 h 321501"/>
                <a:gd name="csX12" fmla="*/ 451306 w 478363"/>
                <a:gd name="csY12" fmla="*/ 115915 h 321501"/>
                <a:gd name="csX0" fmla="*/ 451306 w 478363"/>
                <a:gd name="csY0" fmla="*/ 115915 h 321501"/>
                <a:gd name="csX1" fmla="*/ 478363 w 478363"/>
                <a:gd name="csY1" fmla="*/ 193238 h 321501"/>
                <a:gd name="csX2" fmla="*/ 348162 w 478363"/>
                <a:gd name="csY2" fmla="*/ 201989 h 321501"/>
                <a:gd name="csX3" fmla="*/ 356923 w 478363"/>
                <a:gd name="csY3" fmla="*/ 275048 h 321501"/>
                <a:gd name="csX4" fmla="*/ 277785 w 478363"/>
                <a:gd name="csY4" fmla="*/ 319071 h 321501"/>
                <a:gd name="csX5" fmla="*/ 179302 w 478363"/>
                <a:gd name="csY5" fmla="*/ 310185 h 321501"/>
                <a:gd name="csX6" fmla="*/ 94909 w 478363"/>
                <a:gd name="csY6" fmla="*/ 274643 h 321501"/>
                <a:gd name="csX7" fmla="*/ 58663 w 478363"/>
                <a:gd name="csY7" fmla="*/ 210830 h 321501"/>
                <a:gd name="csX8" fmla="*/ 3943 w 478363"/>
                <a:gd name="csY8" fmla="*/ 140842 h 321501"/>
                <a:gd name="csX9" fmla="*/ 4377 w 478363"/>
                <a:gd name="csY9" fmla="*/ 0 h 321501"/>
                <a:gd name="csX10" fmla="*/ 35426 w 478363"/>
                <a:gd name="csY10" fmla="*/ 712 h 321501"/>
                <a:gd name="csX11" fmla="*/ 314307 w 478363"/>
                <a:gd name="csY11" fmla="*/ 84305 h 321501"/>
                <a:gd name="csX12" fmla="*/ 451306 w 478363"/>
                <a:gd name="csY12" fmla="*/ 115915 h 321501"/>
                <a:gd name="csX0" fmla="*/ 396718 w 478363"/>
                <a:gd name="csY0" fmla="*/ 123993 h 321501"/>
                <a:gd name="csX1" fmla="*/ 478363 w 478363"/>
                <a:gd name="csY1" fmla="*/ 193238 h 321501"/>
                <a:gd name="csX2" fmla="*/ 348162 w 478363"/>
                <a:gd name="csY2" fmla="*/ 201989 h 321501"/>
                <a:gd name="csX3" fmla="*/ 356923 w 478363"/>
                <a:gd name="csY3" fmla="*/ 275048 h 321501"/>
                <a:gd name="csX4" fmla="*/ 277785 w 478363"/>
                <a:gd name="csY4" fmla="*/ 319071 h 321501"/>
                <a:gd name="csX5" fmla="*/ 179302 w 478363"/>
                <a:gd name="csY5" fmla="*/ 310185 h 321501"/>
                <a:gd name="csX6" fmla="*/ 94909 w 478363"/>
                <a:gd name="csY6" fmla="*/ 274643 h 321501"/>
                <a:gd name="csX7" fmla="*/ 58663 w 478363"/>
                <a:gd name="csY7" fmla="*/ 210830 h 321501"/>
                <a:gd name="csX8" fmla="*/ 3943 w 478363"/>
                <a:gd name="csY8" fmla="*/ 140842 h 321501"/>
                <a:gd name="csX9" fmla="*/ 4377 w 478363"/>
                <a:gd name="csY9" fmla="*/ 0 h 321501"/>
                <a:gd name="csX10" fmla="*/ 35426 w 478363"/>
                <a:gd name="csY10" fmla="*/ 712 h 321501"/>
                <a:gd name="csX11" fmla="*/ 314307 w 478363"/>
                <a:gd name="csY11" fmla="*/ 84305 h 321501"/>
                <a:gd name="csX12" fmla="*/ 396718 w 478363"/>
                <a:gd name="csY12" fmla="*/ 123993 h 321501"/>
                <a:gd name="csX0" fmla="*/ 314307 w 478363"/>
                <a:gd name="csY0" fmla="*/ 84305 h 321501"/>
                <a:gd name="csX1" fmla="*/ 478363 w 478363"/>
                <a:gd name="csY1" fmla="*/ 193238 h 321501"/>
                <a:gd name="csX2" fmla="*/ 348162 w 478363"/>
                <a:gd name="csY2" fmla="*/ 201989 h 321501"/>
                <a:gd name="csX3" fmla="*/ 356923 w 478363"/>
                <a:gd name="csY3" fmla="*/ 275048 h 321501"/>
                <a:gd name="csX4" fmla="*/ 277785 w 478363"/>
                <a:gd name="csY4" fmla="*/ 319071 h 321501"/>
                <a:gd name="csX5" fmla="*/ 179302 w 478363"/>
                <a:gd name="csY5" fmla="*/ 310185 h 321501"/>
                <a:gd name="csX6" fmla="*/ 94909 w 478363"/>
                <a:gd name="csY6" fmla="*/ 274643 h 321501"/>
                <a:gd name="csX7" fmla="*/ 58663 w 478363"/>
                <a:gd name="csY7" fmla="*/ 210830 h 321501"/>
                <a:gd name="csX8" fmla="*/ 3943 w 478363"/>
                <a:gd name="csY8" fmla="*/ 140842 h 321501"/>
                <a:gd name="csX9" fmla="*/ 4377 w 478363"/>
                <a:gd name="csY9" fmla="*/ 0 h 321501"/>
                <a:gd name="csX10" fmla="*/ 35426 w 478363"/>
                <a:gd name="csY10" fmla="*/ 712 h 321501"/>
                <a:gd name="csX11" fmla="*/ 314307 w 478363"/>
                <a:gd name="csY11" fmla="*/ 84305 h 321501"/>
                <a:gd name="csX0" fmla="*/ 314307 w 478363"/>
                <a:gd name="csY0" fmla="*/ 84305 h 321501"/>
                <a:gd name="csX1" fmla="*/ 334808 w 478363"/>
                <a:gd name="csY1" fmla="*/ 94369 h 321501"/>
                <a:gd name="csX2" fmla="*/ 478363 w 478363"/>
                <a:gd name="csY2" fmla="*/ 193238 h 321501"/>
                <a:gd name="csX3" fmla="*/ 348162 w 478363"/>
                <a:gd name="csY3" fmla="*/ 201989 h 321501"/>
                <a:gd name="csX4" fmla="*/ 356923 w 478363"/>
                <a:gd name="csY4" fmla="*/ 275048 h 321501"/>
                <a:gd name="csX5" fmla="*/ 277785 w 478363"/>
                <a:gd name="csY5" fmla="*/ 319071 h 321501"/>
                <a:gd name="csX6" fmla="*/ 179302 w 478363"/>
                <a:gd name="csY6" fmla="*/ 310185 h 321501"/>
                <a:gd name="csX7" fmla="*/ 94909 w 478363"/>
                <a:gd name="csY7" fmla="*/ 274643 h 321501"/>
                <a:gd name="csX8" fmla="*/ 58663 w 478363"/>
                <a:gd name="csY8" fmla="*/ 210830 h 321501"/>
                <a:gd name="csX9" fmla="*/ 3943 w 478363"/>
                <a:gd name="csY9" fmla="*/ 140842 h 321501"/>
                <a:gd name="csX10" fmla="*/ 4377 w 478363"/>
                <a:gd name="csY10" fmla="*/ 0 h 321501"/>
                <a:gd name="csX11" fmla="*/ 35426 w 478363"/>
                <a:gd name="csY11" fmla="*/ 712 h 321501"/>
                <a:gd name="csX12" fmla="*/ 314307 w 478363"/>
                <a:gd name="csY12" fmla="*/ 84305 h 321501"/>
                <a:gd name="csX0" fmla="*/ 314307 w 478363"/>
                <a:gd name="csY0" fmla="*/ 84305 h 321501"/>
                <a:gd name="csX1" fmla="*/ 327625 w 478363"/>
                <a:gd name="csY1" fmla="*/ 110525 h 321501"/>
                <a:gd name="csX2" fmla="*/ 478363 w 478363"/>
                <a:gd name="csY2" fmla="*/ 193238 h 321501"/>
                <a:gd name="csX3" fmla="*/ 348162 w 478363"/>
                <a:gd name="csY3" fmla="*/ 201989 h 321501"/>
                <a:gd name="csX4" fmla="*/ 356923 w 478363"/>
                <a:gd name="csY4" fmla="*/ 275048 h 321501"/>
                <a:gd name="csX5" fmla="*/ 277785 w 478363"/>
                <a:gd name="csY5" fmla="*/ 319071 h 321501"/>
                <a:gd name="csX6" fmla="*/ 179302 w 478363"/>
                <a:gd name="csY6" fmla="*/ 310185 h 321501"/>
                <a:gd name="csX7" fmla="*/ 94909 w 478363"/>
                <a:gd name="csY7" fmla="*/ 274643 h 321501"/>
                <a:gd name="csX8" fmla="*/ 58663 w 478363"/>
                <a:gd name="csY8" fmla="*/ 210830 h 321501"/>
                <a:gd name="csX9" fmla="*/ 3943 w 478363"/>
                <a:gd name="csY9" fmla="*/ 140842 h 321501"/>
                <a:gd name="csX10" fmla="*/ 4377 w 478363"/>
                <a:gd name="csY10" fmla="*/ 0 h 321501"/>
                <a:gd name="csX11" fmla="*/ 35426 w 478363"/>
                <a:gd name="csY11" fmla="*/ 712 h 321501"/>
                <a:gd name="csX12" fmla="*/ 314307 w 478363"/>
                <a:gd name="csY12" fmla="*/ 84305 h 321501"/>
                <a:gd name="csX0" fmla="*/ 314307 w 478363"/>
                <a:gd name="csY0" fmla="*/ 84305 h 321501"/>
                <a:gd name="csX1" fmla="*/ 327625 w 478363"/>
                <a:gd name="csY1" fmla="*/ 110525 h 321501"/>
                <a:gd name="csX2" fmla="*/ 478363 w 478363"/>
                <a:gd name="csY2" fmla="*/ 193238 h 321501"/>
                <a:gd name="csX3" fmla="*/ 348162 w 478363"/>
                <a:gd name="csY3" fmla="*/ 201989 h 321501"/>
                <a:gd name="csX4" fmla="*/ 356923 w 478363"/>
                <a:gd name="csY4" fmla="*/ 275048 h 321501"/>
                <a:gd name="csX5" fmla="*/ 277785 w 478363"/>
                <a:gd name="csY5" fmla="*/ 319071 h 321501"/>
                <a:gd name="csX6" fmla="*/ 179302 w 478363"/>
                <a:gd name="csY6" fmla="*/ 310185 h 321501"/>
                <a:gd name="csX7" fmla="*/ 94909 w 478363"/>
                <a:gd name="csY7" fmla="*/ 274643 h 321501"/>
                <a:gd name="csX8" fmla="*/ 58663 w 478363"/>
                <a:gd name="csY8" fmla="*/ 210830 h 321501"/>
                <a:gd name="csX9" fmla="*/ 3943 w 478363"/>
                <a:gd name="csY9" fmla="*/ 140842 h 321501"/>
                <a:gd name="csX10" fmla="*/ 4377 w 478363"/>
                <a:gd name="csY10" fmla="*/ 0 h 321501"/>
                <a:gd name="csX11" fmla="*/ 35426 w 478363"/>
                <a:gd name="csY11" fmla="*/ 712 h 321501"/>
                <a:gd name="csX12" fmla="*/ 314307 w 478363"/>
                <a:gd name="csY12" fmla="*/ 84305 h 321501"/>
                <a:gd name="csX0" fmla="*/ 314307 w 478363"/>
                <a:gd name="csY0" fmla="*/ 84305 h 321501"/>
                <a:gd name="csX1" fmla="*/ 327625 w 478363"/>
                <a:gd name="csY1" fmla="*/ 110525 h 321501"/>
                <a:gd name="csX2" fmla="*/ 478363 w 478363"/>
                <a:gd name="csY2" fmla="*/ 193238 h 321501"/>
                <a:gd name="csX3" fmla="*/ 348162 w 478363"/>
                <a:gd name="csY3" fmla="*/ 201989 h 321501"/>
                <a:gd name="csX4" fmla="*/ 356923 w 478363"/>
                <a:gd name="csY4" fmla="*/ 275048 h 321501"/>
                <a:gd name="csX5" fmla="*/ 277785 w 478363"/>
                <a:gd name="csY5" fmla="*/ 319071 h 321501"/>
                <a:gd name="csX6" fmla="*/ 179302 w 478363"/>
                <a:gd name="csY6" fmla="*/ 310185 h 321501"/>
                <a:gd name="csX7" fmla="*/ 94909 w 478363"/>
                <a:gd name="csY7" fmla="*/ 274643 h 321501"/>
                <a:gd name="csX8" fmla="*/ 58663 w 478363"/>
                <a:gd name="csY8" fmla="*/ 210830 h 321501"/>
                <a:gd name="csX9" fmla="*/ 3943 w 478363"/>
                <a:gd name="csY9" fmla="*/ 140842 h 321501"/>
                <a:gd name="csX10" fmla="*/ 4377 w 478363"/>
                <a:gd name="csY10" fmla="*/ 0 h 321501"/>
                <a:gd name="csX11" fmla="*/ 35426 w 478363"/>
                <a:gd name="csY11" fmla="*/ 712 h 321501"/>
                <a:gd name="csX12" fmla="*/ 314307 w 478363"/>
                <a:gd name="csY12" fmla="*/ 84305 h 321501"/>
                <a:gd name="csX0" fmla="*/ 314307 w 478363"/>
                <a:gd name="csY0" fmla="*/ 84305 h 321501"/>
                <a:gd name="csX1" fmla="*/ 327625 w 478363"/>
                <a:gd name="csY1" fmla="*/ 110525 h 321501"/>
                <a:gd name="csX2" fmla="*/ 478363 w 478363"/>
                <a:gd name="csY2" fmla="*/ 193238 h 321501"/>
                <a:gd name="csX3" fmla="*/ 348162 w 478363"/>
                <a:gd name="csY3" fmla="*/ 201989 h 321501"/>
                <a:gd name="csX4" fmla="*/ 356923 w 478363"/>
                <a:gd name="csY4" fmla="*/ 275048 h 321501"/>
                <a:gd name="csX5" fmla="*/ 277785 w 478363"/>
                <a:gd name="csY5" fmla="*/ 319071 h 321501"/>
                <a:gd name="csX6" fmla="*/ 179302 w 478363"/>
                <a:gd name="csY6" fmla="*/ 310185 h 321501"/>
                <a:gd name="csX7" fmla="*/ 94909 w 478363"/>
                <a:gd name="csY7" fmla="*/ 274643 h 321501"/>
                <a:gd name="csX8" fmla="*/ 58663 w 478363"/>
                <a:gd name="csY8" fmla="*/ 210830 h 321501"/>
                <a:gd name="csX9" fmla="*/ 3943 w 478363"/>
                <a:gd name="csY9" fmla="*/ 140842 h 321501"/>
                <a:gd name="csX10" fmla="*/ 4377 w 478363"/>
                <a:gd name="csY10" fmla="*/ 0 h 321501"/>
                <a:gd name="csX11" fmla="*/ 35426 w 478363"/>
                <a:gd name="csY11" fmla="*/ 712 h 321501"/>
                <a:gd name="csX12" fmla="*/ 314307 w 478363"/>
                <a:gd name="csY12" fmla="*/ 84305 h 321501"/>
                <a:gd name="csX0" fmla="*/ 314307 w 478363"/>
                <a:gd name="csY0" fmla="*/ 84305 h 321501"/>
                <a:gd name="csX1" fmla="*/ 327625 w 478363"/>
                <a:gd name="csY1" fmla="*/ 110525 h 321501"/>
                <a:gd name="csX2" fmla="*/ 478363 w 478363"/>
                <a:gd name="csY2" fmla="*/ 193238 h 321501"/>
                <a:gd name="csX3" fmla="*/ 348162 w 478363"/>
                <a:gd name="csY3" fmla="*/ 201989 h 321501"/>
                <a:gd name="csX4" fmla="*/ 356923 w 478363"/>
                <a:gd name="csY4" fmla="*/ 275048 h 321501"/>
                <a:gd name="csX5" fmla="*/ 277785 w 478363"/>
                <a:gd name="csY5" fmla="*/ 319071 h 321501"/>
                <a:gd name="csX6" fmla="*/ 179302 w 478363"/>
                <a:gd name="csY6" fmla="*/ 310185 h 321501"/>
                <a:gd name="csX7" fmla="*/ 94909 w 478363"/>
                <a:gd name="csY7" fmla="*/ 274643 h 321501"/>
                <a:gd name="csX8" fmla="*/ 58663 w 478363"/>
                <a:gd name="csY8" fmla="*/ 210830 h 321501"/>
                <a:gd name="csX9" fmla="*/ 3943 w 478363"/>
                <a:gd name="csY9" fmla="*/ 140842 h 321501"/>
                <a:gd name="csX10" fmla="*/ 4377 w 478363"/>
                <a:gd name="csY10" fmla="*/ 0 h 321501"/>
                <a:gd name="csX11" fmla="*/ 35426 w 478363"/>
                <a:gd name="csY11" fmla="*/ 712 h 321501"/>
                <a:gd name="csX12" fmla="*/ 314307 w 478363"/>
                <a:gd name="csY12" fmla="*/ 84305 h 321501"/>
                <a:gd name="csX0" fmla="*/ 314307 w 478363"/>
                <a:gd name="csY0" fmla="*/ 84305 h 321501"/>
                <a:gd name="csX1" fmla="*/ 327625 w 478363"/>
                <a:gd name="csY1" fmla="*/ 110525 h 321501"/>
                <a:gd name="csX2" fmla="*/ 478363 w 478363"/>
                <a:gd name="csY2" fmla="*/ 193238 h 321501"/>
                <a:gd name="csX3" fmla="*/ 348162 w 478363"/>
                <a:gd name="csY3" fmla="*/ 201989 h 321501"/>
                <a:gd name="csX4" fmla="*/ 356923 w 478363"/>
                <a:gd name="csY4" fmla="*/ 275048 h 321501"/>
                <a:gd name="csX5" fmla="*/ 277785 w 478363"/>
                <a:gd name="csY5" fmla="*/ 319071 h 321501"/>
                <a:gd name="csX6" fmla="*/ 179302 w 478363"/>
                <a:gd name="csY6" fmla="*/ 310185 h 321501"/>
                <a:gd name="csX7" fmla="*/ 94909 w 478363"/>
                <a:gd name="csY7" fmla="*/ 274643 h 321501"/>
                <a:gd name="csX8" fmla="*/ 58663 w 478363"/>
                <a:gd name="csY8" fmla="*/ 210830 h 321501"/>
                <a:gd name="csX9" fmla="*/ 3943 w 478363"/>
                <a:gd name="csY9" fmla="*/ 140842 h 321501"/>
                <a:gd name="csX10" fmla="*/ 4377 w 478363"/>
                <a:gd name="csY10" fmla="*/ 0 h 321501"/>
                <a:gd name="csX11" fmla="*/ 35426 w 478363"/>
                <a:gd name="csY11" fmla="*/ 712 h 321501"/>
                <a:gd name="csX12" fmla="*/ 314307 w 478363"/>
                <a:gd name="csY12" fmla="*/ 84305 h 321501"/>
                <a:gd name="csX0" fmla="*/ 314307 w 478363"/>
                <a:gd name="csY0" fmla="*/ 84305 h 321501"/>
                <a:gd name="csX1" fmla="*/ 327625 w 478363"/>
                <a:gd name="csY1" fmla="*/ 110525 h 321501"/>
                <a:gd name="csX2" fmla="*/ 478363 w 478363"/>
                <a:gd name="csY2" fmla="*/ 193238 h 321501"/>
                <a:gd name="csX3" fmla="*/ 348162 w 478363"/>
                <a:gd name="csY3" fmla="*/ 201989 h 321501"/>
                <a:gd name="csX4" fmla="*/ 356923 w 478363"/>
                <a:gd name="csY4" fmla="*/ 275048 h 321501"/>
                <a:gd name="csX5" fmla="*/ 277785 w 478363"/>
                <a:gd name="csY5" fmla="*/ 319071 h 321501"/>
                <a:gd name="csX6" fmla="*/ 179302 w 478363"/>
                <a:gd name="csY6" fmla="*/ 310185 h 321501"/>
                <a:gd name="csX7" fmla="*/ 94909 w 478363"/>
                <a:gd name="csY7" fmla="*/ 274643 h 321501"/>
                <a:gd name="csX8" fmla="*/ 58663 w 478363"/>
                <a:gd name="csY8" fmla="*/ 210830 h 321501"/>
                <a:gd name="csX9" fmla="*/ 3943 w 478363"/>
                <a:gd name="csY9" fmla="*/ 140842 h 321501"/>
                <a:gd name="csX10" fmla="*/ 4377 w 478363"/>
                <a:gd name="csY10" fmla="*/ 0 h 321501"/>
                <a:gd name="csX11" fmla="*/ 35426 w 478363"/>
                <a:gd name="csY11" fmla="*/ 712 h 321501"/>
                <a:gd name="csX12" fmla="*/ 314307 w 478363"/>
                <a:gd name="csY12" fmla="*/ 84305 h 321501"/>
                <a:gd name="csX0" fmla="*/ 35426 w 478363"/>
                <a:gd name="csY0" fmla="*/ 712 h 321501"/>
                <a:gd name="csX1" fmla="*/ 327625 w 478363"/>
                <a:gd name="csY1" fmla="*/ 110525 h 321501"/>
                <a:gd name="csX2" fmla="*/ 478363 w 478363"/>
                <a:gd name="csY2" fmla="*/ 193238 h 321501"/>
                <a:gd name="csX3" fmla="*/ 348162 w 478363"/>
                <a:gd name="csY3" fmla="*/ 201989 h 321501"/>
                <a:gd name="csX4" fmla="*/ 356923 w 478363"/>
                <a:gd name="csY4" fmla="*/ 275048 h 321501"/>
                <a:gd name="csX5" fmla="*/ 277785 w 478363"/>
                <a:gd name="csY5" fmla="*/ 319071 h 321501"/>
                <a:gd name="csX6" fmla="*/ 179302 w 478363"/>
                <a:gd name="csY6" fmla="*/ 310185 h 321501"/>
                <a:gd name="csX7" fmla="*/ 94909 w 478363"/>
                <a:gd name="csY7" fmla="*/ 274643 h 321501"/>
                <a:gd name="csX8" fmla="*/ 58663 w 478363"/>
                <a:gd name="csY8" fmla="*/ 210830 h 321501"/>
                <a:gd name="csX9" fmla="*/ 3943 w 478363"/>
                <a:gd name="csY9" fmla="*/ 140842 h 321501"/>
                <a:gd name="csX10" fmla="*/ 4377 w 478363"/>
                <a:gd name="csY10" fmla="*/ 0 h 321501"/>
                <a:gd name="csX11" fmla="*/ 35426 w 478363"/>
                <a:gd name="csY11" fmla="*/ 712 h 321501"/>
                <a:gd name="csX0" fmla="*/ 35426 w 478363"/>
                <a:gd name="csY0" fmla="*/ 712 h 321501"/>
                <a:gd name="csX1" fmla="*/ 303683 w 478363"/>
                <a:gd name="csY1" fmla="*/ 101639 h 321501"/>
                <a:gd name="csX2" fmla="*/ 327625 w 478363"/>
                <a:gd name="csY2" fmla="*/ 110525 h 321501"/>
                <a:gd name="csX3" fmla="*/ 478363 w 478363"/>
                <a:gd name="csY3" fmla="*/ 193238 h 321501"/>
                <a:gd name="csX4" fmla="*/ 348162 w 478363"/>
                <a:gd name="csY4" fmla="*/ 201989 h 321501"/>
                <a:gd name="csX5" fmla="*/ 356923 w 478363"/>
                <a:gd name="csY5" fmla="*/ 275048 h 321501"/>
                <a:gd name="csX6" fmla="*/ 277785 w 478363"/>
                <a:gd name="csY6" fmla="*/ 319071 h 321501"/>
                <a:gd name="csX7" fmla="*/ 179302 w 478363"/>
                <a:gd name="csY7" fmla="*/ 310185 h 321501"/>
                <a:gd name="csX8" fmla="*/ 94909 w 478363"/>
                <a:gd name="csY8" fmla="*/ 274643 h 321501"/>
                <a:gd name="csX9" fmla="*/ 58663 w 478363"/>
                <a:gd name="csY9" fmla="*/ 210830 h 321501"/>
                <a:gd name="csX10" fmla="*/ 3943 w 478363"/>
                <a:gd name="csY10" fmla="*/ 140842 h 321501"/>
                <a:gd name="csX11" fmla="*/ 4377 w 478363"/>
                <a:gd name="csY11" fmla="*/ 0 h 321501"/>
                <a:gd name="csX12" fmla="*/ 35426 w 478363"/>
                <a:gd name="csY12" fmla="*/ 712 h 321501"/>
                <a:gd name="csX0" fmla="*/ 35426 w 478363"/>
                <a:gd name="csY0" fmla="*/ 712 h 321501"/>
                <a:gd name="csX1" fmla="*/ 311344 w 478363"/>
                <a:gd name="csY1" fmla="*/ 83060 h 321501"/>
                <a:gd name="csX2" fmla="*/ 327625 w 478363"/>
                <a:gd name="csY2" fmla="*/ 110525 h 321501"/>
                <a:gd name="csX3" fmla="*/ 478363 w 478363"/>
                <a:gd name="csY3" fmla="*/ 193238 h 321501"/>
                <a:gd name="csX4" fmla="*/ 348162 w 478363"/>
                <a:gd name="csY4" fmla="*/ 201989 h 321501"/>
                <a:gd name="csX5" fmla="*/ 356923 w 478363"/>
                <a:gd name="csY5" fmla="*/ 275048 h 321501"/>
                <a:gd name="csX6" fmla="*/ 277785 w 478363"/>
                <a:gd name="csY6" fmla="*/ 319071 h 321501"/>
                <a:gd name="csX7" fmla="*/ 179302 w 478363"/>
                <a:gd name="csY7" fmla="*/ 310185 h 321501"/>
                <a:gd name="csX8" fmla="*/ 94909 w 478363"/>
                <a:gd name="csY8" fmla="*/ 274643 h 321501"/>
                <a:gd name="csX9" fmla="*/ 58663 w 478363"/>
                <a:gd name="csY9" fmla="*/ 210830 h 321501"/>
                <a:gd name="csX10" fmla="*/ 3943 w 478363"/>
                <a:gd name="csY10" fmla="*/ 140842 h 321501"/>
                <a:gd name="csX11" fmla="*/ 4377 w 478363"/>
                <a:gd name="csY11" fmla="*/ 0 h 321501"/>
                <a:gd name="csX12" fmla="*/ 35426 w 478363"/>
                <a:gd name="csY12" fmla="*/ 712 h 321501"/>
                <a:gd name="csX0" fmla="*/ 35426 w 478363"/>
                <a:gd name="csY0" fmla="*/ 712 h 321501"/>
                <a:gd name="csX1" fmla="*/ 311344 w 478363"/>
                <a:gd name="csY1" fmla="*/ 83060 h 321501"/>
                <a:gd name="csX2" fmla="*/ 327625 w 478363"/>
                <a:gd name="csY2" fmla="*/ 110525 h 321501"/>
                <a:gd name="csX3" fmla="*/ 478363 w 478363"/>
                <a:gd name="csY3" fmla="*/ 193238 h 321501"/>
                <a:gd name="csX4" fmla="*/ 348162 w 478363"/>
                <a:gd name="csY4" fmla="*/ 201989 h 321501"/>
                <a:gd name="csX5" fmla="*/ 356923 w 478363"/>
                <a:gd name="csY5" fmla="*/ 275048 h 321501"/>
                <a:gd name="csX6" fmla="*/ 277785 w 478363"/>
                <a:gd name="csY6" fmla="*/ 319071 h 321501"/>
                <a:gd name="csX7" fmla="*/ 179302 w 478363"/>
                <a:gd name="csY7" fmla="*/ 310185 h 321501"/>
                <a:gd name="csX8" fmla="*/ 94909 w 478363"/>
                <a:gd name="csY8" fmla="*/ 274643 h 321501"/>
                <a:gd name="csX9" fmla="*/ 58663 w 478363"/>
                <a:gd name="csY9" fmla="*/ 210830 h 321501"/>
                <a:gd name="csX10" fmla="*/ 3943 w 478363"/>
                <a:gd name="csY10" fmla="*/ 140842 h 321501"/>
                <a:gd name="csX11" fmla="*/ 4377 w 478363"/>
                <a:gd name="csY11" fmla="*/ 0 h 321501"/>
                <a:gd name="csX12" fmla="*/ 35426 w 478363"/>
                <a:gd name="csY12" fmla="*/ 712 h 321501"/>
                <a:gd name="csX0" fmla="*/ 35426 w 478363"/>
                <a:gd name="csY0" fmla="*/ 712 h 321501"/>
                <a:gd name="csX1" fmla="*/ 311344 w 478363"/>
                <a:gd name="csY1" fmla="*/ 83060 h 321501"/>
                <a:gd name="csX2" fmla="*/ 327625 w 478363"/>
                <a:gd name="csY2" fmla="*/ 110525 h 321501"/>
                <a:gd name="csX3" fmla="*/ 478363 w 478363"/>
                <a:gd name="csY3" fmla="*/ 193238 h 321501"/>
                <a:gd name="csX4" fmla="*/ 348162 w 478363"/>
                <a:gd name="csY4" fmla="*/ 201989 h 321501"/>
                <a:gd name="csX5" fmla="*/ 356923 w 478363"/>
                <a:gd name="csY5" fmla="*/ 275048 h 321501"/>
                <a:gd name="csX6" fmla="*/ 277785 w 478363"/>
                <a:gd name="csY6" fmla="*/ 319071 h 321501"/>
                <a:gd name="csX7" fmla="*/ 179302 w 478363"/>
                <a:gd name="csY7" fmla="*/ 310185 h 321501"/>
                <a:gd name="csX8" fmla="*/ 94909 w 478363"/>
                <a:gd name="csY8" fmla="*/ 274643 h 321501"/>
                <a:gd name="csX9" fmla="*/ 58663 w 478363"/>
                <a:gd name="csY9" fmla="*/ 210830 h 321501"/>
                <a:gd name="csX10" fmla="*/ 3943 w 478363"/>
                <a:gd name="csY10" fmla="*/ 140842 h 321501"/>
                <a:gd name="csX11" fmla="*/ 4377 w 478363"/>
                <a:gd name="csY11" fmla="*/ 0 h 321501"/>
                <a:gd name="csX12" fmla="*/ 35426 w 478363"/>
                <a:gd name="csY12" fmla="*/ 712 h 321501"/>
                <a:gd name="csX0" fmla="*/ 31483 w 474420"/>
                <a:gd name="csY0" fmla="*/ 712 h 321501"/>
                <a:gd name="csX1" fmla="*/ 307401 w 474420"/>
                <a:gd name="csY1" fmla="*/ 83060 h 321501"/>
                <a:gd name="csX2" fmla="*/ 323682 w 474420"/>
                <a:gd name="csY2" fmla="*/ 110525 h 321501"/>
                <a:gd name="csX3" fmla="*/ 474420 w 474420"/>
                <a:gd name="csY3" fmla="*/ 193238 h 321501"/>
                <a:gd name="csX4" fmla="*/ 344219 w 474420"/>
                <a:gd name="csY4" fmla="*/ 201989 h 321501"/>
                <a:gd name="csX5" fmla="*/ 352980 w 474420"/>
                <a:gd name="csY5" fmla="*/ 275048 h 321501"/>
                <a:gd name="csX6" fmla="*/ 273842 w 474420"/>
                <a:gd name="csY6" fmla="*/ 319071 h 321501"/>
                <a:gd name="csX7" fmla="*/ 175359 w 474420"/>
                <a:gd name="csY7" fmla="*/ 310185 h 321501"/>
                <a:gd name="csX8" fmla="*/ 90966 w 474420"/>
                <a:gd name="csY8" fmla="*/ 274643 h 321501"/>
                <a:gd name="csX9" fmla="*/ 54720 w 474420"/>
                <a:gd name="csY9" fmla="*/ 210830 h 321501"/>
                <a:gd name="csX10" fmla="*/ 0 w 474420"/>
                <a:gd name="csY10" fmla="*/ 140842 h 321501"/>
                <a:gd name="csX11" fmla="*/ 434 w 474420"/>
                <a:gd name="csY11" fmla="*/ 0 h 321501"/>
                <a:gd name="csX12" fmla="*/ 31483 w 474420"/>
                <a:gd name="csY12" fmla="*/ 712 h 321501"/>
                <a:gd name="csX0" fmla="*/ 31483 w 474420"/>
                <a:gd name="csY0" fmla="*/ 712 h 321501"/>
                <a:gd name="csX1" fmla="*/ 307401 w 474420"/>
                <a:gd name="csY1" fmla="*/ 83060 h 321501"/>
                <a:gd name="csX2" fmla="*/ 323682 w 474420"/>
                <a:gd name="csY2" fmla="*/ 110525 h 321501"/>
                <a:gd name="csX3" fmla="*/ 474420 w 474420"/>
                <a:gd name="csY3" fmla="*/ 193238 h 321501"/>
                <a:gd name="csX4" fmla="*/ 344219 w 474420"/>
                <a:gd name="csY4" fmla="*/ 201989 h 321501"/>
                <a:gd name="csX5" fmla="*/ 352980 w 474420"/>
                <a:gd name="csY5" fmla="*/ 275048 h 321501"/>
                <a:gd name="csX6" fmla="*/ 273842 w 474420"/>
                <a:gd name="csY6" fmla="*/ 319071 h 321501"/>
                <a:gd name="csX7" fmla="*/ 175359 w 474420"/>
                <a:gd name="csY7" fmla="*/ 310185 h 321501"/>
                <a:gd name="csX8" fmla="*/ 90966 w 474420"/>
                <a:gd name="csY8" fmla="*/ 274643 h 321501"/>
                <a:gd name="csX9" fmla="*/ 54720 w 474420"/>
                <a:gd name="csY9" fmla="*/ 210830 h 321501"/>
                <a:gd name="csX10" fmla="*/ 15309 w 474420"/>
                <a:gd name="csY10" fmla="*/ 171108 h 321501"/>
                <a:gd name="csX11" fmla="*/ 0 w 474420"/>
                <a:gd name="csY11" fmla="*/ 140842 h 321501"/>
                <a:gd name="csX12" fmla="*/ 434 w 474420"/>
                <a:gd name="csY12" fmla="*/ 0 h 321501"/>
                <a:gd name="csX13" fmla="*/ 31483 w 474420"/>
                <a:gd name="csY13" fmla="*/ 712 h 321501"/>
                <a:gd name="csX0" fmla="*/ 33182 w 476119"/>
                <a:gd name="csY0" fmla="*/ 712 h 321501"/>
                <a:gd name="csX1" fmla="*/ 309100 w 476119"/>
                <a:gd name="csY1" fmla="*/ 83060 h 321501"/>
                <a:gd name="csX2" fmla="*/ 325381 w 476119"/>
                <a:gd name="csY2" fmla="*/ 110525 h 321501"/>
                <a:gd name="csX3" fmla="*/ 476119 w 476119"/>
                <a:gd name="csY3" fmla="*/ 193238 h 321501"/>
                <a:gd name="csX4" fmla="*/ 345918 w 476119"/>
                <a:gd name="csY4" fmla="*/ 201989 h 321501"/>
                <a:gd name="csX5" fmla="*/ 354679 w 476119"/>
                <a:gd name="csY5" fmla="*/ 275048 h 321501"/>
                <a:gd name="csX6" fmla="*/ 275541 w 476119"/>
                <a:gd name="csY6" fmla="*/ 319071 h 321501"/>
                <a:gd name="csX7" fmla="*/ 177058 w 476119"/>
                <a:gd name="csY7" fmla="*/ 310185 h 321501"/>
                <a:gd name="csX8" fmla="*/ 92665 w 476119"/>
                <a:gd name="csY8" fmla="*/ 274643 h 321501"/>
                <a:gd name="csX9" fmla="*/ 56419 w 476119"/>
                <a:gd name="csY9" fmla="*/ 210830 h 321501"/>
                <a:gd name="csX10" fmla="*/ 26106 w 476119"/>
                <a:gd name="csY10" fmla="*/ 163838 h 321501"/>
                <a:gd name="csX11" fmla="*/ 1699 w 476119"/>
                <a:gd name="csY11" fmla="*/ 140842 h 321501"/>
                <a:gd name="csX12" fmla="*/ 2133 w 476119"/>
                <a:gd name="csY12" fmla="*/ 0 h 321501"/>
                <a:gd name="csX13" fmla="*/ 33182 w 476119"/>
                <a:gd name="csY13" fmla="*/ 712 h 321501"/>
                <a:gd name="csX0" fmla="*/ 33041 w 475978"/>
                <a:gd name="csY0" fmla="*/ 712 h 321501"/>
                <a:gd name="csX1" fmla="*/ 308959 w 475978"/>
                <a:gd name="csY1" fmla="*/ 83060 h 321501"/>
                <a:gd name="csX2" fmla="*/ 325240 w 475978"/>
                <a:gd name="csY2" fmla="*/ 110525 h 321501"/>
                <a:gd name="csX3" fmla="*/ 475978 w 475978"/>
                <a:gd name="csY3" fmla="*/ 193238 h 321501"/>
                <a:gd name="csX4" fmla="*/ 345777 w 475978"/>
                <a:gd name="csY4" fmla="*/ 201989 h 321501"/>
                <a:gd name="csX5" fmla="*/ 354538 w 475978"/>
                <a:gd name="csY5" fmla="*/ 275048 h 321501"/>
                <a:gd name="csX6" fmla="*/ 275400 w 475978"/>
                <a:gd name="csY6" fmla="*/ 319071 h 321501"/>
                <a:gd name="csX7" fmla="*/ 176917 w 475978"/>
                <a:gd name="csY7" fmla="*/ 310185 h 321501"/>
                <a:gd name="csX8" fmla="*/ 92524 w 475978"/>
                <a:gd name="csY8" fmla="*/ 274643 h 321501"/>
                <a:gd name="csX9" fmla="*/ 56278 w 475978"/>
                <a:gd name="csY9" fmla="*/ 210830 h 321501"/>
                <a:gd name="csX10" fmla="*/ 24050 w 475978"/>
                <a:gd name="csY10" fmla="*/ 169492 h 321501"/>
                <a:gd name="csX11" fmla="*/ 1558 w 475978"/>
                <a:gd name="csY11" fmla="*/ 140842 h 321501"/>
                <a:gd name="csX12" fmla="*/ 1992 w 475978"/>
                <a:gd name="csY12" fmla="*/ 0 h 321501"/>
                <a:gd name="csX13" fmla="*/ 33041 w 475978"/>
                <a:gd name="csY13" fmla="*/ 712 h 321501"/>
                <a:gd name="csX0" fmla="*/ 33041 w 475978"/>
                <a:gd name="csY0" fmla="*/ 712 h 321501"/>
                <a:gd name="csX1" fmla="*/ 308959 w 475978"/>
                <a:gd name="csY1" fmla="*/ 83060 h 321501"/>
                <a:gd name="csX2" fmla="*/ 325240 w 475978"/>
                <a:gd name="csY2" fmla="*/ 110525 h 321501"/>
                <a:gd name="csX3" fmla="*/ 475978 w 475978"/>
                <a:gd name="csY3" fmla="*/ 193238 h 321501"/>
                <a:gd name="csX4" fmla="*/ 345777 w 475978"/>
                <a:gd name="csY4" fmla="*/ 201989 h 321501"/>
                <a:gd name="csX5" fmla="*/ 354538 w 475978"/>
                <a:gd name="csY5" fmla="*/ 275048 h 321501"/>
                <a:gd name="csX6" fmla="*/ 275400 w 475978"/>
                <a:gd name="csY6" fmla="*/ 319071 h 321501"/>
                <a:gd name="csX7" fmla="*/ 176917 w 475978"/>
                <a:gd name="csY7" fmla="*/ 310185 h 321501"/>
                <a:gd name="csX8" fmla="*/ 92524 w 475978"/>
                <a:gd name="csY8" fmla="*/ 274643 h 321501"/>
                <a:gd name="csX9" fmla="*/ 56278 w 475978"/>
                <a:gd name="csY9" fmla="*/ 210830 h 321501"/>
                <a:gd name="csX10" fmla="*/ 24050 w 475978"/>
                <a:gd name="csY10" fmla="*/ 169492 h 321501"/>
                <a:gd name="csX11" fmla="*/ 1558 w 475978"/>
                <a:gd name="csY11" fmla="*/ 140842 h 321501"/>
                <a:gd name="csX12" fmla="*/ 1992 w 475978"/>
                <a:gd name="csY12" fmla="*/ 0 h 321501"/>
                <a:gd name="csX13" fmla="*/ 33041 w 475978"/>
                <a:gd name="csY13" fmla="*/ 712 h 321501"/>
                <a:gd name="csX0" fmla="*/ 33041 w 475978"/>
                <a:gd name="csY0" fmla="*/ 712 h 321501"/>
                <a:gd name="csX1" fmla="*/ 308959 w 475978"/>
                <a:gd name="csY1" fmla="*/ 83060 h 321501"/>
                <a:gd name="csX2" fmla="*/ 325240 w 475978"/>
                <a:gd name="csY2" fmla="*/ 110525 h 321501"/>
                <a:gd name="csX3" fmla="*/ 475978 w 475978"/>
                <a:gd name="csY3" fmla="*/ 193238 h 321501"/>
                <a:gd name="csX4" fmla="*/ 345777 w 475978"/>
                <a:gd name="csY4" fmla="*/ 201989 h 321501"/>
                <a:gd name="csX5" fmla="*/ 354538 w 475978"/>
                <a:gd name="csY5" fmla="*/ 275048 h 321501"/>
                <a:gd name="csX6" fmla="*/ 275400 w 475978"/>
                <a:gd name="csY6" fmla="*/ 319071 h 321501"/>
                <a:gd name="csX7" fmla="*/ 176917 w 475978"/>
                <a:gd name="csY7" fmla="*/ 310185 h 321501"/>
                <a:gd name="csX8" fmla="*/ 92524 w 475978"/>
                <a:gd name="csY8" fmla="*/ 274643 h 321501"/>
                <a:gd name="csX9" fmla="*/ 56278 w 475978"/>
                <a:gd name="csY9" fmla="*/ 210830 h 321501"/>
                <a:gd name="csX10" fmla="*/ 24050 w 475978"/>
                <a:gd name="csY10" fmla="*/ 169492 h 321501"/>
                <a:gd name="csX11" fmla="*/ 1558 w 475978"/>
                <a:gd name="csY11" fmla="*/ 140842 h 321501"/>
                <a:gd name="csX12" fmla="*/ 1992 w 475978"/>
                <a:gd name="csY12" fmla="*/ 0 h 321501"/>
                <a:gd name="csX13" fmla="*/ 33041 w 475978"/>
                <a:gd name="csY13" fmla="*/ 712 h 321501"/>
                <a:gd name="csX0" fmla="*/ 31483 w 474420"/>
                <a:gd name="csY0" fmla="*/ 712 h 321501"/>
                <a:gd name="csX1" fmla="*/ 307401 w 474420"/>
                <a:gd name="csY1" fmla="*/ 83060 h 321501"/>
                <a:gd name="csX2" fmla="*/ 323682 w 474420"/>
                <a:gd name="csY2" fmla="*/ 110525 h 321501"/>
                <a:gd name="csX3" fmla="*/ 474420 w 474420"/>
                <a:gd name="csY3" fmla="*/ 193238 h 321501"/>
                <a:gd name="csX4" fmla="*/ 344219 w 474420"/>
                <a:gd name="csY4" fmla="*/ 201989 h 321501"/>
                <a:gd name="csX5" fmla="*/ 352980 w 474420"/>
                <a:gd name="csY5" fmla="*/ 275048 h 321501"/>
                <a:gd name="csX6" fmla="*/ 273842 w 474420"/>
                <a:gd name="csY6" fmla="*/ 319071 h 321501"/>
                <a:gd name="csX7" fmla="*/ 175359 w 474420"/>
                <a:gd name="csY7" fmla="*/ 310185 h 321501"/>
                <a:gd name="csX8" fmla="*/ 90966 w 474420"/>
                <a:gd name="csY8" fmla="*/ 274643 h 321501"/>
                <a:gd name="csX9" fmla="*/ 54720 w 474420"/>
                <a:gd name="csY9" fmla="*/ 210830 h 321501"/>
                <a:gd name="csX10" fmla="*/ 22492 w 474420"/>
                <a:gd name="csY10" fmla="*/ 169492 h 321501"/>
                <a:gd name="csX11" fmla="*/ 0 w 474420"/>
                <a:gd name="csY11" fmla="*/ 140842 h 321501"/>
                <a:gd name="csX12" fmla="*/ 434 w 474420"/>
                <a:gd name="csY12" fmla="*/ 0 h 321501"/>
                <a:gd name="csX13" fmla="*/ 31483 w 474420"/>
                <a:gd name="csY13" fmla="*/ 712 h 321501"/>
                <a:gd name="csX0" fmla="*/ 34309 w 477246"/>
                <a:gd name="csY0" fmla="*/ 712 h 321501"/>
                <a:gd name="csX1" fmla="*/ 310227 w 477246"/>
                <a:gd name="csY1" fmla="*/ 83060 h 321501"/>
                <a:gd name="csX2" fmla="*/ 326508 w 477246"/>
                <a:gd name="csY2" fmla="*/ 110525 h 321501"/>
                <a:gd name="csX3" fmla="*/ 477246 w 477246"/>
                <a:gd name="csY3" fmla="*/ 193238 h 321501"/>
                <a:gd name="csX4" fmla="*/ 347045 w 477246"/>
                <a:gd name="csY4" fmla="*/ 201989 h 321501"/>
                <a:gd name="csX5" fmla="*/ 355806 w 477246"/>
                <a:gd name="csY5" fmla="*/ 275048 h 321501"/>
                <a:gd name="csX6" fmla="*/ 276668 w 477246"/>
                <a:gd name="csY6" fmla="*/ 319071 h 321501"/>
                <a:gd name="csX7" fmla="*/ 178185 w 477246"/>
                <a:gd name="csY7" fmla="*/ 310185 h 321501"/>
                <a:gd name="csX8" fmla="*/ 93792 w 477246"/>
                <a:gd name="csY8" fmla="*/ 274643 h 321501"/>
                <a:gd name="csX9" fmla="*/ 57546 w 477246"/>
                <a:gd name="csY9" fmla="*/ 210830 h 321501"/>
                <a:gd name="csX10" fmla="*/ 25318 w 477246"/>
                <a:gd name="csY10" fmla="*/ 169492 h 321501"/>
                <a:gd name="csX11" fmla="*/ 2826 w 477246"/>
                <a:gd name="csY11" fmla="*/ 140842 h 321501"/>
                <a:gd name="csX12" fmla="*/ 3260 w 477246"/>
                <a:gd name="csY12" fmla="*/ 0 h 321501"/>
                <a:gd name="csX13" fmla="*/ 34309 w 477246"/>
                <a:gd name="csY13" fmla="*/ 712 h 321501"/>
                <a:gd name="csX0" fmla="*/ 41717 w 484654"/>
                <a:gd name="csY0" fmla="*/ 712 h 321501"/>
                <a:gd name="csX1" fmla="*/ 317635 w 484654"/>
                <a:gd name="csY1" fmla="*/ 83060 h 321501"/>
                <a:gd name="csX2" fmla="*/ 333916 w 484654"/>
                <a:gd name="csY2" fmla="*/ 110525 h 321501"/>
                <a:gd name="csX3" fmla="*/ 484654 w 484654"/>
                <a:gd name="csY3" fmla="*/ 193238 h 321501"/>
                <a:gd name="csX4" fmla="*/ 354453 w 484654"/>
                <a:gd name="csY4" fmla="*/ 201989 h 321501"/>
                <a:gd name="csX5" fmla="*/ 363214 w 484654"/>
                <a:gd name="csY5" fmla="*/ 275048 h 321501"/>
                <a:gd name="csX6" fmla="*/ 284076 w 484654"/>
                <a:gd name="csY6" fmla="*/ 319071 h 321501"/>
                <a:gd name="csX7" fmla="*/ 185593 w 484654"/>
                <a:gd name="csY7" fmla="*/ 310185 h 321501"/>
                <a:gd name="csX8" fmla="*/ 101200 w 484654"/>
                <a:gd name="csY8" fmla="*/ 274643 h 321501"/>
                <a:gd name="csX9" fmla="*/ 64954 w 484654"/>
                <a:gd name="csY9" fmla="*/ 210830 h 321501"/>
                <a:gd name="csX10" fmla="*/ 32726 w 484654"/>
                <a:gd name="csY10" fmla="*/ 169492 h 321501"/>
                <a:gd name="csX11" fmla="*/ 10234 w 484654"/>
                <a:gd name="csY11" fmla="*/ 140842 h 321501"/>
                <a:gd name="csX12" fmla="*/ 10668 w 484654"/>
                <a:gd name="csY12" fmla="*/ 0 h 321501"/>
                <a:gd name="csX13" fmla="*/ 41717 w 484654"/>
                <a:gd name="csY13" fmla="*/ 712 h 321501"/>
                <a:gd name="csX0" fmla="*/ 34814 w 477751"/>
                <a:gd name="csY0" fmla="*/ 712 h 321501"/>
                <a:gd name="csX1" fmla="*/ 310732 w 477751"/>
                <a:gd name="csY1" fmla="*/ 83060 h 321501"/>
                <a:gd name="csX2" fmla="*/ 327013 w 477751"/>
                <a:gd name="csY2" fmla="*/ 110525 h 321501"/>
                <a:gd name="csX3" fmla="*/ 477751 w 477751"/>
                <a:gd name="csY3" fmla="*/ 193238 h 321501"/>
                <a:gd name="csX4" fmla="*/ 347550 w 477751"/>
                <a:gd name="csY4" fmla="*/ 201989 h 321501"/>
                <a:gd name="csX5" fmla="*/ 356311 w 477751"/>
                <a:gd name="csY5" fmla="*/ 275048 h 321501"/>
                <a:gd name="csX6" fmla="*/ 277173 w 477751"/>
                <a:gd name="csY6" fmla="*/ 319071 h 321501"/>
                <a:gd name="csX7" fmla="*/ 178690 w 477751"/>
                <a:gd name="csY7" fmla="*/ 310185 h 321501"/>
                <a:gd name="csX8" fmla="*/ 94297 w 477751"/>
                <a:gd name="csY8" fmla="*/ 274643 h 321501"/>
                <a:gd name="csX9" fmla="*/ 58051 w 477751"/>
                <a:gd name="csY9" fmla="*/ 210830 h 321501"/>
                <a:gd name="csX10" fmla="*/ 25823 w 477751"/>
                <a:gd name="csY10" fmla="*/ 169492 h 321501"/>
                <a:gd name="csX11" fmla="*/ 3331 w 477751"/>
                <a:gd name="csY11" fmla="*/ 140842 h 321501"/>
                <a:gd name="csX12" fmla="*/ 3765 w 477751"/>
                <a:gd name="csY12" fmla="*/ 0 h 321501"/>
                <a:gd name="csX13" fmla="*/ 34814 w 477751"/>
                <a:gd name="csY13" fmla="*/ 712 h 321501"/>
                <a:gd name="csX0" fmla="*/ 31483 w 474420"/>
                <a:gd name="csY0" fmla="*/ 712 h 321501"/>
                <a:gd name="csX1" fmla="*/ 307401 w 474420"/>
                <a:gd name="csY1" fmla="*/ 83060 h 321501"/>
                <a:gd name="csX2" fmla="*/ 323682 w 474420"/>
                <a:gd name="csY2" fmla="*/ 110525 h 321501"/>
                <a:gd name="csX3" fmla="*/ 474420 w 474420"/>
                <a:gd name="csY3" fmla="*/ 193238 h 321501"/>
                <a:gd name="csX4" fmla="*/ 344219 w 474420"/>
                <a:gd name="csY4" fmla="*/ 201989 h 321501"/>
                <a:gd name="csX5" fmla="*/ 352980 w 474420"/>
                <a:gd name="csY5" fmla="*/ 275048 h 321501"/>
                <a:gd name="csX6" fmla="*/ 273842 w 474420"/>
                <a:gd name="csY6" fmla="*/ 319071 h 321501"/>
                <a:gd name="csX7" fmla="*/ 175359 w 474420"/>
                <a:gd name="csY7" fmla="*/ 310185 h 321501"/>
                <a:gd name="csX8" fmla="*/ 90966 w 474420"/>
                <a:gd name="csY8" fmla="*/ 274643 h 321501"/>
                <a:gd name="csX9" fmla="*/ 54720 w 474420"/>
                <a:gd name="csY9" fmla="*/ 210830 h 321501"/>
                <a:gd name="csX10" fmla="*/ 22492 w 474420"/>
                <a:gd name="csY10" fmla="*/ 169492 h 321501"/>
                <a:gd name="csX11" fmla="*/ 4775 w 474420"/>
                <a:gd name="csY11" fmla="*/ 177166 h 321501"/>
                <a:gd name="csX12" fmla="*/ 0 w 474420"/>
                <a:gd name="csY12" fmla="*/ 140842 h 321501"/>
                <a:gd name="csX13" fmla="*/ 434 w 474420"/>
                <a:gd name="csY13" fmla="*/ 0 h 321501"/>
                <a:gd name="csX14" fmla="*/ 31483 w 474420"/>
                <a:gd name="csY14" fmla="*/ 712 h 321501"/>
                <a:gd name="csX0" fmla="*/ 31483 w 474420"/>
                <a:gd name="csY0" fmla="*/ 712 h 321501"/>
                <a:gd name="csX1" fmla="*/ 307401 w 474420"/>
                <a:gd name="csY1" fmla="*/ 83060 h 321501"/>
                <a:gd name="csX2" fmla="*/ 323682 w 474420"/>
                <a:gd name="csY2" fmla="*/ 110525 h 321501"/>
                <a:gd name="csX3" fmla="*/ 474420 w 474420"/>
                <a:gd name="csY3" fmla="*/ 193238 h 321501"/>
                <a:gd name="csX4" fmla="*/ 344219 w 474420"/>
                <a:gd name="csY4" fmla="*/ 201989 h 321501"/>
                <a:gd name="csX5" fmla="*/ 352980 w 474420"/>
                <a:gd name="csY5" fmla="*/ 275048 h 321501"/>
                <a:gd name="csX6" fmla="*/ 273842 w 474420"/>
                <a:gd name="csY6" fmla="*/ 319071 h 321501"/>
                <a:gd name="csX7" fmla="*/ 175359 w 474420"/>
                <a:gd name="csY7" fmla="*/ 310185 h 321501"/>
                <a:gd name="csX8" fmla="*/ 90966 w 474420"/>
                <a:gd name="csY8" fmla="*/ 274643 h 321501"/>
                <a:gd name="csX9" fmla="*/ 54720 w 474420"/>
                <a:gd name="csY9" fmla="*/ 210830 h 321501"/>
                <a:gd name="csX10" fmla="*/ 22492 w 474420"/>
                <a:gd name="csY10" fmla="*/ 169492 h 321501"/>
                <a:gd name="csX11" fmla="*/ 11000 w 474420"/>
                <a:gd name="csY11" fmla="*/ 154145 h 321501"/>
                <a:gd name="csX12" fmla="*/ 0 w 474420"/>
                <a:gd name="csY12" fmla="*/ 140842 h 321501"/>
                <a:gd name="csX13" fmla="*/ 434 w 474420"/>
                <a:gd name="csY13" fmla="*/ 0 h 321501"/>
                <a:gd name="csX14" fmla="*/ 31483 w 474420"/>
                <a:gd name="csY14" fmla="*/ 712 h 321501"/>
                <a:gd name="csX0" fmla="*/ 31483 w 474420"/>
                <a:gd name="csY0" fmla="*/ 712 h 321501"/>
                <a:gd name="csX1" fmla="*/ 307401 w 474420"/>
                <a:gd name="csY1" fmla="*/ 83060 h 321501"/>
                <a:gd name="csX2" fmla="*/ 323682 w 474420"/>
                <a:gd name="csY2" fmla="*/ 110525 h 321501"/>
                <a:gd name="csX3" fmla="*/ 474420 w 474420"/>
                <a:gd name="csY3" fmla="*/ 193238 h 321501"/>
                <a:gd name="csX4" fmla="*/ 344219 w 474420"/>
                <a:gd name="csY4" fmla="*/ 201989 h 321501"/>
                <a:gd name="csX5" fmla="*/ 352980 w 474420"/>
                <a:gd name="csY5" fmla="*/ 275048 h 321501"/>
                <a:gd name="csX6" fmla="*/ 273842 w 474420"/>
                <a:gd name="csY6" fmla="*/ 319071 h 321501"/>
                <a:gd name="csX7" fmla="*/ 175359 w 474420"/>
                <a:gd name="csY7" fmla="*/ 310185 h 321501"/>
                <a:gd name="csX8" fmla="*/ 90966 w 474420"/>
                <a:gd name="csY8" fmla="*/ 274643 h 321501"/>
                <a:gd name="csX9" fmla="*/ 54720 w 474420"/>
                <a:gd name="csY9" fmla="*/ 210830 h 321501"/>
                <a:gd name="csX10" fmla="*/ 22492 w 474420"/>
                <a:gd name="csY10" fmla="*/ 169492 h 321501"/>
                <a:gd name="csX11" fmla="*/ 11000 w 474420"/>
                <a:gd name="csY11" fmla="*/ 154145 h 321501"/>
                <a:gd name="csX12" fmla="*/ 0 w 474420"/>
                <a:gd name="csY12" fmla="*/ 140842 h 321501"/>
                <a:gd name="csX13" fmla="*/ 434 w 474420"/>
                <a:gd name="csY13" fmla="*/ 0 h 321501"/>
                <a:gd name="csX14" fmla="*/ 31483 w 474420"/>
                <a:gd name="csY14" fmla="*/ 712 h 321501"/>
                <a:gd name="csX0" fmla="*/ 31483 w 474420"/>
                <a:gd name="csY0" fmla="*/ 712 h 321501"/>
                <a:gd name="csX1" fmla="*/ 307401 w 474420"/>
                <a:gd name="csY1" fmla="*/ 83060 h 321501"/>
                <a:gd name="csX2" fmla="*/ 323682 w 474420"/>
                <a:gd name="csY2" fmla="*/ 110525 h 321501"/>
                <a:gd name="csX3" fmla="*/ 474420 w 474420"/>
                <a:gd name="csY3" fmla="*/ 193238 h 321501"/>
                <a:gd name="csX4" fmla="*/ 344219 w 474420"/>
                <a:gd name="csY4" fmla="*/ 201989 h 321501"/>
                <a:gd name="csX5" fmla="*/ 352980 w 474420"/>
                <a:gd name="csY5" fmla="*/ 275048 h 321501"/>
                <a:gd name="csX6" fmla="*/ 273842 w 474420"/>
                <a:gd name="csY6" fmla="*/ 319071 h 321501"/>
                <a:gd name="csX7" fmla="*/ 175359 w 474420"/>
                <a:gd name="csY7" fmla="*/ 310185 h 321501"/>
                <a:gd name="csX8" fmla="*/ 90966 w 474420"/>
                <a:gd name="csY8" fmla="*/ 274643 h 321501"/>
                <a:gd name="csX9" fmla="*/ 54720 w 474420"/>
                <a:gd name="csY9" fmla="*/ 210830 h 321501"/>
                <a:gd name="csX10" fmla="*/ 34463 w 474420"/>
                <a:gd name="csY10" fmla="*/ 184436 h 321501"/>
                <a:gd name="csX11" fmla="*/ 11000 w 474420"/>
                <a:gd name="csY11" fmla="*/ 154145 h 321501"/>
                <a:gd name="csX12" fmla="*/ 0 w 474420"/>
                <a:gd name="csY12" fmla="*/ 140842 h 321501"/>
                <a:gd name="csX13" fmla="*/ 434 w 474420"/>
                <a:gd name="csY13" fmla="*/ 0 h 321501"/>
                <a:gd name="csX14" fmla="*/ 31483 w 474420"/>
                <a:gd name="csY14" fmla="*/ 712 h 321501"/>
                <a:gd name="csX0" fmla="*/ 31483 w 474420"/>
                <a:gd name="csY0" fmla="*/ 712 h 321501"/>
                <a:gd name="csX1" fmla="*/ 307401 w 474420"/>
                <a:gd name="csY1" fmla="*/ 83060 h 321501"/>
                <a:gd name="csX2" fmla="*/ 323682 w 474420"/>
                <a:gd name="csY2" fmla="*/ 110525 h 321501"/>
                <a:gd name="csX3" fmla="*/ 474420 w 474420"/>
                <a:gd name="csY3" fmla="*/ 193238 h 321501"/>
                <a:gd name="csX4" fmla="*/ 344219 w 474420"/>
                <a:gd name="csY4" fmla="*/ 201989 h 321501"/>
                <a:gd name="csX5" fmla="*/ 352980 w 474420"/>
                <a:gd name="csY5" fmla="*/ 275048 h 321501"/>
                <a:gd name="csX6" fmla="*/ 273842 w 474420"/>
                <a:gd name="csY6" fmla="*/ 319071 h 321501"/>
                <a:gd name="csX7" fmla="*/ 175359 w 474420"/>
                <a:gd name="csY7" fmla="*/ 310185 h 321501"/>
                <a:gd name="csX8" fmla="*/ 90966 w 474420"/>
                <a:gd name="csY8" fmla="*/ 274643 h 321501"/>
                <a:gd name="csX9" fmla="*/ 54720 w 474420"/>
                <a:gd name="csY9" fmla="*/ 210830 h 321501"/>
                <a:gd name="csX10" fmla="*/ 34463 w 474420"/>
                <a:gd name="csY10" fmla="*/ 184436 h 321501"/>
                <a:gd name="csX11" fmla="*/ 11000 w 474420"/>
                <a:gd name="csY11" fmla="*/ 154145 h 321501"/>
                <a:gd name="csX12" fmla="*/ 0 w 474420"/>
                <a:gd name="csY12" fmla="*/ 140842 h 321501"/>
                <a:gd name="csX13" fmla="*/ 434 w 474420"/>
                <a:gd name="csY13" fmla="*/ 0 h 321501"/>
                <a:gd name="csX14" fmla="*/ 31483 w 474420"/>
                <a:gd name="csY14" fmla="*/ 712 h 321501"/>
                <a:gd name="csX0" fmla="*/ 31483 w 474420"/>
                <a:gd name="csY0" fmla="*/ 712 h 321501"/>
                <a:gd name="csX1" fmla="*/ 307401 w 474420"/>
                <a:gd name="csY1" fmla="*/ 83060 h 321501"/>
                <a:gd name="csX2" fmla="*/ 323682 w 474420"/>
                <a:gd name="csY2" fmla="*/ 110525 h 321501"/>
                <a:gd name="csX3" fmla="*/ 474420 w 474420"/>
                <a:gd name="csY3" fmla="*/ 193238 h 321501"/>
                <a:gd name="csX4" fmla="*/ 344219 w 474420"/>
                <a:gd name="csY4" fmla="*/ 201989 h 321501"/>
                <a:gd name="csX5" fmla="*/ 352980 w 474420"/>
                <a:gd name="csY5" fmla="*/ 275048 h 321501"/>
                <a:gd name="csX6" fmla="*/ 273842 w 474420"/>
                <a:gd name="csY6" fmla="*/ 319071 h 321501"/>
                <a:gd name="csX7" fmla="*/ 175359 w 474420"/>
                <a:gd name="csY7" fmla="*/ 310185 h 321501"/>
                <a:gd name="csX8" fmla="*/ 90966 w 474420"/>
                <a:gd name="csY8" fmla="*/ 274643 h 321501"/>
                <a:gd name="csX9" fmla="*/ 54720 w 474420"/>
                <a:gd name="csY9" fmla="*/ 210830 h 321501"/>
                <a:gd name="csX10" fmla="*/ 34463 w 474420"/>
                <a:gd name="csY10" fmla="*/ 184436 h 321501"/>
                <a:gd name="csX11" fmla="*/ 11000 w 474420"/>
                <a:gd name="csY11" fmla="*/ 154145 h 321501"/>
                <a:gd name="csX12" fmla="*/ 0 w 474420"/>
                <a:gd name="csY12" fmla="*/ 140842 h 321501"/>
                <a:gd name="csX13" fmla="*/ 434 w 474420"/>
                <a:gd name="csY13" fmla="*/ 0 h 321501"/>
                <a:gd name="csX14" fmla="*/ 31483 w 474420"/>
                <a:gd name="csY14" fmla="*/ 712 h 321501"/>
                <a:gd name="csX0" fmla="*/ 31483 w 474420"/>
                <a:gd name="csY0" fmla="*/ 712 h 321501"/>
                <a:gd name="csX1" fmla="*/ 307401 w 474420"/>
                <a:gd name="csY1" fmla="*/ 83060 h 321501"/>
                <a:gd name="csX2" fmla="*/ 323682 w 474420"/>
                <a:gd name="csY2" fmla="*/ 110525 h 321501"/>
                <a:gd name="csX3" fmla="*/ 474420 w 474420"/>
                <a:gd name="csY3" fmla="*/ 193238 h 321501"/>
                <a:gd name="csX4" fmla="*/ 344219 w 474420"/>
                <a:gd name="csY4" fmla="*/ 201989 h 321501"/>
                <a:gd name="csX5" fmla="*/ 352980 w 474420"/>
                <a:gd name="csY5" fmla="*/ 275048 h 321501"/>
                <a:gd name="csX6" fmla="*/ 273842 w 474420"/>
                <a:gd name="csY6" fmla="*/ 319071 h 321501"/>
                <a:gd name="csX7" fmla="*/ 175359 w 474420"/>
                <a:gd name="csY7" fmla="*/ 310185 h 321501"/>
                <a:gd name="csX8" fmla="*/ 90966 w 474420"/>
                <a:gd name="csY8" fmla="*/ 274643 h 321501"/>
                <a:gd name="csX9" fmla="*/ 54720 w 474420"/>
                <a:gd name="csY9" fmla="*/ 210830 h 321501"/>
                <a:gd name="csX10" fmla="*/ 34463 w 474420"/>
                <a:gd name="csY10" fmla="*/ 184436 h 321501"/>
                <a:gd name="csX11" fmla="*/ 11000 w 474420"/>
                <a:gd name="csY11" fmla="*/ 154145 h 321501"/>
                <a:gd name="csX12" fmla="*/ 0 w 474420"/>
                <a:gd name="csY12" fmla="*/ 140842 h 321501"/>
                <a:gd name="csX13" fmla="*/ 434 w 474420"/>
                <a:gd name="csY13" fmla="*/ 0 h 321501"/>
                <a:gd name="csX14" fmla="*/ 31483 w 474420"/>
                <a:gd name="csY14" fmla="*/ 712 h 3215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74420" h="321501">
                  <a:moveTo>
                    <a:pt x="31483" y="712"/>
                  </a:moveTo>
                  <a:cubicBezTo>
                    <a:pt x="123456" y="28161"/>
                    <a:pt x="211119" y="74190"/>
                    <a:pt x="307401" y="83060"/>
                  </a:cubicBezTo>
                  <a:lnTo>
                    <a:pt x="323682" y="110525"/>
                  </a:lnTo>
                  <a:cubicBezTo>
                    <a:pt x="372094" y="134335"/>
                    <a:pt x="472194" y="175301"/>
                    <a:pt x="474420" y="193238"/>
                  </a:cubicBezTo>
                  <a:cubicBezTo>
                    <a:pt x="432262" y="181211"/>
                    <a:pt x="357196" y="158683"/>
                    <a:pt x="344219" y="201989"/>
                  </a:cubicBezTo>
                  <a:cubicBezTo>
                    <a:pt x="326096" y="240934"/>
                    <a:pt x="364709" y="255534"/>
                    <a:pt x="352980" y="275048"/>
                  </a:cubicBezTo>
                  <a:cubicBezTo>
                    <a:pt x="341251" y="294562"/>
                    <a:pt x="303445" y="313215"/>
                    <a:pt x="273842" y="319071"/>
                  </a:cubicBezTo>
                  <a:cubicBezTo>
                    <a:pt x="222384" y="323379"/>
                    <a:pt x="207429" y="322840"/>
                    <a:pt x="175359" y="310185"/>
                  </a:cubicBezTo>
                  <a:cubicBezTo>
                    <a:pt x="102057" y="279490"/>
                    <a:pt x="111073" y="291202"/>
                    <a:pt x="90966" y="274643"/>
                  </a:cubicBezTo>
                  <a:cubicBezTo>
                    <a:pt x="70860" y="258084"/>
                    <a:pt x="67330" y="228086"/>
                    <a:pt x="54720" y="210830"/>
                  </a:cubicBezTo>
                  <a:cubicBezTo>
                    <a:pt x="42110" y="193574"/>
                    <a:pt x="42308" y="195298"/>
                    <a:pt x="34463" y="184436"/>
                  </a:cubicBezTo>
                  <a:cubicBezTo>
                    <a:pt x="26139" y="175594"/>
                    <a:pt x="14749" y="158920"/>
                    <a:pt x="11000" y="154145"/>
                  </a:cubicBezTo>
                  <a:lnTo>
                    <a:pt x="0" y="140842"/>
                  </a:lnTo>
                  <a:cubicBezTo>
                    <a:pt x="145" y="93895"/>
                    <a:pt x="289" y="46947"/>
                    <a:pt x="434" y="0"/>
                  </a:cubicBezTo>
                  <a:lnTo>
                    <a:pt x="31483" y="712"/>
                  </a:lnTo>
                  <a:close/>
                </a:path>
              </a:pathLst>
            </a:custGeom>
            <a:solidFill>
              <a:srgbClr val="00B050">
                <a:alpha val="25000"/>
              </a:srgbClr>
            </a:solidFill>
            <a:ln w="12700">
              <a:solidFill>
                <a:srgbClr val="00B05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42BA158-BF91-110F-C125-319D3F3BBF92}"/>
                </a:ext>
              </a:extLst>
            </p:cNvPr>
            <p:cNvSpPr txBox="1"/>
            <p:nvPr/>
          </p:nvSpPr>
          <p:spPr>
            <a:xfrm>
              <a:off x="1585157" y="3484956"/>
              <a:ext cx="838003" cy="369332"/>
            </a:xfrm>
            <a:prstGeom prst="rect">
              <a:avLst/>
            </a:prstGeom>
            <a:solidFill>
              <a:srgbClr val="0070C0"/>
            </a:solidFill>
          </p:spPr>
          <p:txBody>
            <a:bodyPr wrap="square" rtlCol="0">
              <a:spAutoFit/>
            </a:bodyPr>
            <a:lstStyle/>
            <a:p>
              <a:r>
                <a:rPr lang="en-US" b="1" dirty="0">
                  <a:solidFill>
                    <a:schemeClr val="bg1"/>
                  </a:solidFill>
                </a:rPr>
                <a:t>Pylon</a:t>
              </a:r>
            </a:p>
          </p:txBody>
        </p:sp>
        <p:cxnSp>
          <p:nvCxnSpPr>
            <p:cNvPr id="22" name="Straight Arrow Connector 21">
              <a:extLst>
                <a:ext uri="{FF2B5EF4-FFF2-40B4-BE49-F238E27FC236}">
                  <a16:creationId xmlns:a16="http://schemas.microsoft.com/office/drawing/2014/main" id="{A06BA1B9-0522-90B5-660D-7E5B34C7DCDD}"/>
                </a:ext>
              </a:extLst>
            </p:cNvPr>
            <p:cNvCxnSpPr>
              <a:cxnSpLocks/>
              <a:stCxn id="21" idx="0"/>
              <a:endCxn id="20" idx="10"/>
            </p:cNvCxnSpPr>
            <p:nvPr/>
          </p:nvCxnSpPr>
          <p:spPr>
            <a:xfrm flipV="1">
              <a:off x="2004159" y="2764631"/>
              <a:ext cx="1124804" cy="720325"/>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nvGrpSpPr>
          <p:cNvPr id="31" name="Group 30">
            <a:extLst>
              <a:ext uri="{FF2B5EF4-FFF2-40B4-BE49-F238E27FC236}">
                <a16:creationId xmlns:a16="http://schemas.microsoft.com/office/drawing/2014/main" id="{7DD4D1F1-D5F5-6B3C-3657-EC3673B0D7E8}"/>
              </a:ext>
            </a:extLst>
          </p:cNvPr>
          <p:cNvGrpSpPr/>
          <p:nvPr/>
        </p:nvGrpSpPr>
        <p:grpSpPr>
          <a:xfrm>
            <a:off x="3913016" y="2640047"/>
            <a:ext cx="5025702" cy="2827009"/>
            <a:chOff x="2760491" y="2786130"/>
            <a:chExt cx="5025702" cy="2827009"/>
          </a:xfrm>
        </p:grpSpPr>
        <p:sp>
          <p:nvSpPr>
            <p:cNvPr id="32" name="Freeform: Shape 31">
              <a:extLst>
                <a:ext uri="{FF2B5EF4-FFF2-40B4-BE49-F238E27FC236}">
                  <a16:creationId xmlns:a16="http://schemas.microsoft.com/office/drawing/2014/main" id="{565F4CAA-1206-E83E-5229-FB4E858D04EA}"/>
                </a:ext>
              </a:extLst>
            </p:cNvPr>
            <p:cNvSpPr/>
            <p:nvPr/>
          </p:nvSpPr>
          <p:spPr>
            <a:xfrm>
              <a:off x="3389716" y="2786130"/>
              <a:ext cx="4396477" cy="2168840"/>
            </a:xfrm>
            <a:custGeom>
              <a:avLst/>
              <a:gdLst>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52425 w 568325"/>
                <a:gd name="csY3" fmla="*/ 4191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73075"/>
                <a:gd name="csX1" fmla="*/ 536575 w 568325"/>
                <a:gd name="csY1" fmla="*/ 244475 h 473075"/>
                <a:gd name="csX2" fmla="*/ 568325 w 568325"/>
                <a:gd name="csY2" fmla="*/ 336550 h 473075"/>
                <a:gd name="csX3" fmla="*/ 336550 w 568325"/>
                <a:gd name="csY3" fmla="*/ 406400 h 473075"/>
                <a:gd name="csX4" fmla="*/ 117475 w 568325"/>
                <a:gd name="csY4" fmla="*/ 463550 h 473075"/>
                <a:gd name="csX5" fmla="*/ 34925 w 568325"/>
                <a:gd name="csY5" fmla="*/ 473075 h 473075"/>
                <a:gd name="csX6" fmla="*/ 0 w 568325"/>
                <a:gd name="csY6" fmla="*/ 165100 h 473075"/>
                <a:gd name="csX7" fmla="*/ 47625 w 568325"/>
                <a:gd name="csY7" fmla="*/ 63500 h 473075"/>
                <a:gd name="csX8" fmla="*/ 133350 w 568325"/>
                <a:gd name="csY8" fmla="*/ 0 h 473075"/>
                <a:gd name="csX9" fmla="*/ 384175 w 568325"/>
                <a:gd name="csY9" fmla="*/ 41275 h 473075"/>
                <a:gd name="csX10" fmla="*/ 447675 w 568325"/>
                <a:gd name="csY10" fmla="*/ 57150 h 473075"/>
                <a:gd name="csX11" fmla="*/ 539750 w 568325"/>
                <a:gd name="csY11" fmla="*/ 127000 h 473075"/>
                <a:gd name="csX0" fmla="*/ 539750 w 568325"/>
                <a:gd name="csY0" fmla="*/ 127000 h 483805"/>
                <a:gd name="csX1" fmla="*/ 536575 w 568325"/>
                <a:gd name="csY1" fmla="*/ 244475 h 483805"/>
                <a:gd name="csX2" fmla="*/ 568325 w 568325"/>
                <a:gd name="csY2" fmla="*/ 336550 h 483805"/>
                <a:gd name="csX3" fmla="*/ 336550 w 568325"/>
                <a:gd name="csY3" fmla="*/ 406400 h 483805"/>
                <a:gd name="csX4" fmla="*/ 34925 w 568325"/>
                <a:gd name="csY4" fmla="*/ 473075 h 483805"/>
                <a:gd name="csX5" fmla="*/ 0 w 568325"/>
                <a:gd name="csY5" fmla="*/ 165100 h 483805"/>
                <a:gd name="csX6" fmla="*/ 47625 w 568325"/>
                <a:gd name="csY6" fmla="*/ 63500 h 483805"/>
                <a:gd name="csX7" fmla="*/ 133350 w 568325"/>
                <a:gd name="csY7" fmla="*/ 0 h 483805"/>
                <a:gd name="csX8" fmla="*/ 384175 w 568325"/>
                <a:gd name="csY8" fmla="*/ 41275 h 483805"/>
                <a:gd name="csX9" fmla="*/ 447675 w 568325"/>
                <a:gd name="csY9" fmla="*/ 57150 h 483805"/>
                <a:gd name="csX10" fmla="*/ 539750 w 568325"/>
                <a:gd name="csY10" fmla="*/ 127000 h 483805"/>
                <a:gd name="csX0" fmla="*/ 539750 w 568325"/>
                <a:gd name="csY0" fmla="*/ 127000 h 473075"/>
                <a:gd name="csX1" fmla="*/ 536575 w 568325"/>
                <a:gd name="csY1" fmla="*/ 244475 h 473075"/>
                <a:gd name="csX2" fmla="*/ 568325 w 568325"/>
                <a:gd name="csY2" fmla="*/ 336550 h 473075"/>
                <a:gd name="csX3" fmla="*/ 336550 w 568325"/>
                <a:gd name="csY3" fmla="*/ 406400 h 473075"/>
                <a:gd name="csX4" fmla="*/ 34925 w 568325"/>
                <a:gd name="csY4" fmla="*/ 473075 h 473075"/>
                <a:gd name="csX5" fmla="*/ 0 w 568325"/>
                <a:gd name="csY5" fmla="*/ 165100 h 473075"/>
                <a:gd name="csX6" fmla="*/ 47625 w 568325"/>
                <a:gd name="csY6" fmla="*/ 63500 h 473075"/>
                <a:gd name="csX7" fmla="*/ 133350 w 568325"/>
                <a:gd name="csY7" fmla="*/ 0 h 473075"/>
                <a:gd name="csX8" fmla="*/ 384175 w 568325"/>
                <a:gd name="csY8" fmla="*/ 41275 h 473075"/>
                <a:gd name="csX9" fmla="*/ 447675 w 568325"/>
                <a:gd name="csY9" fmla="*/ 57150 h 473075"/>
                <a:gd name="csX10" fmla="*/ 539750 w 568325"/>
                <a:gd name="csY10" fmla="*/ 127000 h 473075"/>
                <a:gd name="csX0" fmla="*/ 539750 w 568325"/>
                <a:gd name="csY0" fmla="*/ 111125 h 457200"/>
                <a:gd name="csX1" fmla="*/ 536575 w 568325"/>
                <a:gd name="csY1" fmla="*/ 228600 h 457200"/>
                <a:gd name="csX2" fmla="*/ 568325 w 568325"/>
                <a:gd name="csY2" fmla="*/ 320675 h 457200"/>
                <a:gd name="csX3" fmla="*/ 336550 w 568325"/>
                <a:gd name="csY3" fmla="*/ 390525 h 457200"/>
                <a:gd name="csX4" fmla="*/ 34925 w 568325"/>
                <a:gd name="csY4" fmla="*/ 457200 h 457200"/>
                <a:gd name="csX5" fmla="*/ 0 w 568325"/>
                <a:gd name="csY5" fmla="*/ 149225 h 457200"/>
                <a:gd name="csX6" fmla="*/ 47625 w 568325"/>
                <a:gd name="csY6" fmla="*/ 47625 h 457200"/>
                <a:gd name="csX7" fmla="*/ 158750 w 568325"/>
                <a:gd name="csY7" fmla="*/ 0 h 457200"/>
                <a:gd name="csX8" fmla="*/ 384175 w 568325"/>
                <a:gd name="csY8" fmla="*/ 25400 h 457200"/>
                <a:gd name="csX9" fmla="*/ 447675 w 568325"/>
                <a:gd name="csY9" fmla="*/ 41275 h 457200"/>
                <a:gd name="csX10" fmla="*/ 539750 w 568325"/>
                <a:gd name="csY10" fmla="*/ 111125 h 457200"/>
                <a:gd name="csX0" fmla="*/ 539750 w 568325"/>
                <a:gd name="csY0" fmla="*/ 123825 h 469900"/>
                <a:gd name="csX1" fmla="*/ 536575 w 568325"/>
                <a:gd name="csY1" fmla="*/ 241300 h 469900"/>
                <a:gd name="csX2" fmla="*/ 568325 w 568325"/>
                <a:gd name="csY2" fmla="*/ 333375 h 469900"/>
                <a:gd name="csX3" fmla="*/ 336550 w 568325"/>
                <a:gd name="csY3" fmla="*/ 403225 h 469900"/>
                <a:gd name="csX4" fmla="*/ 34925 w 568325"/>
                <a:gd name="csY4" fmla="*/ 469900 h 469900"/>
                <a:gd name="csX5" fmla="*/ 0 w 568325"/>
                <a:gd name="csY5" fmla="*/ 161925 h 469900"/>
                <a:gd name="csX6" fmla="*/ 47625 w 568325"/>
                <a:gd name="csY6" fmla="*/ 60325 h 469900"/>
                <a:gd name="csX7" fmla="*/ 155575 w 568325"/>
                <a:gd name="csY7" fmla="*/ 0 h 469900"/>
                <a:gd name="csX8" fmla="*/ 384175 w 568325"/>
                <a:gd name="csY8" fmla="*/ 38100 h 469900"/>
                <a:gd name="csX9" fmla="*/ 447675 w 568325"/>
                <a:gd name="csY9" fmla="*/ 53975 h 469900"/>
                <a:gd name="csX10" fmla="*/ 539750 w 568325"/>
                <a:gd name="csY10" fmla="*/ 123825 h 469900"/>
                <a:gd name="csX0" fmla="*/ 539750 w 568325"/>
                <a:gd name="csY0" fmla="*/ 123825 h 469900"/>
                <a:gd name="csX1" fmla="*/ 536575 w 568325"/>
                <a:gd name="csY1" fmla="*/ 241300 h 469900"/>
                <a:gd name="csX2" fmla="*/ 568325 w 568325"/>
                <a:gd name="csY2" fmla="*/ 333375 h 469900"/>
                <a:gd name="csX3" fmla="*/ 327025 w 568325"/>
                <a:gd name="csY3" fmla="*/ 371475 h 469900"/>
                <a:gd name="csX4" fmla="*/ 34925 w 568325"/>
                <a:gd name="csY4" fmla="*/ 469900 h 469900"/>
                <a:gd name="csX5" fmla="*/ 0 w 568325"/>
                <a:gd name="csY5" fmla="*/ 161925 h 469900"/>
                <a:gd name="csX6" fmla="*/ 47625 w 568325"/>
                <a:gd name="csY6" fmla="*/ 60325 h 469900"/>
                <a:gd name="csX7" fmla="*/ 155575 w 568325"/>
                <a:gd name="csY7" fmla="*/ 0 h 469900"/>
                <a:gd name="csX8" fmla="*/ 384175 w 568325"/>
                <a:gd name="csY8" fmla="*/ 38100 h 469900"/>
                <a:gd name="csX9" fmla="*/ 447675 w 568325"/>
                <a:gd name="csY9" fmla="*/ 53975 h 469900"/>
                <a:gd name="csX10" fmla="*/ 539750 w 568325"/>
                <a:gd name="csY10" fmla="*/ 123825 h 469900"/>
                <a:gd name="csX0" fmla="*/ 539750 w 549275"/>
                <a:gd name="csY0" fmla="*/ 123825 h 469900"/>
                <a:gd name="csX1" fmla="*/ 536575 w 549275"/>
                <a:gd name="csY1" fmla="*/ 241300 h 469900"/>
                <a:gd name="csX2" fmla="*/ 549275 w 549275"/>
                <a:gd name="csY2" fmla="*/ 317500 h 469900"/>
                <a:gd name="csX3" fmla="*/ 327025 w 549275"/>
                <a:gd name="csY3" fmla="*/ 371475 h 469900"/>
                <a:gd name="csX4" fmla="*/ 34925 w 549275"/>
                <a:gd name="csY4" fmla="*/ 469900 h 469900"/>
                <a:gd name="csX5" fmla="*/ 0 w 549275"/>
                <a:gd name="csY5" fmla="*/ 161925 h 469900"/>
                <a:gd name="csX6" fmla="*/ 47625 w 549275"/>
                <a:gd name="csY6" fmla="*/ 60325 h 469900"/>
                <a:gd name="csX7" fmla="*/ 155575 w 549275"/>
                <a:gd name="csY7" fmla="*/ 0 h 469900"/>
                <a:gd name="csX8" fmla="*/ 384175 w 549275"/>
                <a:gd name="csY8" fmla="*/ 38100 h 469900"/>
                <a:gd name="csX9" fmla="*/ 447675 w 549275"/>
                <a:gd name="csY9" fmla="*/ 53975 h 469900"/>
                <a:gd name="csX10" fmla="*/ 539750 w 549275"/>
                <a:gd name="csY10" fmla="*/ 123825 h 469900"/>
                <a:gd name="csX0" fmla="*/ 539750 w 549275"/>
                <a:gd name="csY0" fmla="*/ 123825 h 447675"/>
                <a:gd name="csX1" fmla="*/ 536575 w 549275"/>
                <a:gd name="csY1" fmla="*/ 241300 h 447675"/>
                <a:gd name="csX2" fmla="*/ 549275 w 549275"/>
                <a:gd name="csY2" fmla="*/ 317500 h 447675"/>
                <a:gd name="csX3" fmla="*/ 327025 w 549275"/>
                <a:gd name="csY3" fmla="*/ 371475 h 447675"/>
                <a:gd name="csX4" fmla="*/ 28575 w 549275"/>
                <a:gd name="csY4" fmla="*/ 447675 h 447675"/>
                <a:gd name="csX5" fmla="*/ 0 w 549275"/>
                <a:gd name="csY5" fmla="*/ 161925 h 447675"/>
                <a:gd name="csX6" fmla="*/ 47625 w 549275"/>
                <a:gd name="csY6" fmla="*/ 60325 h 447675"/>
                <a:gd name="csX7" fmla="*/ 155575 w 549275"/>
                <a:gd name="csY7" fmla="*/ 0 h 447675"/>
                <a:gd name="csX8" fmla="*/ 384175 w 549275"/>
                <a:gd name="csY8" fmla="*/ 38100 h 447675"/>
                <a:gd name="csX9" fmla="*/ 447675 w 549275"/>
                <a:gd name="csY9" fmla="*/ 53975 h 447675"/>
                <a:gd name="csX10" fmla="*/ 539750 w 549275"/>
                <a:gd name="csY10" fmla="*/ 123825 h 447675"/>
                <a:gd name="csX0" fmla="*/ 539750 w 549275"/>
                <a:gd name="csY0" fmla="*/ 123825 h 447675"/>
                <a:gd name="csX1" fmla="*/ 536575 w 549275"/>
                <a:gd name="csY1" fmla="*/ 241300 h 447675"/>
                <a:gd name="csX2" fmla="*/ 549275 w 549275"/>
                <a:gd name="csY2" fmla="*/ 317500 h 447675"/>
                <a:gd name="csX3" fmla="*/ 28575 w 549275"/>
                <a:gd name="csY3" fmla="*/ 447675 h 447675"/>
                <a:gd name="csX4" fmla="*/ 0 w 549275"/>
                <a:gd name="csY4" fmla="*/ 161925 h 447675"/>
                <a:gd name="csX5" fmla="*/ 47625 w 549275"/>
                <a:gd name="csY5" fmla="*/ 60325 h 447675"/>
                <a:gd name="csX6" fmla="*/ 155575 w 549275"/>
                <a:gd name="csY6" fmla="*/ 0 h 447675"/>
                <a:gd name="csX7" fmla="*/ 384175 w 549275"/>
                <a:gd name="csY7" fmla="*/ 38100 h 447675"/>
                <a:gd name="csX8" fmla="*/ 447675 w 549275"/>
                <a:gd name="csY8" fmla="*/ 53975 h 447675"/>
                <a:gd name="csX9" fmla="*/ 539750 w 549275"/>
                <a:gd name="csY9" fmla="*/ 123825 h 447675"/>
                <a:gd name="csX0" fmla="*/ 539750 w 549275"/>
                <a:gd name="csY0" fmla="*/ 123825 h 457200"/>
                <a:gd name="csX1" fmla="*/ 536575 w 549275"/>
                <a:gd name="csY1" fmla="*/ 241300 h 457200"/>
                <a:gd name="csX2" fmla="*/ 549275 w 549275"/>
                <a:gd name="csY2" fmla="*/ 317500 h 457200"/>
                <a:gd name="csX3" fmla="*/ 34925 w 549275"/>
                <a:gd name="csY3" fmla="*/ 457200 h 457200"/>
                <a:gd name="csX4" fmla="*/ 0 w 549275"/>
                <a:gd name="csY4" fmla="*/ 161925 h 457200"/>
                <a:gd name="csX5" fmla="*/ 47625 w 549275"/>
                <a:gd name="csY5" fmla="*/ 60325 h 457200"/>
                <a:gd name="csX6" fmla="*/ 155575 w 549275"/>
                <a:gd name="csY6" fmla="*/ 0 h 457200"/>
                <a:gd name="csX7" fmla="*/ 384175 w 549275"/>
                <a:gd name="csY7" fmla="*/ 38100 h 457200"/>
                <a:gd name="csX8" fmla="*/ 447675 w 549275"/>
                <a:gd name="csY8" fmla="*/ 53975 h 457200"/>
                <a:gd name="csX9" fmla="*/ 539750 w 549275"/>
                <a:gd name="csY9" fmla="*/ 123825 h 457200"/>
                <a:gd name="csX0" fmla="*/ 504825 w 514350"/>
                <a:gd name="csY0" fmla="*/ 123825 h 457200"/>
                <a:gd name="csX1" fmla="*/ 501650 w 514350"/>
                <a:gd name="csY1" fmla="*/ 241300 h 457200"/>
                <a:gd name="csX2" fmla="*/ 514350 w 514350"/>
                <a:gd name="csY2" fmla="*/ 317500 h 457200"/>
                <a:gd name="csX3" fmla="*/ 0 w 514350"/>
                <a:gd name="csY3" fmla="*/ 457200 h 457200"/>
                <a:gd name="csX4" fmla="*/ 189051 w 514350"/>
                <a:gd name="csY4" fmla="*/ 187774 h 457200"/>
                <a:gd name="csX5" fmla="*/ 12700 w 514350"/>
                <a:gd name="csY5" fmla="*/ 60325 h 457200"/>
                <a:gd name="csX6" fmla="*/ 120650 w 514350"/>
                <a:gd name="csY6" fmla="*/ 0 h 457200"/>
                <a:gd name="csX7" fmla="*/ 349250 w 514350"/>
                <a:gd name="csY7" fmla="*/ 38100 h 457200"/>
                <a:gd name="csX8" fmla="*/ 412750 w 514350"/>
                <a:gd name="csY8" fmla="*/ 53975 h 457200"/>
                <a:gd name="csX9" fmla="*/ 504825 w 514350"/>
                <a:gd name="csY9" fmla="*/ 123825 h 457200"/>
                <a:gd name="csX0" fmla="*/ 504825 w 514350"/>
                <a:gd name="csY0" fmla="*/ 127021 h 460396"/>
                <a:gd name="csX1" fmla="*/ 501650 w 514350"/>
                <a:gd name="csY1" fmla="*/ 244496 h 460396"/>
                <a:gd name="csX2" fmla="*/ 514350 w 514350"/>
                <a:gd name="csY2" fmla="*/ 320696 h 460396"/>
                <a:gd name="csX3" fmla="*/ 0 w 514350"/>
                <a:gd name="csY3" fmla="*/ 460396 h 460396"/>
                <a:gd name="csX4" fmla="*/ 189051 w 514350"/>
                <a:gd name="csY4" fmla="*/ 190970 h 460396"/>
                <a:gd name="csX5" fmla="*/ 73784 w 514350"/>
                <a:gd name="csY5" fmla="*/ 15055 h 460396"/>
                <a:gd name="csX6" fmla="*/ 120650 w 514350"/>
                <a:gd name="csY6" fmla="*/ 3196 h 460396"/>
                <a:gd name="csX7" fmla="*/ 349250 w 514350"/>
                <a:gd name="csY7" fmla="*/ 41296 h 460396"/>
                <a:gd name="csX8" fmla="*/ 412750 w 514350"/>
                <a:gd name="csY8" fmla="*/ 57171 h 460396"/>
                <a:gd name="csX9" fmla="*/ 504825 w 514350"/>
                <a:gd name="csY9" fmla="*/ 127021 h 460396"/>
                <a:gd name="csX0" fmla="*/ 504825 w 514350"/>
                <a:gd name="csY0" fmla="*/ 123825 h 457200"/>
                <a:gd name="csX1" fmla="*/ 501650 w 514350"/>
                <a:gd name="csY1" fmla="*/ 241300 h 457200"/>
                <a:gd name="csX2" fmla="*/ 514350 w 514350"/>
                <a:gd name="csY2" fmla="*/ 317500 h 457200"/>
                <a:gd name="csX3" fmla="*/ 0 w 514350"/>
                <a:gd name="csY3" fmla="*/ 457200 h 457200"/>
                <a:gd name="csX4" fmla="*/ 189051 w 514350"/>
                <a:gd name="csY4" fmla="*/ 187774 h 457200"/>
                <a:gd name="csX5" fmla="*/ 73784 w 514350"/>
                <a:gd name="csY5" fmla="*/ 11859 h 457200"/>
                <a:gd name="csX6" fmla="*/ 120650 w 514350"/>
                <a:gd name="csY6" fmla="*/ 0 h 457200"/>
                <a:gd name="csX7" fmla="*/ 349250 w 514350"/>
                <a:gd name="csY7" fmla="*/ 38100 h 457200"/>
                <a:gd name="csX8" fmla="*/ 412750 w 514350"/>
                <a:gd name="csY8" fmla="*/ 53975 h 457200"/>
                <a:gd name="csX9" fmla="*/ 504825 w 514350"/>
                <a:gd name="csY9" fmla="*/ 123825 h 457200"/>
                <a:gd name="csX0" fmla="*/ 504825 w 514350"/>
                <a:gd name="csY0" fmla="*/ 123825 h 457200"/>
                <a:gd name="csX1" fmla="*/ 501650 w 514350"/>
                <a:gd name="csY1" fmla="*/ 241300 h 457200"/>
                <a:gd name="csX2" fmla="*/ 514350 w 514350"/>
                <a:gd name="csY2" fmla="*/ 317500 h 457200"/>
                <a:gd name="csX3" fmla="*/ 0 w 514350"/>
                <a:gd name="csY3" fmla="*/ 457200 h 457200"/>
                <a:gd name="csX4" fmla="*/ 189051 w 514350"/>
                <a:gd name="csY4" fmla="*/ 187774 h 457200"/>
                <a:gd name="csX5" fmla="*/ 73784 w 514350"/>
                <a:gd name="csY5" fmla="*/ 11859 h 457200"/>
                <a:gd name="csX6" fmla="*/ 120650 w 514350"/>
                <a:gd name="csY6" fmla="*/ 0 h 457200"/>
                <a:gd name="csX7" fmla="*/ 349250 w 514350"/>
                <a:gd name="csY7" fmla="*/ 38100 h 457200"/>
                <a:gd name="csX8" fmla="*/ 415659 w 514350"/>
                <a:gd name="csY8" fmla="*/ 71746 h 457200"/>
                <a:gd name="csX9" fmla="*/ 504825 w 514350"/>
                <a:gd name="csY9" fmla="*/ 123825 h 457200"/>
                <a:gd name="csX0" fmla="*/ 507734 w 514350"/>
                <a:gd name="csY0" fmla="*/ 185216 h 457200"/>
                <a:gd name="csX1" fmla="*/ 501650 w 514350"/>
                <a:gd name="csY1" fmla="*/ 241300 h 457200"/>
                <a:gd name="csX2" fmla="*/ 514350 w 514350"/>
                <a:gd name="csY2" fmla="*/ 317500 h 457200"/>
                <a:gd name="csX3" fmla="*/ 0 w 514350"/>
                <a:gd name="csY3" fmla="*/ 457200 h 457200"/>
                <a:gd name="csX4" fmla="*/ 189051 w 514350"/>
                <a:gd name="csY4" fmla="*/ 187774 h 457200"/>
                <a:gd name="csX5" fmla="*/ 73784 w 514350"/>
                <a:gd name="csY5" fmla="*/ 11859 h 457200"/>
                <a:gd name="csX6" fmla="*/ 120650 w 514350"/>
                <a:gd name="csY6" fmla="*/ 0 h 457200"/>
                <a:gd name="csX7" fmla="*/ 349250 w 514350"/>
                <a:gd name="csY7" fmla="*/ 38100 h 457200"/>
                <a:gd name="csX8" fmla="*/ 415659 w 514350"/>
                <a:gd name="csY8" fmla="*/ 71746 h 457200"/>
                <a:gd name="csX9" fmla="*/ 507734 w 514350"/>
                <a:gd name="csY9" fmla="*/ 185216 h 457200"/>
                <a:gd name="csX0" fmla="*/ 536822 w 543438"/>
                <a:gd name="csY0" fmla="*/ 185216 h 317500"/>
                <a:gd name="csX1" fmla="*/ 530738 w 543438"/>
                <a:gd name="csY1" fmla="*/ 241300 h 317500"/>
                <a:gd name="csX2" fmla="*/ 543438 w 543438"/>
                <a:gd name="csY2" fmla="*/ 317500 h 317500"/>
                <a:gd name="csX3" fmla="*/ 0 w 543438"/>
                <a:gd name="csY3" fmla="*/ 316647 h 317500"/>
                <a:gd name="csX4" fmla="*/ 218139 w 543438"/>
                <a:gd name="csY4" fmla="*/ 187774 h 317500"/>
                <a:gd name="csX5" fmla="*/ 102872 w 543438"/>
                <a:gd name="csY5" fmla="*/ 11859 h 317500"/>
                <a:gd name="csX6" fmla="*/ 149738 w 543438"/>
                <a:gd name="csY6" fmla="*/ 0 h 317500"/>
                <a:gd name="csX7" fmla="*/ 378338 w 543438"/>
                <a:gd name="csY7" fmla="*/ 38100 h 317500"/>
                <a:gd name="csX8" fmla="*/ 444747 w 543438"/>
                <a:gd name="csY8" fmla="*/ 71746 h 317500"/>
                <a:gd name="csX9" fmla="*/ 536822 w 543438"/>
                <a:gd name="csY9" fmla="*/ 185216 h 317500"/>
                <a:gd name="csX0" fmla="*/ 536822 w 543438"/>
                <a:gd name="csY0" fmla="*/ 185216 h 348525"/>
                <a:gd name="csX1" fmla="*/ 530738 w 543438"/>
                <a:gd name="csY1" fmla="*/ 241300 h 348525"/>
                <a:gd name="csX2" fmla="*/ 543438 w 543438"/>
                <a:gd name="csY2" fmla="*/ 317500 h 348525"/>
                <a:gd name="csX3" fmla="*/ 0 w 543438"/>
                <a:gd name="csY3" fmla="*/ 316647 h 348525"/>
                <a:gd name="csX4" fmla="*/ 218139 w 543438"/>
                <a:gd name="csY4" fmla="*/ 187774 h 348525"/>
                <a:gd name="csX5" fmla="*/ 102872 w 543438"/>
                <a:gd name="csY5" fmla="*/ 11859 h 348525"/>
                <a:gd name="csX6" fmla="*/ 149738 w 543438"/>
                <a:gd name="csY6" fmla="*/ 0 h 348525"/>
                <a:gd name="csX7" fmla="*/ 378338 w 543438"/>
                <a:gd name="csY7" fmla="*/ 38100 h 348525"/>
                <a:gd name="csX8" fmla="*/ 444747 w 543438"/>
                <a:gd name="csY8" fmla="*/ 71746 h 348525"/>
                <a:gd name="csX9" fmla="*/ 536822 w 543438"/>
                <a:gd name="csY9" fmla="*/ 185216 h 348525"/>
                <a:gd name="csX0" fmla="*/ 536822 w 543438"/>
                <a:gd name="csY0" fmla="*/ 185216 h 340883"/>
                <a:gd name="csX1" fmla="*/ 530738 w 543438"/>
                <a:gd name="csY1" fmla="*/ 241300 h 340883"/>
                <a:gd name="csX2" fmla="*/ 543438 w 543438"/>
                <a:gd name="csY2" fmla="*/ 317500 h 340883"/>
                <a:gd name="csX3" fmla="*/ 323825 w 543438"/>
                <a:gd name="csY3" fmla="*/ 340881 h 340883"/>
                <a:gd name="csX4" fmla="*/ 0 w 543438"/>
                <a:gd name="csY4" fmla="*/ 316647 h 340883"/>
                <a:gd name="csX5" fmla="*/ 218139 w 543438"/>
                <a:gd name="csY5" fmla="*/ 187774 h 340883"/>
                <a:gd name="csX6" fmla="*/ 102872 w 543438"/>
                <a:gd name="csY6" fmla="*/ 11859 h 340883"/>
                <a:gd name="csX7" fmla="*/ 149738 w 543438"/>
                <a:gd name="csY7" fmla="*/ 0 h 340883"/>
                <a:gd name="csX8" fmla="*/ 378338 w 543438"/>
                <a:gd name="csY8" fmla="*/ 38100 h 340883"/>
                <a:gd name="csX9" fmla="*/ 444747 w 543438"/>
                <a:gd name="csY9" fmla="*/ 71746 h 340883"/>
                <a:gd name="csX10" fmla="*/ 536822 w 543438"/>
                <a:gd name="csY10" fmla="*/ 185216 h 340883"/>
                <a:gd name="csX0" fmla="*/ 536822 w 543438"/>
                <a:gd name="csY0" fmla="*/ 185216 h 436198"/>
                <a:gd name="csX1" fmla="*/ 530738 w 543438"/>
                <a:gd name="csY1" fmla="*/ 241300 h 436198"/>
                <a:gd name="csX2" fmla="*/ 543438 w 543438"/>
                <a:gd name="csY2" fmla="*/ 317500 h 436198"/>
                <a:gd name="csX3" fmla="*/ 265649 w 543438"/>
                <a:gd name="csY3" fmla="*/ 436198 h 436198"/>
                <a:gd name="csX4" fmla="*/ 0 w 543438"/>
                <a:gd name="csY4" fmla="*/ 316647 h 436198"/>
                <a:gd name="csX5" fmla="*/ 218139 w 543438"/>
                <a:gd name="csY5" fmla="*/ 187774 h 436198"/>
                <a:gd name="csX6" fmla="*/ 102872 w 543438"/>
                <a:gd name="csY6" fmla="*/ 11859 h 436198"/>
                <a:gd name="csX7" fmla="*/ 149738 w 543438"/>
                <a:gd name="csY7" fmla="*/ 0 h 436198"/>
                <a:gd name="csX8" fmla="*/ 378338 w 543438"/>
                <a:gd name="csY8" fmla="*/ 38100 h 436198"/>
                <a:gd name="csX9" fmla="*/ 444747 w 543438"/>
                <a:gd name="csY9" fmla="*/ 71746 h 436198"/>
                <a:gd name="csX10" fmla="*/ 536822 w 543438"/>
                <a:gd name="csY10" fmla="*/ 185216 h 436198"/>
                <a:gd name="csX0" fmla="*/ 538450 w 545066"/>
                <a:gd name="csY0" fmla="*/ 185216 h 439134"/>
                <a:gd name="csX1" fmla="*/ 532366 w 545066"/>
                <a:gd name="csY1" fmla="*/ 241300 h 439134"/>
                <a:gd name="csX2" fmla="*/ 545066 w 545066"/>
                <a:gd name="csY2" fmla="*/ 317500 h 439134"/>
                <a:gd name="csX3" fmla="*/ 267277 w 545066"/>
                <a:gd name="csY3" fmla="*/ 436198 h 439134"/>
                <a:gd name="csX4" fmla="*/ 127656 w 545066"/>
                <a:gd name="csY4" fmla="*/ 395809 h 439134"/>
                <a:gd name="csX5" fmla="*/ 1628 w 545066"/>
                <a:gd name="csY5" fmla="*/ 316647 h 439134"/>
                <a:gd name="csX6" fmla="*/ 219767 w 545066"/>
                <a:gd name="csY6" fmla="*/ 187774 h 439134"/>
                <a:gd name="csX7" fmla="*/ 104500 w 545066"/>
                <a:gd name="csY7" fmla="*/ 11859 h 439134"/>
                <a:gd name="csX8" fmla="*/ 151366 w 545066"/>
                <a:gd name="csY8" fmla="*/ 0 h 439134"/>
                <a:gd name="csX9" fmla="*/ 379966 w 545066"/>
                <a:gd name="csY9" fmla="*/ 38100 h 439134"/>
                <a:gd name="csX10" fmla="*/ 446375 w 545066"/>
                <a:gd name="csY10" fmla="*/ 71746 h 439134"/>
                <a:gd name="csX11" fmla="*/ 538450 w 545066"/>
                <a:gd name="csY11" fmla="*/ 185216 h 439134"/>
                <a:gd name="csX0" fmla="*/ 538820 w 545436"/>
                <a:gd name="csY0" fmla="*/ 185216 h 441880"/>
                <a:gd name="csX1" fmla="*/ 532736 w 545436"/>
                <a:gd name="csY1" fmla="*/ 241300 h 441880"/>
                <a:gd name="csX2" fmla="*/ 545436 w 545436"/>
                <a:gd name="csY2" fmla="*/ 317500 h 441880"/>
                <a:gd name="csX3" fmla="*/ 267647 w 545436"/>
                <a:gd name="csY3" fmla="*/ 436198 h 441880"/>
                <a:gd name="csX4" fmla="*/ 107664 w 545436"/>
                <a:gd name="csY4" fmla="*/ 418427 h 441880"/>
                <a:gd name="csX5" fmla="*/ 1998 w 545436"/>
                <a:gd name="csY5" fmla="*/ 316647 h 441880"/>
                <a:gd name="csX6" fmla="*/ 220137 w 545436"/>
                <a:gd name="csY6" fmla="*/ 187774 h 441880"/>
                <a:gd name="csX7" fmla="*/ 104870 w 545436"/>
                <a:gd name="csY7" fmla="*/ 11859 h 441880"/>
                <a:gd name="csX8" fmla="*/ 151736 w 545436"/>
                <a:gd name="csY8" fmla="*/ 0 h 441880"/>
                <a:gd name="csX9" fmla="*/ 380336 w 545436"/>
                <a:gd name="csY9" fmla="*/ 38100 h 441880"/>
                <a:gd name="csX10" fmla="*/ 446745 w 545436"/>
                <a:gd name="csY10" fmla="*/ 71746 h 441880"/>
                <a:gd name="csX11" fmla="*/ 538820 w 545436"/>
                <a:gd name="csY11"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11496 w 543450"/>
                <a:gd name="csY6" fmla="*/ 250410 h 441880"/>
                <a:gd name="csX7" fmla="*/ 218151 w 543450"/>
                <a:gd name="csY7" fmla="*/ 187774 h 441880"/>
                <a:gd name="csX8" fmla="*/ 102884 w 543450"/>
                <a:gd name="csY8" fmla="*/ 11859 h 441880"/>
                <a:gd name="csX9" fmla="*/ 149750 w 543450"/>
                <a:gd name="csY9" fmla="*/ 0 h 441880"/>
                <a:gd name="csX10" fmla="*/ 378350 w 543450"/>
                <a:gd name="csY10" fmla="*/ 38100 h 441880"/>
                <a:gd name="csX11" fmla="*/ 444759 w 543450"/>
                <a:gd name="csY11" fmla="*/ 71746 h 441880"/>
                <a:gd name="csX12" fmla="*/ 536834 w 543450"/>
                <a:gd name="csY12"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18151 w 543450"/>
                <a:gd name="csY7" fmla="*/ 187774 h 441880"/>
                <a:gd name="csX8" fmla="*/ 102884 w 543450"/>
                <a:gd name="csY8" fmla="*/ 11859 h 441880"/>
                <a:gd name="csX9" fmla="*/ 149750 w 543450"/>
                <a:gd name="csY9" fmla="*/ 0 h 441880"/>
                <a:gd name="csX10" fmla="*/ 378350 w 543450"/>
                <a:gd name="csY10" fmla="*/ 38100 h 441880"/>
                <a:gd name="csX11" fmla="*/ 444759 w 543450"/>
                <a:gd name="csY11" fmla="*/ 71746 h 441880"/>
                <a:gd name="csX12" fmla="*/ 536834 w 543450"/>
                <a:gd name="csY12"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18151 w 543450"/>
                <a:gd name="csY7" fmla="*/ 187774 h 441880"/>
                <a:gd name="csX8" fmla="*/ 102884 w 543450"/>
                <a:gd name="csY8" fmla="*/ 11859 h 441880"/>
                <a:gd name="csX9" fmla="*/ 149750 w 543450"/>
                <a:gd name="csY9" fmla="*/ 0 h 441880"/>
                <a:gd name="csX10" fmla="*/ 378350 w 543450"/>
                <a:gd name="csY10" fmla="*/ 38100 h 441880"/>
                <a:gd name="csX11" fmla="*/ 444759 w 543450"/>
                <a:gd name="csY11" fmla="*/ 71746 h 441880"/>
                <a:gd name="csX12" fmla="*/ 536834 w 543450"/>
                <a:gd name="csY12"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18151 w 543450"/>
                <a:gd name="csY7" fmla="*/ 187774 h 441880"/>
                <a:gd name="csX8" fmla="*/ 102884 w 543450"/>
                <a:gd name="csY8" fmla="*/ 11859 h 441880"/>
                <a:gd name="csX9" fmla="*/ 149750 w 543450"/>
                <a:gd name="csY9" fmla="*/ 0 h 441880"/>
                <a:gd name="csX10" fmla="*/ 378350 w 543450"/>
                <a:gd name="csY10" fmla="*/ 38100 h 441880"/>
                <a:gd name="csX11" fmla="*/ 444759 w 543450"/>
                <a:gd name="csY11" fmla="*/ 71746 h 441880"/>
                <a:gd name="csX12" fmla="*/ 536834 w 543450"/>
                <a:gd name="csY12"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17666 w 543450"/>
                <a:gd name="csY7" fmla="*/ 329572 h 441880"/>
                <a:gd name="csX8" fmla="*/ 218151 w 543450"/>
                <a:gd name="csY8" fmla="*/ 18777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08940 w 543450"/>
                <a:gd name="csY7" fmla="*/ 310185 h 441880"/>
                <a:gd name="csX8" fmla="*/ 218151 w 543450"/>
                <a:gd name="csY8" fmla="*/ 18777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08940 w 543450"/>
                <a:gd name="csY7" fmla="*/ 310185 h 441880"/>
                <a:gd name="csX8" fmla="*/ 212333 w 543450"/>
                <a:gd name="csY8" fmla="*/ 12961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08940 w 543450"/>
                <a:gd name="csY7" fmla="*/ 310185 h 441880"/>
                <a:gd name="csX8" fmla="*/ 212333 w 543450"/>
                <a:gd name="csY8" fmla="*/ 12961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208940 w 543450"/>
                <a:gd name="csY7" fmla="*/ 310185 h 441880"/>
                <a:gd name="csX8" fmla="*/ 212333 w 543450"/>
                <a:gd name="csY8" fmla="*/ 12961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198759 w 543450"/>
                <a:gd name="csY7" fmla="*/ 300492 h 441880"/>
                <a:gd name="csX8" fmla="*/ 212333 w 543450"/>
                <a:gd name="csY8" fmla="*/ 129614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198759 w 543450"/>
                <a:gd name="csY7" fmla="*/ 300492 h 441880"/>
                <a:gd name="csX8" fmla="*/ 206515 w 543450"/>
                <a:gd name="csY8" fmla="*/ 127998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198759 w 543450"/>
                <a:gd name="csY7" fmla="*/ 300492 h 441880"/>
                <a:gd name="csX8" fmla="*/ 206515 w 543450"/>
                <a:gd name="csY8" fmla="*/ 127998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216 h 441880"/>
                <a:gd name="csX1" fmla="*/ 530750 w 543450"/>
                <a:gd name="csY1" fmla="*/ 241300 h 441880"/>
                <a:gd name="csX2" fmla="*/ 543450 w 543450"/>
                <a:gd name="csY2" fmla="*/ 317500 h 441880"/>
                <a:gd name="csX3" fmla="*/ 265661 w 543450"/>
                <a:gd name="csY3" fmla="*/ 436198 h 441880"/>
                <a:gd name="csX4" fmla="*/ 105678 w 543450"/>
                <a:gd name="csY4" fmla="*/ 418427 h 441880"/>
                <a:gd name="csX5" fmla="*/ 12 w 543450"/>
                <a:gd name="csY5" fmla="*/ 316647 h 441880"/>
                <a:gd name="csX6" fmla="*/ 147856 w 543450"/>
                <a:gd name="csY6" fmla="*/ 384500 h 441880"/>
                <a:gd name="csX7" fmla="*/ 198759 w 543450"/>
                <a:gd name="csY7" fmla="*/ 300492 h 441880"/>
                <a:gd name="csX8" fmla="*/ 206515 w 543450"/>
                <a:gd name="csY8" fmla="*/ 127998 h 441880"/>
                <a:gd name="csX9" fmla="*/ 102884 w 543450"/>
                <a:gd name="csY9" fmla="*/ 11859 h 441880"/>
                <a:gd name="csX10" fmla="*/ 149750 w 543450"/>
                <a:gd name="csY10" fmla="*/ 0 h 441880"/>
                <a:gd name="csX11" fmla="*/ 378350 w 543450"/>
                <a:gd name="csY11" fmla="*/ 38100 h 441880"/>
                <a:gd name="csX12" fmla="*/ 444759 w 543450"/>
                <a:gd name="csY12" fmla="*/ 71746 h 441880"/>
                <a:gd name="csX13" fmla="*/ 536834 w 543450"/>
                <a:gd name="csY13" fmla="*/ 185216 h 441880"/>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6515 w 543450"/>
                <a:gd name="csY8" fmla="*/ 128253 h 442135"/>
                <a:gd name="csX9" fmla="*/ 102884 w 543450"/>
                <a:gd name="csY9" fmla="*/ 12114 h 442135"/>
                <a:gd name="csX10" fmla="*/ 99861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6515 w 543450"/>
                <a:gd name="csY8" fmla="*/ 128253 h 442135"/>
                <a:gd name="csX9" fmla="*/ 102884 w 543450"/>
                <a:gd name="csY9" fmla="*/ 12114 h 442135"/>
                <a:gd name="csX10" fmla="*/ 94043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02884 w 543450"/>
                <a:gd name="csY9" fmla="*/ 12114 h 442135"/>
                <a:gd name="csX10" fmla="*/ 94043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02884 w 543450"/>
                <a:gd name="csY9" fmla="*/ 12114 h 442135"/>
                <a:gd name="csX10" fmla="*/ 94043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02884 w 543450"/>
                <a:gd name="csY9" fmla="*/ 12114 h 442135"/>
                <a:gd name="csX10" fmla="*/ 94043 w 543450"/>
                <a:gd name="csY10" fmla="*/ 21257 h 442135"/>
                <a:gd name="csX11" fmla="*/ 149750 w 543450"/>
                <a:gd name="csY11" fmla="*/ 255 h 442135"/>
                <a:gd name="csX12" fmla="*/ 378350 w 543450"/>
                <a:gd name="csY12" fmla="*/ 38355 h 442135"/>
                <a:gd name="csX13" fmla="*/ 444759 w 543450"/>
                <a:gd name="csY13" fmla="*/ 72001 h 442135"/>
                <a:gd name="csX14" fmla="*/ 536834 w 543450"/>
                <a:gd name="csY14"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49674 w 543450"/>
                <a:gd name="csY9" fmla="*/ 59626 h 442135"/>
                <a:gd name="csX10" fmla="*/ 102884 w 543450"/>
                <a:gd name="csY10" fmla="*/ 12114 h 442135"/>
                <a:gd name="csX11" fmla="*/ 94043 w 543450"/>
                <a:gd name="csY11" fmla="*/ 21257 h 442135"/>
                <a:gd name="csX12" fmla="*/ 149750 w 543450"/>
                <a:gd name="csY12" fmla="*/ 255 h 442135"/>
                <a:gd name="csX13" fmla="*/ 378350 w 543450"/>
                <a:gd name="csY13" fmla="*/ 38355 h 442135"/>
                <a:gd name="csX14" fmla="*/ 444759 w 543450"/>
                <a:gd name="csY14" fmla="*/ 72001 h 442135"/>
                <a:gd name="csX15" fmla="*/ 536834 w 543450"/>
                <a:gd name="csY15"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62764 w 543450"/>
                <a:gd name="csY9" fmla="*/ 51952 h 442135"/>
                <a:gd name="csX10" fmla="*/ 102884 w 543450"/>
                <a:gd name="csY10" fmla="*/ 12114 h 442135"/>
                <a:gd name="csX11" fmla="*/ 94043 w 543450"/>
                <a:gd name="csY11" fmla="*/ 21257 h 442135"/>
                <a:gd name="csX12" fmla="*/ 149750 w 543450"/>
                <a:gd name="csY12" fmla="*/ 255 h 442135"/>
                <a:gd name="csX13" fmla="*/ 378350 w 543450"/>
                <a:gd name="csY13" fmla="*/ 38355 h 442135"/>
                <a:gd name="csX14" fmla="*/ 444759 w 543450"/>
                <a:gd name="csY14" fmla="*/ 72001 h 442135"/>
                <a:gd name="csX15" fmla="*/ 536834 w 543450"/>
                <a:gd name="csY15" fmla="*/ 185471 h 442135"/>
                <a:gd name="csX0" fmla="*/ 536834 w 543450"/>
                <a:gd name="csY0" fmla="*/ 185471 h 442135"/>
                <a:gd name="csX1" fmla="*/ 530750 w 543450"/>
                <a:gd name="csY1" fmla="*/ 241555 h 442135"/>
                <a:gd name="csX2" fmla="*/ 543450 w 543450"/>
                <a:gd name="csY2" fmla="*/ 317755 h 442135"/>
                <a:gd name="csX3" fmla="*/ 265661 w 543450"/>
                <a:gd name="csY3" fmla="*/ 436453 h 442135"/>
                <a:gd name="csX4" fmla="*/ 105678 w 543450"/>
                <a:gd name="csY4" fmla="*/ 418682 h 442135"/>
                <a:gd name="csX5" fmla="*/ 12 w 543450"/>
                <a:gd name="csY5" fmla="*/ 316902 h 442135"/>
                <a:gd name="csX6" fmla="*/ 147856 w 543450"/>
                <a:gd name="csY6" fmla="*/ 384755 h 442135"/>
                <a:gd name="csX7" fmla="*/ 198759 w 543450"/>
                <a:gd name="csY7" fmla="*/ 300747 h 442135"/>
                <a:gd name="csX8" fmla="*/ 203606 w 543450"/>
                <a:gd name="csY8" fmla="*/ 129465 h 442135"/>
                <a:gd name="csX9" fmla="*/ 162764 w 543450"/>
                <a:gd name="csY9" fmla="*/ 51952 h 442135"/>
                <a:gd name="csX10" fmla="*/ 103248 w 543450"/>
                <a:gd name="csY10" fmla="*/ 26250 h 442135"/>
                <a:gd name="csX11" fmla="*/ 94043 w 543450"/>
                <a:gd name="csY11" fmla="*/ 21257 h 442135"/>
                <a:gd name="csX12" fmla="*/ 149750 w 543450"/>
                <a:gd name="csY12" fmla="*/ 255 h 442135"/>
                <a:gd name="csX13" fmla="*/ 378350 w 543450"/>
                <a:gd name="csY13" fmla="*/ 38355 h 442135"/>
                <a:gd name="csX14" fmla="*/ 444759 w 543450"/>
                <a:gd name="csY14" fmla="*/ 72001 h 442135"/>
                <a:gd name="csX15" fmla="*/ 536834 w 543450"/>
                <a:gd name="csY15" fmla="*/ 185471 h 442135"/>
                <a:gd name="csX0" fmla="*/ 536834 w 543450"/>
                <a:gd name="csY0" fmla="*/ 185622 h 442286"/>
                <a:gd name="csX1" fmla="*/ 530750 w 543450"/>
                <a:gd name="csY1" fmla="*/ 241706 h 442286"/>
                <a:gd name="csX2" fmla="*/ 543450 w 543450"/>
                <a:gd name="csY2" fmla="*/ 317906 h 442286"/>
                <a:gd name="csX3" fmla="*/ 265661 w 543450"/>
                <a:gd name="csY3" fmla="*/ 436604 h 442286"/>
                <a:gd name="csX4" fmla="*/ 105678 w 543450"/>
                <a:gd name="csY4" fmla="*/ 418833 h 442286"/>
                <a:gd name="csX5" fmla="*/ 12 w 543450"/>
                <a:gd name="csY5" fmla="*/ 317053 h 442286"/>
                <a:gd name="csX6" fmla="*/ 147856 w 543450"/>
                <a:gd name="csY6" fmla="*/ 384906 h 442286"/>
                <a:gd name="csX7" fmla="*/ 198759 w 543450"/>
                <a:gd name="csY7" fmla="*/ 300898 h 442286"/>
                <a:gd name="csX8" fmla="*/ 203606 w 543450"/>
                <a:gd name="csY8" fmla="*/ 129616 h 442286"/>
                <a:gd name="csX9" fmla="*/ 162764 w 543450"/>
                <a:gd name="csY9" fmla="*/ 52103 h 442286"/>
                <a:gd name="csX10" fmla="*/ 103248 w 543450"/>
                <a:gd name="csY10" fmla="*/ 26401 h 442286"/>
                <a:gd name="csX11" fmla="*/ 110041 w 543450"/>
                <a:gd name="csY11" fmla="*/ 12523 h 442286"/>
                <a:gd name="csX12" fmla="*/ 149750 w 543450"/>
                <a:gd name="csY12" fmla="*/ 406 h 442286"/>
                <a:gd name="csX13" fmla="*/ 378350 w 543450"/>
                <a:gd name="csY13" fmla="*/ 38506 h 442286"/>
                <a:gd name="csX14" fmla="*/ 444759 w 543450"/>
                <a:gd name="csY14" fmla="*/ 72152 h 442286"/>
                <a:gd name="csX15" fmla="*/ 536834 w 543450"/>
                <a:gd name="csY15" fmla="*/ 185622 h 442286"/>
                <a:gd name="csX0" fmla="*/ 536834 w 543450"/>
                <a:gd name="csY0" fmla="*/ 185622 h 442286"/>
                <a:gd name="csX1" fmla="*/ 530750 w 543450"/>
                <a:gd name="csY1" fmla="*/ 241706 h 442286"/>
                <a:gd name="csX2" fmla="*/ 543450 w 543450"/>
                <a:gd name="csY2" fmla="*/ 317906 h 442286"/>
                <a:gd name="csX3" fmla="*/ 265661 w 543450"/>
                <a:gd name="csY3" fmla="*/ 436604 h 442286"/>
                <a:gd name="csX4" fmla="*/ 105678 w 543450"/>
                <a:gd name="csY4" fmla="*/ 418833 h 442286"/>
                <a:gd name="csX5" fmla="*/ 12 w 543450"/>
                <a:gd name="csY5" fmla="*/ 317053 h 442286"/>
                <a:gd name="csX6" fmla="*/ 147856 w 543450"/>
                <a:gd name="csY6" fmla="*/ 384906 h 442286"/>
                <a:gd name="csX7" fmla="*/ 198759 w 543450"/>
                <a:gd name="csY7" fmla="*/ 300898 h 442286"/>
                <a:gd name="csX8" fmla="*/ 203606 w 543450"/>
                <a:gd name="csY8" fmla="*/ 129616 h 442286"/>
                <a:gd name="csX9" fmla="*/ 162764 w 543450"/>
                <a:gd name="csY9" fmla="*/ 52103 h 442286"/>
                <a:gd name="csX10" fmla="*/ 94885 w 543450"/>
                <a:gd name="csY10" fmla="*/ 17919 h 442286"/>
                <a:gd name="csX11" fmla="*/ 110041 w 543450"/>
                <a:gd name="csY11" fmla="*/ 12523 h 442286"/>
                <a:gd name="csX12" fmla="*/ 149750 w 543450"/>
                <a:gd name="csY12" fmla="*/ 406 h 442286"/>
                <a:gd name="csX13" fmla="*/ 378350 w 543450"/>
                <a:gd name="csY13" fmla="*/ 38506 h 442286"/>
                <a:gd name="csX14" fmla="*/ 444759 w 543450"/>
                <a:gd name="csY14" fmla="*/ 72152 h 442286"/>
                <a:gd name="csX15" fmla="*/ 536834 w 543450"/>
                <a:gd name="csY15" fmla="*/ 185622 h 442286"/>
                <a:gd name="csX0" fmla="*/ 536834 w 543450"/>
                <a:gd name="csY0" fmla="*/ 185792 h 442456"/>
                <a:gd name="csX1" fmla="*/ 530750 w 543450"/>
                <a:gd name="csY1" fmla="*/ 241876 h 442456"/>
                <a:gd name="csX2" fmla="*/ 543450 w 543450"/>
                <a:gd name="csY2" fmla="*/ 318076 h 442456"/>
                <a:gd name="csX3" fmla="*/ 265661 w 543450"/>
                <a:gd name="csY3" fmla="*/ 436774 h 442456"/>
                <a:gd name="csX4" fmla="*/ 105678 w 543450"/>
                <a:gd name="csY4" fmla="*/ 419003 h 442456"/>
                <a:gd name="csX5" fmla="*/ 12 w 543450"/>
                <a:gd name="csY5" fmla="*/ 317223 h 442456"/>
                <a:gd name="csX6" fmla="*/ 147856 w 543450"/>
                <a:gd name="csY6" fmla="*/ 385076 h 442456"/>
                <a:gd name="csX7" fmla="*/ 198759 w 543450"/>
                <a:gd name="csY7" fmla="*/ 301068 h 442456"/>
                <a:gd name="csX8" fmla="*/ 203606 w 543450"/>
                <a:gd name="csY8" fmla="*/ 129786 h 442456"/>
                <a:gd name="csX9" fmla="*/ 162764 w 543450"/>
                <a:gd name="csY9" fmla="*/ 52273 h 442456"/>
                <a:gd name="csX10" fmla="*/ 94885 w 543450"/>
                <a:gd name="csY10" fmla="*/ 18089 h 442456"/>
                <a:gd name="csX11" fmla="*/ 132948 w 543450"/>
                <a:gd name="csY11" fmla="*/ 8250 h 442456"/>
                <a:gd name="csX12" fmla="*/ 149750 w 543450"/>
                <a:gd name="csY12" fmla="*/ 576 h 442456"/>
                <a:gd name="csX13" fmla="*/ 378350 w 543450"/>
                <a:gd name="csY13" fmla="*/ 38676 h 442456"/>
                <a:gd name="csX14" fmla="*/ 444759 w 543450"/>
                <a:gd name="csY14" fmla="*/ 72322 h 442456"/>
                <a:gd name="csX15" fmla="*/ 536834 w 543450"/>
                <a:gd name="csY15" fmla="*/ 185792 h 442456"/>
                <a:gd name="csX0" fmla="*/ 536834 w 543450"/>
                <a:gd name="csY0" fmla="*/ 185792 h 442456"/>
                <a:gd name="csX1" fmla="*/ 530750 w 543450"/>
                <a:gd name="csY1" fmla="*/ 241876 h 442456"/>
                <a:gd name="csX2" fmla="*/ 543450 w 543450"/>
                <a:gd name="csY2" fmla="*/ 318076 h 442456"/>
                <a:gd name="csX3" fmla="*/ 265661 w 543450"/>
                <a:gd name="csY3" fmla="*/ 436774 h 442456"/>
                <a:gd name="csX4" fmla="*/ 105678 w 543450"/>
                <a:gd name="csY4" fmla="*/ 419003 h 442456"/>
                <a:gd name="csX5" fmla="*/ 12 w 543450"/>
                <a:gd name="csY5" fmla="*/ 317223 h 442456"/>
                <a:gd name="csX6" fmla="*/ 147856 w 543450"/>
                <a:gd name="csY6" fmla="*/ 385076 h 442456"/>
                <a:gd name="csX7" fmla="*/ 198759 w 543450"/>
                <a:gd name="csY7" fmla="*/ 301068 h 442456"/>
                <a:gd name="csX8" fmla="*/ 203606 w 543450"/>
                <a:gd name="csY8" fmla="*/ 129786 h 442456"/>
                <a:gd name="csX9" fmla="*/ 162764 w 543450"/>
                <a:gd name="csY9" fmla="*/ 52273 h 442456"/>
                <a:gd name="csX10" fmla="*/ 94885 w 543450"/>
                <a:gd name="csY10" fmla="*/ 18089 h 442456"/>
                <a:gd name="csX11" fmla="*/ 132948 w 543450"/>
                <a:gd name="csY11" fmla="*/ 8250 h 442456"/>
                <a:gd name="csX12" fmla="*/ 149750 w 543450"/>
                <a:gd name="csY12" fmla="*/ 576 h 442456"/>
                <a:gd name="csX13" fmla="*/ 378350 w 543450"/>
                <a:gd name="csY13" fmla="*/ 38676 h 442456"/>
                <a:gd name="csX14" fmla="*/ 444759 w 543450"/>
                <a:gd name="csY14" fmla="*/ 72322 h 442456"/>
                <a:gd name="csX15" fmla="*/ 536834 w 543450"/>
                <a:gd name="csY15" fmla="*/ 185792 h 442456"/>
                <a:gd name="csX0" fmla="*/ 536834 w 543450"/>
                <a:gd name="csY0" fmla="*/ 185734 h 442398"/>
                <a:gd name="csX1" fmla="*/ 530750 w 543450"/>
                <a:gd name="csY1" fmla="*/ 241818 h 442398"/>
                <a:gd name="csX2" fmla="*/ 543450 w 543450"/>
                <a:gd name="csY2" fmla="*/ 318018 h 442398"/>
                <a:gd name="csX3" fmla="*/ 265661 w 543450"/>
                <a:gd name="csY3" fmla="*/ 436716 h 442398"/>
                <a:gd name="csX4" fmla="*/ 105678 w 543450"/>
                <a:gd name="csY4" fmla="*/ 418945 h 442398"/>
                <a:gd name="csX5" fmla="*/ 12 w 543450"/>
                <a:gd name="csY5" fmla="*/ 317165 h 442398"/>
                <a:gd name="csX6" fmla="*/ 147856 w 543450"/>
                <a:gd name="csY6" fmla="*/ 385018 h 442398"/>
                <a:gd name="csX7" fmla="*/ 198759 w 543450"/>
                <a:gd name="csY7" fmla="*/ 301010 h 442398"/>
                <a:gd name="csX8" fmla="*/ 203606 w 543450"/>
                <a:gd name="csY8" fmla="*/ 129728 h 442398"/>
                <a:gd name="csX9" fmla="*/ 162764 w 543450"/>
                <a:gd name="csY9" fmla="*/ 52215 h 442398"/>
                <a:gd name="csX10" fmla="*/ 94885 w 543450"/>
                <a:gd name="csY10" fmla="*/ 18031 h 442398"/>
                <a:gd name="csX11" fmla="*/ 121677 w 543450"/>
                <a:gd name="csY11" fmla="*/ 9404 h 442398"/>
                <a:gd name="csX12" fmla="*/ 149750 w 543450"/>
                <a:gd name="csY12" fmla="*/ 518 h 442398"/>
                <a:gd name="csX13" fmla="*/ 378350 w 543450"/>
                <a:gd name="csY13" fmla="*/ 38618 h 442398"/>
                <a:gd name="csX14" fmla="*/ 444759 w 543450"/>
                <a:gd name="csY14" fmla="*/ 72264 h 442398"/>
                <a:gd name="csX15" fmla="*/ 536834 w 543450"/>
                <a:gd name="csY15" fmla="*/ 185734 h 442398"/>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78350 w 543450"/>
                <a:gd name="csY13" fmla="*/ 34842 h 438622"/>
                <a:gd name="csX14" fmla="*/ 444759 w 543450"/>
                <a:gd name="csY14" fmla="*/ 68488 h 438622"/>
                <a:gd name="csX15" fmla="*/ 536834 w 543450"/>
                <a:gd name="csY15"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78350 w 543450"/>
                <a:gd name="csY13" fmla="*/ 34842 h 438622"/>
                <a:gd name="csX14" fmla="*/ 444759 w 543450"/>
                <a:gd name="csY14" fmla="*/ 68488 h 438622"/>
                <a:gd name="csX15" fmla="*/ 536834 w 543450"/>
                <a:gd name="csY15"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78350 w 543450"/>
                <a:gd name="csY13" fmla="*/ 34842 h 438622"/>
                <a:gd name="csX14" fmla="*/ 444759 w 543450"/>
                <a:gd name="csY14" fmla="*/ 68488 h 438622"/>
                <a:gd name="csX15" fmla="*/ 536834 w 543450"/>
                <a:gd name="csY15"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42354 w 543450"/>
                <a:gd name="csY13" fmla="*/ 26764 h 438622"/>
                <a:gd name="csX14" fmla="*/ 444759 w 543450"/>
                <a:gd name="csY14" fmla="*/ 68488 h 438622"/>
                <a:gd name="csX15" fmla="*/ 536834 w 543450"/>
                <a:gd name="csY15"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42354 w 543450"/>
                <a:gd name="csY13" fmla="*/ 26764 h 438622"/>
                <a:gd name="csX14" fmla="*/ 444759 w 543450"/>
                <a:gd name="csY14" fmla="*/ 68488 h 438622"/>
                <a:gd name="csX15" fmla="*/ 503818 w 543450"/>
                <a:gd name="csY15" fmla="*/ 130428 h 438622"/>
                <a:gd name="csX16" fmla="*/ 536834 w 543450"/>
                <a:gd name="csY16" fmla="*/ 181958 h 438622"/>
                <a:gd name="csX0" fmla="*/ 536834 w 543450"/>
                <a:gd name="csY0" fmla="*/ 181958 h 438622"/>
                <a:gd name="csX1" fmla="*/ 530750 w 543450"/>
                <a:gd name="csY1" fmla="*/ 238042 h 438622"/>
                <a:gd name="csX2" fmla="*/ 543450 w 543450"/>
                <a:gd name="csY2" fmla="*/ 314242 h 438622"/>
                <a:gd name="csX3" fmla="*/ 265661 w 543450"/>
                <a:gd name="csY3" fmla="*/ 432940 h 438622"/>
                <a:gd name="csX4" fmla="*/ 105678 w 543450"/>
                <a:gd name="csY4" fmla="*/ 415169 h 438622"/>
                <a:gd name="csX5" fmla="*/ 12 w 543450"/>
                <a:gd name="csY5" fmla="*/ 313389 h 438622"/>
                <a:gd name="csX6" fmla="*/ 147856 w 543450"/>
                <a:gd name="csY6" fmla="*/ 381242 h 438622"/>
                <a:gd name="csX7" fmla="*/ 198759 w 543450"/>
                <a:gd name="csY7" fmla="*/ 297234 h 438622"/>
                <a:gd name="csX8" fmla="*/ 203606 w 543450"/>
                <a:gd name="csY8" fmla="*/ 125952 h 438622"/>
                <a:gd name="csX9" fmla="*/ 162764 w 543450"/>
                <a:gd name="csY9" fmla="*/ 48439 h 438622"/>
                <a:gd name="csX10" fmla="*/ 94885 w 543450"/>
                <a:gd name="csY10" fmla="*/ 14255 h 438622"/>
                <a:gd name="csX11" fmla="*/ 121677 w 543450"/>
                <a:gd name="csY11" fmla="*/ 5628 h 438622"/>
                <a:gd name="csX12" fmla="*/ 185019 w 543450"/>
                <a:gd name="csY12" fmla="*/ 781 h 438622"/>
                <a:gd name="csX13" fmla="*/ 342354 w 543450"/>
                <a:gd name="csY13" fmla="*/ 26764 h 438622"/>
                <a:gd name="csX14" fmla="*/ 444759 w 543450"/>
                <a:gd name="csY14" fmla="*/ 68488 h 438622"/>
                <a:gd name="csX15" fmla="*/ 509999 w 543450"/>
                <a:gd name="csY15" fmla="*/ 125581 h 438622"/>
                <a:gd name="csX16" fmla="*/ 536834 w 543450"/>
                <a:gd name="csY16" fmla="*/ 181958 h 438622"/>
                <a:gd name="csX0" fmla="*/ 536834 w 547176"/>
                <a:gd name="csY0" fmla="*/ 181958 h 438622"/>
                <a:gd name="csX1" fmla="*/ 547112 w 547176"/>
                <a:gd name="csY1" fmla="*/ 237638 h 438622"/>
                <a:gd name="csX2" fmla="*/ 543450 w 547176"/>
                <a:gd name="csY2" fmla="*/ 314242 h 438622"/>
                <a:gd name="csX3" fmla="*/ 265661 w 547176"/>
                <a:gd name="csY3" fmla="*/ 432940 h 438622"/>
                <a:gd name="csX4" fmla="*/ 105678 w 547176"/>
                <a:gd name="csY4" fmla="*/ 415169 h 438622"/>
                <a:gd name="csX5" fmla="*/ 12 w 547176"/>
                <a:gd name="csY5" fmla="*/ 313389 h 438622"/>
                <a:gd name="csX6" fmla="*/ 147856 w 547176"/>
                <a:gd name="csY6" fmla="*/ 381242 h 438622"/>
                <a:gd name="csX7" fmla="*/ 198759 w 547176"/>
                <a:gd name="csY7" fmla="*/ 297234 h 438622"/>
                <a:gd name="csX8" fmla="*/ 203606 w 547176"/>
                <a:gd name="csY8" fmla="*/ 125952 h 438622"/>
                <a:gd name="csX9" fmla="*/ 162764 w 547176"/>
                <a:gd name="csY9" fmla="*/ 48439 h 438622"/>
                <a:gd name="csX10" fmla="*/ 94885 w 547176"/>
                <a:gd name="csY10" fmla="*/ 14255 h 438622"/>
                <a:gd name="csX11" fmla="*/ 121677 w 547176"/>
                <a:gd name="csY11" fmla="*/ 5628 h 438622"/>
                <a:gd name="csX12" fmla="*/ 185019 w 547176"/>
                <a:gd name="csY12" fmla="*/ 781 h 438622"/>
                <a:gd name="csX13" fmla="*/ 342354 w 547176"/>
                <a:gd name="csY13" fmla="*/ 26764 h 438622"/>
                <a:gd name="csX14" fmla="*/ 444759 w 547176"/>
                <a:gd name="csY14" fmla="*/ 68488 h 438622"/>
                <a:gd name="csX15" fmla="*/ 509999 w 547176"/>
                <a:gd name="csY15" fmla="*/ 125581 h 438622"/>
                <a:gd name="csX16" fmla="*/ 536834 w 547176"/>
                <a:gd name="csY16" fmla="*/ 181958 h 438622"/>
                <a:gd name="csX0" fmla="*/ 536834 w 547770"/>
                <a:gd name="csY0" fmla="*/ 181958 h 438622"/>
                <a:gd name="csX1" fmla="*/ 547112 w 547770"/>
                <a:gd name="csY1" fmla="*/ 237638 h 438622"/>
                <a:gd name="csX2" fmla="*/ 543450 w 547770"/>
                <a:gd name="csY2" fmla="*/ 314242 h 438622"/>
                <a:gd name="csX3" fmla="*/ 265661 w 547770"/>
                <a:gd name="csY3" fmla="*/ 432940 h 438622"/>
                <a:gd name="csX4" fmla="*/ 105678 w 547770"/>
                <a:gd name="csY4" fmla="*/ 415169 h 438622"/>
                <a:gd name="csX5" fmla="*/ 12 w 547770"/>
                <a:gd name="csY5" fmla="*/ 313389 h 438622"/>
                <a:gd name="csX6" fmla="*/ 147856 w 547770"/>
                <a:gd name="csY6" fmla="*/ 381242 h 438622"/>
                <a:gd name="csX7" fmla="*/ 198759 w 547770"/>
                <a:gd name="csY7" fmla="*/ 297234 h 438622"/>
                <a:gd name="csX8" fmla="*/ 203606 w 547770"/>
                <a:gd name="csY8" fmla="*/ 125952 h 438622"/>
                <a:gd name="csX9" fmla="*/ 162764 w 547770"/>
                <a:gd name="csY9" fmla="*/ 48439 h 438622"/>
                <a:gd name="csX10" fmla="*/ 94885 w 547770"/>
                <a:gd name="csY10" fmla="*/ 14255 h 438622"/>
                <a:gd name="csX11" fmla="*/ 121677 w 547770"/>
                <a:gd name="csY11" fmla="*/ 5628 h 438622"/>
                <a:gd name="csX12" fmla="*/ 185019 w 547770"/>
                <a:gd name="csY12" fmla="*/ 781 h 438622"/>
                <a:gd name="csX13" fmla="*/ 342354 w 547770"/>
                <a:gd name="csY13" fmla="*/ 26764 h 438622"/>
                <a:gd name="csX14" fmla="*/ 444759 w 547770"/>
                <a:gd name="csY14" fmla="*/ 68488 h 438622"/>
                <a:gd name="csX15" fmla="*/ 509999 w 547770"/>
                <a:gd name="csY15" fmla="*/ 125581 h 438622"/>
                <a:gd name="csX16" fmla="*/ 536834 w 547770"/>
                <a:gd name="csY16" fmla="*/ 181958 h 438622"/>
                <a:gd name="csX0" fmla="*/ 536834 w 547770"/>
                <a:gd name="csY0" fmla="*/ 181958 h 438622"/>
                <a:gd name="csX1" fmla="*/ 547112 w 547770"/>
                <a:gd name="csY1" fmla="*/ 237638 h 438622"/>
                <a:gd name="csX2" fmla="*/ 543450 w 547770"/>
                <a:gd name="csY2" fmla="*/ 314242 h 438622"/>
                <a:gd name="csX3" fmla="*/ 265661 w 547770"/>
                <a:gd name="csY3" fmla="*/ 432940 h 438622"/>
                <a:gd name="csX4" fmla="*/ 105678 w 547770"/>
                <a:gd name="csY4" fmla="*/ 415169 h 438622"/>
                <a:gd name="csX5" fmla="*/ 12 w 547770"/>
                <a:gd name="csY5" fmla="*/ 313389 h 438622"/>
                <a:gd name="csX6" fmla="*/ 147856 w 547770"/>
                <a:gd name="csY6" fmla="*/ 381242 h 438622"/>
                <a:gd name="csX7" fmla="*/ 198759 w 547770"/>
                <a:gd name="csY7" fmla="*/ 297234 h 438622"/>
                <a:gd name="csX8" fmla="*/ 203606 w 547770"/>
                <a:gd name="csY8" fmla="*/ 125952 h 438622"/>
                <a:gd name="csX9" fmla="*/ 162764 w 547770"/>
                <a:gd name="csY9" fmla="*/ 48439 h 438622"/>
                <a:gd name="csX10" fmla="*/ 94885 w 547770"/>
                <a:gd name="csY10" fmla="*/ 14255 h 438622"/>
                <a:gd name="csX11" fmla="*/ 121677 w 547770"/>
                <a:gd name="csY11" fmla="*/ 5628 h 438622"/>
                <a:gd name="csX12" fmla="*/ 185019 w 547770"/>
                <a:gd name="csY12" fmla="*/ 781 h 438622"/>
                <a:gd name="csX13" fmla="*/ 342354 w 547770"/>
                <a:gd name="csY13" fmla="*/ 26764 h 438622"/>
                <a:gd name="csX14" fmla="*/ 444759 w 547770"/>
                <a:gd name="csY14" fmla="*/ 68488 h 438622"/>
                <a:gd name="csX15" fmla="*/ 509999 w 547770"/>
                <a:gd name="csY15" fmla="*/ 125581 h 438622"/>
                <a:gd name="csX16" fmla="*/ 536834 w 547770"/>
                <a:gd name="csY16" fmla="*/ 181958 h 438622"/>
                <a:gd name="csX0" fmla="*/ 536834 w 547335"/>
                <a:gd name="csY0" fmla="*/ 181958 h 438622"/>
                <a:gd name="csX1" fmla="*/ 547112 w 547335"/>
                <a:gd name="csY1" fmla="*/ 237638 h 438622"/>
                <a:gd name="csX2" fmla="*/ 543450 w 547335"/>
                <a:gd name="csY2" fmla="*/ 314242 h 438622"/>
                <a:gd name="csX3" fmla="*/ 265661 w 547335"/>
                <a:gd name="csY3" fmla="*/ 432940 h 438622"/>
                <a:gd name="csX4" fmla="*/ 105678 w 547335"/>
                <a:gd name="csY4" fmla="*/ 415169 h 438622"/>
                <a:gd name="csX5" fmla="*/ 12 w 547335"/>
                <a:gd name="csY5" fmla="*/ 313389 h 438622"/>
                <a:gd name="csX6" fmla="*/ 147856 w 547335"/>
                <a:gd name="csY6" fmla="*/ 381242 h 438622"/>
                <a:gd name="csX7" fmla="*/ 198759 w 547335"/>
                <a:gd name="csY7" fmla="*/ 297234 h 438622"/>
                <a:gd name="csX8" fmla="*/ 203606 w 547335"/>
                <a:gd name="csY8" fmla="*/ 125952 h 438622"/>
                <a:gd name="csX9" fmla="*/ 162764 w 547335"/>
                <a:gd name="csY9" fmla="*/ 48439 h 438622"/>
                <a:gd name="csX10" fmla="*/ 94885 w 547335"/>
                <a:gd name="csY10" fmla="*/ 14255 h 438622"/>
                <a:gd name="csX11" fmla="*/ 121677 w 547335"/>
                <a:gd name="csY11" fmla="*/ 5628 h 438622"/>
                <a:gd name="csX12" fmla="*/ 185019 w 547335"/>
                <a:gd name="csY12" fmla="*/ 781 h 438622"/>
                <a:gd name="csX13" fmla="*/ 342354 w 547335"/>
                <a:gd name="csY13" fmla="*/ 26764 h 438622"/>
                <a:gd name="csX14" fmla="*/ 444759 w 547335"/>
                <a:gd name="csY14" fmla="*/ 68488 h 438622"/>
                <a:gd name="csX15" fmla="*/ 509999 w 547335"/>
                <a:gd name="csY15" fmla="*/ 125581 h 438622"/>
                <a:gd name="csX16" fmla="*/ 536834 w 547335"/>
                <a:gd name="csY16" fmla="*/ 181958 h 438622"/>
                <a:gd name="csX0" fmla="*/ 536834 w 547112"/>
                <a:gd name="csY0" fmla="*/ 181958 h 438622"/>
                <a:gd name="csX1" fmla="*/ 547112 w 547112"/>
                <a:gd name="csY1" fmla="*/ 237638 h 438622"/>
                <a:gd name="csX2" fmla="*/ 543450 w 547112"/>
                <a:gd name="csY2" fmla="*/ 314242 h 438622"/>
                <a:gd name="csX3" fmla="*/ 265661 w 547112"/>
                <a:gd name="csY3" fmla="*/ 432940 h 438622"/>
                <a:gd name="csX4" fmla="*/ 105678 w 547112"/>
                <a:gd name="csY4" fmla="*/ 415169 h 438622"/>
                <a:gd name="csX5" fmla="*/ 12 w 547112"/>
                <a:gd name="csY5" fmla="*/ 313389 h 438622"/>
                <a:gd name="csX6" fmla="*/ 147856 w 547112"/>
                <a:gd name="csY6" fmla="*/ 381242 h 438622"/>
                <a:gd name="csX7" fmla="*/ 198759 w 547112"/>
                <a:gd name="csY7" fmla="*/ 297234 h 438622"/>
                <a:gd name="csX8" fmla="*/ 203606 w 547112"/>
                <a:gd name="csY8" fmla="*/ 125952 h 438622"/>
                <a:gd name="csX9" fmla="*/ 162764 w 547112"/>
                <a:gd name="csY9" fmla="*/ 48439 h 438622"/>
                <a:gd name="csX10" fmla="*/ 94885 w 547112"/>
                <a:gd name="csY10" fmla="*/ 14255 h 438622"/>
                <a:gd name="csX11" fmla="*/ 121677 w 547112"/>
                <a:gd name="csY11" fmla="*/ 5628 h 438622"/>
                <a:gd name="csX12" fmla="*/ 185019 w 547112"/>
                <a:gd name="csY12" fmla="*/ 781 h 438622"/>
                <a:gd name="csX13" fmla="*/ 342354 w 547112"/>
                <a:gd name="csY13" fmla="*/ 26764 h 438622"/>
                <a:gd name="csX14" fmla="*/ 444759 w 547112"/>
                <a:gd name="csY14" fmla="*/ 68488 h 438622"/>
                <a:gd name="csX15" fmla="*/ 509999 w 547112"/>
                <a:gd name="csY15" fmla="*/ 125581 h 438622"/>
                <a:gd name="csX16" fmla="*/ 536834 w 547112"/>
                <a:gd name="csY16" fmla="*/ 181958 h 438622"/>
                <a:gd name="csX0" fmla="*/ 536834 w 547112"/>
                <a:gd name="csY0" fmla="*/ 181958 h 438622"/>
                <a:gd name="csX1" fmla="*/ 547112 w 547112"/>
                <a:gd name="csY1" fmla="*/ 237638 h 438622"/>
                <a:gd name="csX2" fmla="*/ 533269 w 547112"/>
                <a:gd name="csY2" fmla="*/ 311819 h 438622"/>
                <a:gd name="csX3" fmla="*/ 265661 w 547112"/>
                <a:gd name="csY3" fmla="*/ 432940 h 438622"/>
                <a:gd name="csX4" fmla="*/ 105678 w 547112"/>
                <a:gd name="csY4" fmla="*/ 415169 h 438622"/>
                <a:gd name="csX5" fmla="*/ 12 w 547112"/>
                <a:gd name="csY5" fmla="*/ 313389 h 438622"/>
                <a:gd name="csX6" fmla="*/ 147856 w 547112"/>
                <a:gd name="csY6" fmla="*/ 381242 h 438622"/>
                <a:gd name="csX7" fmla="*/ 198759 w 547112"/>
                <a:gd name="csY7" fmla="*/ 297234 h 438622"/>
                <a:gd name="csX8" fmla="*/ 203606 w 547112"/>
                <a:gd name="csY8" fmla="*/ 125952 h 438622"/>
                <a:gd name="csX9" fmla="*/ 162764 w 547112"/>
                <a:gd name="csY9" fmla="*/ 48439 h 438622"/>
                <a:gd name="csX10" fmla="*/ 94885 w 547112"/>
                <a:gd name="csY10" fmla="*/ 14255 h 438622"/>
                <a:gd name="csX11" fmla="*/ 121677 w 547112"/>
                <a:gd name="csY11" fmla="*/ 5628 h 438622"/>
                <a:gd name="csX12" fmla="*/ 185019 w 547112"/>
                <a:gd name="csY12" fmla="*/ 781 h 438622"/>
                <a:gd name="csX13" fmla="*/ 342354 w 547112"/>
                <a:gd name="csY13" fmla="*/ 26764 h 438622"/>
                <a:gd name="csX14" fmla="*/ 444759 w 547112"/>
                <a:gd name="csY14" fmla="*/ 68488 h 438622"/>
                <a:gd name="csX15" fmla="*/ 509999 w 547112"/>
                <a:gd name="csY15" fmla="*/ 125581 h 438622"/>
                <a:gd name="csX16" fmla="*/ 536834 w 547112"/>
                <a:gd name="csY16" fmla="*/ 181958 h 438622"/>
                <a:gd name="csX0" fmla="*/ 536834 w 547112"/>
                <a:gd name="csY0" fmla="*/ 181958 h 438622"/>
                <a:gd name="csX1" fmla="*/ 547112 w 547112"/>
                <a:gd name="csY1" fmla="*/ 237638 h 438622"/>
                <a:gd name="csX2" fmla="*/ 533269 w 547112"/>
                <a:gd name="csY2" fmla="*/ 311819 h 438622"/>
                <a:gd name="csX3" fmla="*/ 410010 w 547112"/>
                <a:gd name="csY3" fmla="*/ 384070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8622"/>
                <a:gd name="csX1" fmla="*/ 547112 w 547112"/>
                <a:gd name="csY1" fmla="*/ 237638 h 438622"/>
                <a:gd name="csX2" fmla="*/ 533269 w 547112"/>
                <a:gd name="csY2" fmla="*/ 311819 h 438622"/>
                <a:gd name="csX3" fmla="*/ 437643 w 547112"/>
                <a:gd name="csY3" fmla="*/ 409919 h 438622"/>
                <a:gd name="csX4" fmla="*/ 265661 w 547112"/>
                <a:gd name="csY4" fmla="*/ 432940 h 438622"/>
                <a:gd name="csX5" fmla="*/ 105678 w 547112"/>
                <a:gd name="csY5" fmla="*/ 415169 h 438622"/>
                <a:gd name="csX6" fmla="*/ 12 w 547112"/>
                <a:gd name="csY6" fmla="*/ 313389 h 438622"/>
                <a:gd name="csX7" fmla="*/ 147856 w 547112"/>
                <a:gd name="csY7" fmla="*/ 381242 h 438622"/>
                <a:gd name="csX8" fmla="*/ 198759 w 547112"/>
                <a:gd name="csY8" fmla="*/ 297234 h 438622"/>
                <a:gd name="csX9" fmla="*/ 203606 w 547112"/>
                <a:gd name="csY9" fmla="*/ 125952 h 438622"/>
                <a:gd name="csX10" fmla="*/ 162764 w 547112"/>
                <a:gd name="csY10" fmla="*/ 48439 h 438622"/>
                <a:gd name="csX11" fmla="*/ 94885 w 547112"/>
                <a:gd name="csY11" fmla="*/ 14255 h 438622"/>
                <a:gd name="csX12" fmla="*/ 121677 w 547112"/>
                <a:gd name="csY12" fmla="*/ 5628 h 438622"/>
                <a:gd name="csX13" fmla="*/ 185019 w 547112"/>
                <a:gd name="csY13" fmla="*/ 781 h 438622"/>
                <a:gd name="csX14" fmla="*/ 342354 w 547112"/>
                <a:gd name="csY14" fmla="*/ 26764 h 438622"/>
                <a:gd name="csX15" fmla="*/ 444759 w 547112"/>
                <a:gd name="csY15" fmla="*/ 68488 h 438622"/>
                <a:gd name="csX16" fmla="*/ 509999 w 547112"/>
                <a:gd name="csY16" fmla="*/ 125581 h 438622"/>
                <a:gd name="csX17" fmla="*/ 536834 w 547112"/>
                <a:gd name="csY17" fmla="*/ 181958 h 438622"/>
                <a:gd name="csX0" fmla="*/ 536834 w 547112"/>
                <a:gd name="csY0" fmla="*/ 181958 h 435256"/>
                <a:gd name="csX1" fmla="*/ 547112 w 547112"/>
                <a:gd name="csY1" fmla="*/ 237638 h 435256"/>
                <a:gd name="csX2" fmla="*/ 533269 w 547112"/>
                <a:gd name="csY2" fmla="*/ 311819 h 435256"/>
                <a:gd name="csX3" fmla="*/ 437643 w 547112"/>
                <a:gd name="csY3" fmla="*/ 409919 h 435256"/>
                <a:gd name="csX4" fmla="*/ 265661 w 547112"/>
                <a:gd name="csY4" fmla="*/ 432940 h 435256"/>
                <a:gd name="csX5" fmla="*/ 105678 w 547112"/>
                <a:gd name="csY5" fmla="*/ 415169 h 435256"/>
                <a:gd name="csX6" fmla="*/ 12 w 547112"/>
                <a:gd name="csY6" fmla="*/ 313389 h 435256"/>
                <a:gd name="csX7" fmla="*/ 147856 w 547112"/>
                <a:gd name="csY7" fmla="*/ 381242 h 435256"/>
                <a:gd name="csX8" fmla="*/ 198759 w 547112"/>
                <a:gd name="csY8" fmla="*/ 297234 h 435256"/>
                <a:gd name="csX9" fmla="*/ 203606 w 547112"/>
                <a:gd name="csY9" fmla="*/ 125952 h 435256"/>
                <a:gd name="csX10" fmla="*/ 162764 w 547112"/>
                <a:gd name="csY10" fmla="*/ 48439 h 435256"/>
                <a:gd name="csX11" fmla="*/ 94885 w 547112"/>
                <a:gd name="csY11" fmla="*/ 14255 h 435256"/>
                <a:gd name="csX12" fmla="*/ 121677 w 547112"/>
                <a:gd name="csY12" fmla="*/ 5628 h 435256"/>
                <a:gd name="csX13" fmla="*/ 185019 w 547112"/>
                <a:gd name="csY13" fmla="*/ 781 h 435256"/>
                <a:gd name="csX14" fmla="*/ 342354 w 547112"/>
                <a:gd name="csY14" fmla="*/ 26764 h 435256"/>
                <a:gd name="csX15" fmla="*/ 444759 w 547112"/>
                <a:gd name="csY15" fmla="*/ 68488 h 435256"/>
                <a:gd name="csX16" fmla="*/ 509999 w 547112"/>
                <a:gd name="csY16" fmla="*/ 125581 h 435256"/>
                <a:gd name="csX17" fmla="*/ 536834 w 547112"/>
                <a:gd name="csY17" fmla="*/ 181958 h 435256"/>
                <a:gd name="csX0" fmla="*/ 536834 w 547112"/>
                <a:gd name="csY0" fmla="*/ 176420 h 429718"/>
                <a:gd name="csX1" fmla="*/ 547112 w 547112"/>
                <a:gd name="csY1" fmla="*/ 232100 h 429718"/>
                <a:gd name="csX2" fmla="*/ 533269 w 547112"/>
                <a:gd name="csY2" fmla="*/ 306281 h 429718"/>
                <a:gd name="csX3" fmla="*/ 437643 w 547112"/>
                <a:gd name="csY3" fmla="*/ 404381 h 429718"/>
                <a:gd name="csX4" fmla="*/ 265661 w 547112"/>
                <a:gd name="csY4" fmla="*/ 427402 h 429718"/>
                <a:gd name="csX5" fmla="*/ 105678 w 547112"/>
                <a:gd name="csY5" fmla="*/ 409631 h 429718"/>
                <a:gd name="csX6" fmla="*/ 12 w 547112"/>
                <a:gd name="csY6" fmla="*/ 307851 h 429718"/>
                <a:gd name="csX7" fmla="*/ 147856 w 547112"/>
                <a:gd name="csY7" fmla="*/ 375704 h 429718"/>
                <a:gd name="csX8" fmla="*/ 198759 w 547112"/>
                <a:gd name="csY8" fmla="*/ 291696 h 429718"/>
                <a:gd name="csX9" fmla="*/ 203606 w 547112"/>
                <a:gd name="csY9" fmla="*/ 120414 h 429718"/>
                <a:gd name="csX10" fmla="*/ 162764 w 547112"/>
                <a:gd name="csY10" fmla="*/ 42901 h 429718"/>
                <a:gd name="csX11" fmla="*/ 94885 w 547112"/>
                <a:gd name="csY11" fmla="*/ 8717 h 429718"/>
                <a:gd name="csX12" fmla="*/ 121677 w 547112"/>
                <a:gd name="csY12" fmla="*/ 90 h 429718"/>
                <a:gd name="csX13" fmla="*/ 300703 w 547112"/>
                <a:gd name="csY13" fmla="*/ 32401 h 429718"/>
                <a:gd name="csX14" fmla="*/ 342354 w 547112"/>
                <a:gd name="csY14" fmla="*/ 21226 h 429718"/>
                <a:gd name="csX15" fmla="*/ 444759 w 547112"/>
                <a:gd name="csY15" fmla="*/ 62950 h 429718"/>
                <a:gd name="csX16" fmla="*/ 509999 w 547112"/>
                <a:gd name="csY16" fmla="*/ 120043 h 429718"/>
                <a:gd name="csX17" fmla="*/ 536834 w 547112"/>
                <a:gd name="csY17" fmla="*/ 176420 h 429718"/>
                <a:gd name="csX0" fmla="*/ 536834 w 547112"/>
                <a:gd name="csY0" fmla="*/ 167703 h 421001"/>
                <a:gd name="csX1" fmla="*/ 547112 w 547112"/>
                <a:gd name="csY1" fmla="*/ 223383 h 421001"/>
                <a:gd name="csX2" fmla="*/ 533269 w 547112"/>
                <a:gd name="csY2" fmla="*/ 297564 h 421001"/>
                <a:gd name="csX3" fmla="*/ 437643 w 547112"/>
                <a:gd name="csY3" fmla="*/ 395664 h 421001"/>
                <a:gd name="csX4" fmla="*/ 265661 w 547112"/>
                <a:gd name="csY4" fmla="*/ 418685 h 421001"/>
                <a:gd name="csX5" fmla="*/ 105678 w 547112"/>
                <a:gd name="csY5" fmla="*/ 400914 h 421001"/>
                <a:gd name="csX6" fmla="*/ 12 w 547112"/>
                <a:gd name="csY6" fmla="*/ 299134 h 421001"/>
                <a:gd name="csX7" fmla="*/ 147856 w 547112"/>
                <a:gd name="csY7" fmla="*/ 366987 h 421001"/>
                <a:gd name="csX8" fmla="*/ 198759 w 547112"/>
                <a:gd name="csY8" fmla="*/ 282979 h 421001"/>
                <a:gd name="csX9" fmla="*/ 203606 w 547112"/>
                <a:gd name="csY9" fmla="*/ 111697 h 421001"/>
                <a:gd name="csX10" fmla="*/ 162764 w 547112"/>
                <a:gd name="csY10" fmla="*/ 34184 h 421001"/>
                <a:gd name="csX11" fmla="*/ 94885 w 547112"/>
                <a:gd name="csY11" fmla="*/ 0 h 421001"/>
                <a:gd name="csX12" fmla="*/ 252532 w 547112"/>
                <a:gd name="csY12" fmla="*/ 13991 h 421001"/>
                <a:gd name="csX13" fmla="*/ 300703 w 547112"/>
                <a:gd name="csY13" fmla="*/ 23684 h 421001"/>
                <a:gd name="csX14" fmla="*/ 342354 w 547112"/>
                <a:gd name="csY14" fmla="*/ 12509 h 421001"/>
                <a:gd name="csX15" fmla="*/ 444759 w 547112"/>
                <a:gd name="csY15" fmla="*/ 54233 h 421001"/>
                <a:gd name="csX16" fmla="*/ 509999 w 547112"/>
                <a:gd name="csY16" fmla="*/ 111326 h 421001"/>
                <a:gd name="csX17" fmla="*/ 536834 w 547112"/>
                <a:gd name="csY17" fmla="*/ 167703 h 421001"/>
                <a:gd name="csX0" fmla="*/ 536834 w 547112"/>
                <a:gd name="csY0" fmla="*/ 166087 h 419385"/>
                <a:gd name="csX1" fmla="*/ 547112 w 547112"/>
                <a:gd name="csY1" fmla="*/ 221767 h 419385"/>
                <a:gd name="csX2" fmla="*/ 533269 w 547112"/>
                <a:gd name="csY2" fmla="*/ 295948 h 419385"/>
                <a:gd name="csX3" fmla="*/ 437643 w 547112"/>
                <a:gd name="csY3" fmla="*/ 394048 h 419385"/>
                <a:gd name="csX4" fmla="*/ 265661 w 547112"/>
                <a:gd name="csY4" fmla="*/ 417069 h 419385"/>
                <a:gd name="csX5" fmla="*/ 105678 w 547112"/>
                <a:gd name="csY5" fmla="*/ 399298 h 419385"/>
                <a:gd name="csX6" fmla="*/ 12 w 547112"/>
                <a:gd name="csY6" fmla="*/ 297518 h 419385"/>
                <a:gd name="csX7" fmla="*/ 147856 w 547112"/>
                <a:gd name="csY7" fmla="*/ 365371 h 419385"/>
                <a:gd name="csX8" fmla="*/ 198759 w 547112"/>
                <a:gd name="csY8" fmla="*/ 281363 h 419385"/>
                <a:gd name="csX9" fmla="*/ 203606 w 547112"/>
                <a:gd name="csY9" fmla="*/ 110081 h 419385"/>
                <a:gd name="csX10" fmla="*/ 162764 w 547112"/>
                <a:gd name="csY10" fmla="*/ 32568 h 419385"/>
                <a:gd name="csX11" fmla="*/ 198242 w 547112"/>
                <a:gd name="csY11" fmla="*/ 0 h 419385"/>
                <a:gd name="csX12" fmla="*/ 252532 w 547112"/>
                <a:gd name="csY12" fmla="*/ 12375 h 419385"/>
                <a:gd name="csX13" fmla="*/ 300703 w 547112"/>
                <a:gd name="csY13" fmla="*/ 22068 h 419385"/>
                <a:gd name="csX14" fmla="*/ 342354 w 547112"/>
                <a:gd name="csY14" fmla="*/ 10893 h 419385"/>
                <a:gd name="csX15" fmla="*/ 444759 w 547112"/>
                <a:gd name="csY15" fmla="*/ 52617 h 419385"/>
                <a:gd name="csX16" fmla="*/ 509999 w 547112"/>
                <a:gd name="csY16" fmla="*/ 109710 h 419385"/>
                <a:gd name="csX17" fmla="*/ 536834 w 547112"/>
                <a:gd name="csY17" fmla="*/ 166087 h 419385"/>
                <a:gd name="csX0" fmla="*/ 536834 w 547112"/>
                <a:gd name="csY0" fmla="*/ 166087 h 419385"/>
                <a:gd name="csX1" fmla="*/ 547112 w 547112"/>
                <a:gd name="csY1" fmla="*/ 221767 h 419385"/>
                <a:gd name="csX2" fmla="*/ 533269 w 547112"/>
                <a:gd name="csY2" fmla="*/ 295948 h 419385"/>
                <a:gd name="csX3" fmla="*/ 437643 w 547112"/>
                <a:gd name="csY3" fmla="*/ 394048 h 419385"/>
                <a:gd name="csX4" fmla="*/ 265661 w 547112"/>
                <a:gd name="csY4" fmla="*/ 417069 h 419385"/>
                <a:gd name="csX5" fmla="*/ 105678 w 547112"/>
                <a:gd name="csY5" fmla="*/ 399298 h 419385"/>
                <a:gd name="csX6" fmla="*/ 12 w 547112"/>
                <a:gd name="csY6" fmla="*/ 297518 h 419385"/>
                <a:gd name="csX7" fmla="*/ 147856 w 547112"/>
                <a:gd name="csY7" fmla="*/ 365371 h 419385"/>
                <a:gd name="csX8" fmla="*/ 198759 w 547112"/>
                <a:gd name="csY8" fmla="*/ 281363 h 419385"/>
                <a:gd name="csX9" fmla="*/ 203606 w 547112"/>
                <a:gd name="csY9" fmla="*/ 110081 h 419385"/>
                <a:gd name="csX10" fmla="*/ 162764 w 547112"/>
                <a:gd name="csY10" fmla="*/ 32568 h 419385"/>
                <a:gd name="csX11" fmla="*/ 198242 w 547112"/>
                <a:gd name="csY11" fmla="*/ 0 h 419385"/>
                <a:gd name="csX12" fmla="*/ 257273 w 547112"/>
                <a:gd name="csY12" fmla="*/ 12914 h 419385"/>
                <a:gd name="csX13" fmla="*/ 300703 w 547112"/>
                <a:gd name="csY13" fmla="*/ 22068 h 419385"/>
                <a:gd name="csX14" fmla="*/ 342354 w 547112"/>
                <a:gd name="csY14" fmla="*/ 10893 h 419385"/>
                <a:gd name="csX15" fmla="*/ 444759 w 547112"/>
                <a:gd name="csY15" fmla="*/ 52617 h 419385"/>
                <a:gd name="csX16" fmla="*/ 509999 w 547112"/>
                <a:gd name="csY16" fmla="*/ 109710 h 419385"/>
                <a:gd name="csX17" fmla="*/ 536834 w 547112"/>
                <a:gd name="csY17" fmla="*/ 166087 h 419385"/>
                <a:gd name="csX0" fmla="*/ 536834 w 547112"/>
                <a:gd name="csY0" fmla="*/ 166087 h 419385"/>
                <a:gd name="csX1" fmla="*/ 547112 w 547112"/>
                <a:gd name="csY1" fmla="*/ 221767 h 419385"/>
                <a:gd name="csX2" fmla="*/ 533269 w 547112"/>
                <a:gd name="csY2" fmla="*/ 295948 h 419385"/>
                <a:gd name="csX3" fmla="*/ 437643 w 547112"/>
                <a:gd name="csY3" fmla="*/ 394048 h 419385"/>
                <a:gd name="csX4" fmla="*/ 265661 w 547112"/>
                <a:gd name="csY4" fmla="*/ 417069 h 419385"/>
                <a:gd name="csX5" fmla="*/ 105678 w 547112"/>
                <a:gd name="csY5" fmla="*/ 399298 h 419385"/>
                <a:gd name="csX6" fmla="*/ 12 w 547112"/>
                <a:gd name="csY6" fmla="*/ 297518 h 419385"/>
                <a:gd name="csX7" fmla="*/ 147856 w 547112"/>
                <a:gd name="csY7" fmla="*/ 365371 h 419385"/>
                <a:gd name="csX8" fmla="*/ 198759 w 547112"/>
                <a:gd name="csY8" fmla="*/ 281363 h 419385"/>
                <a:gd name="csX9" fmla="*/ 203606 w 547112"/>
                <a:gd name="csY9" fmla="*/ 110081 h 419385"/>
                <a:gd name="csX10" fmla="*/ 162764 w 547112"/>
                <a:gd name="csY10" fmla="*/ 32568 h 419385"/>
                <a:gd name="csX11" fmla="*/ 198242 w 547112"/>
                <a:gd name="csY11" fmla="*/ 0 h 419385"/>
                <a:gd name="csX12" fmla="*/ 300703 w 547112"/>
                <a:gd name="csY12" fmla="*/ 22068 h 419385"/>
                <a:gd name="csX13" fmla="*/ 342354 w 547112"/>
                <a:gd name="csY13" fmla="*/ 10893 h 419385"/>
                <a:gd name="csX14" fmla="*/ 444759 w 547112"/>
                <a:gd name="csY14" fmla="*/ 52617 h 419385"/>
                <a:gd name="csX15" fmla="*/ 509999 w 547112"/>
                <a:gd name="csY15" fmla="*/ 109710 h 419385"/>
                <a:gd name="csX16" fmla="*/ 536834 w 547112"/>
                <a:gd name="csY16" fmla="*/ 166087 h 419385"/>
                <a:gd name="csX0" fmla="*/ 536834 w 547112"/>
                <a:gd name="csY0" fmla="*/ 166626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42354 w 547112"/>
                <a:gd name="csY13" fmla="*/ 11432 h 419924"/>
                <a:gd name="csX14" fmla="*/ 444759 w 547112"/>
                <a:gd name="csY14" fmla="*/ 53156 h 419924"/>
                <a:gd name="csX15" fmla="*/ 509999 w 547112"/>
                <a:gd name="csY15" fmla="*/ 110249 h 419924"/>
                <a:gd name="csX16" fmla="*/ 536834 w 547112"/>
                <a:gd name="csY16" fmla="*/ 166626 h 419924"/>
                <a:gd name="csX0" fmla="*/ 536834 w 547112"/>
                <a:gd name="csY0" fmla="*/ 166626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7869 w 547112"/>
                <a:gd name="csY13" fmla="*/ 79824 h 419924"/>
                <a:gd name="csX14" fmla="*/ 444759 w 547112"/>
                <a:gd name="csY14" fmla="*/ 53156 h 419924"/>
                <a:gd name="csX15" fmla="*/ 509999 w 547112"/>
                <a:gd name="csY15" fmla="*/ 110249 h 419924"/>
                <a:gd name="csX16" fmla="*/ 536834 w 547112"/>
                <a:gd name="csY16" fmla="*/ 166626 h 419924"/>
                <a:gd name="csX0" fmla="*/ 536834 w 547112"/>
                <a:gd name="csY0" fmla="*/ 166626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7869 w 547112"/>
                <a:gd name="csY13" fmla="*/ 79824 h 419924"/>
                <a:gd name="csX14" fmla="*/ 444759 w 547112"/>
                <a:gd name="csY14" fmla="*/ 53156 h 419924"/>
                <a:gd name="csX15" fmla="*/ 509999 w 547112"/>
                <a:gd name="csY15" fmla="*/ 110249 h 419924"/>
                <a:gd name="csX16" fmla="*/ 536834 w 547112"/>
                <a:gd name="csY16" fmla="*/ 166626 h 419924"/>
                <a:gd name="csX0" fmla="*/ 536834 w 547112"/>
                <a:gd name="csY0" fmla="*/ 166626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7869 w 547112"/>
                <a:gd name="csY13" fmla="*/ 79824 h 419924"/>
                <a:gd name="csX14" fmla="*/ 444759 w 547112"/>
                <a:gd name="csY14" fmla="*/ 53156 h 419924"/>
                <a:gd name="csX15" fmla="*/ 509999 w 547112"/>
                <a:gd name="csY15" fmla="*/ 110249 h 419924"/>
                <a:gd name="csX16" fmla="*/ 536834 w 547112"/>
                <a:gd name="csY16" fmla="*/ 166626 h 419924"/>
                <a:gd name="csX0" fmla="*/ 536834 w 547112"/>
                <a:gd name="csY0" fmla="*/ 166626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7869 w 547112"/>
                <a:gd name="csY13" fmla="*/ 79824 h 419924"/>
                <a:gd name="csX14" fmla="*/ 444759 w 547112"/>
                <a:gd name="csY14" fmla="*/ 53156 h 419924"/>
                <a:gd name="csX15" fmla="*/ 509999 w 547112"/>
                <a:gd name="csY15" fmla="*/ 110249 h 419924"/>
                <a:gd name="csX16" fmla="*/ 536834 w 547112"/>
                <a:gd name="csY16" fmla="*/ 166626 h 419924"/>
                <a:gd name="csX0" fmla="*/ 536834 w 547112"/>
                <a:gd name="csY0" fmla="*/ 166626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7869 w 547112"/>
                <a:gd name="csY13" fmla="*/ 79824 h 419924"/>
                <a:gd name="csX14" fmla="*/ 444759 w 547112"/>
                <a:gd name="csY14" fmla="*/ 53156 h 419924"/>
                <a:gd name="csX15" fmla="*/ 509999 w 547112"/>
                <a:gd name="csY15" fmla="*/ 110249 h 419924"/>
                <a:gd name="csX16" fmla="*/ 536834 w 547112"/>
                <a:gd name="csY16" fmla="*/ 166626 h 419924"/>
                <a:gd name="csX0" fmla="*/ 536834 w 547112"/>
                <a:gd name="csY0" fmla="*/ 166626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7869 w 547112"/>
                <a:gd name="csY13" fmla="*/ 79824 h 419924"/>
                <a:gd name="csX14" fmla="*/ 416312 w 547112"/>
                <a:gd name="csY14" fmla="*/ 191555 h 419924"/>
                <a:gd name="csX15" fmla="*/ 509999 w 547112"/>
                <a:gd name="csY15" fmla="*/ 110249 h 419924"/>
                <a:gd name="csX16" fmla="*/ 536834 w 547112"/>
                <a:gd name="csY16" fmla="*/ 166626 h 419924"/>
                <a:gd name="csX0" fmla="*/ 536834 w 547112"/>
                <a:gd name="csY0" fmla="*/ 166626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7869 w 547112"/>
                <a:gd name="csY13" fmla="*/ 79824 h 419924"/>
                <a:gd name="csX14" fmla="*/ 509999 w 547112"/>
                <a:gd name="csY14" fmla="*/ 110249 h 419924"/>
                <a:gd name="csX15" fmla="*/ 536834 w 547112"/>
                <a:gd name="csY15" fmla="*/ 166626 h 419924"/>
                <a:gd name="csX0" fmla="*/ 536834 w 547112"/>
                <a:gd name="csY0" fmla="*/ 166626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7869 w 547112"/>
                <a:gd name="csY13" fmla="*/ 79824 h 419924"/>
                <a:gd name="csX14" fmla="*/ 536834 w 547112"/>
                <a:gd name="csY14" fmla="*/ 166626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7869 w 547112"/>
                <a:gd name="csY13" fmla="*/ 79824 h 419924"/>
                <a:gd name="csX14" fmla="*/ 406927 w 547112"/>
                <a:gd name="csY14" fmla="*/ 212938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7869 w 547112"/>
                <a:gd name="csY13" fmla="*/ 79824 h 419924"/>
                <a:gd name="csX14" fmla="*/ 406927 w 547112"/>
                <a:gd name="csY14" fmla="*/ 212938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7869 w 547112"/>
                <a:gd name="csY13" fmla="*/ 79824 h 419924"/>
                <a:gd name="csX14" fmla="*/ 406927 w 547112"/>
                <a:gd name="csY14" fmla="*/ 212938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7869 w 547112"/>
                <a:gd name="csY13" fmla="*/ 79824 h 419924"/>
                <a:gd name="csX14" fmla="*/ 406927 w 547112"/>
                <a:gd name="csY14" fmla="*/ 212938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4076 w 547112"/>
                <a:gd name="csY13" fmla="*/ 80363 h 419924"/>
                <a:gd name="csX14" fmla="*/ 406927 w 547112"/>
                <a:gd name="csY14" fmla="*/ 212938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4076 w 547112"/>
                <a:gd name="csY13" fmla="*/ 80363 h 419924"/>
                <a:gd name="csX14" fmla="*/ 406927 w 547112"/>
                <a:gd name="csY14" fmla="*/ 212938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300703 w 547112"/>
                <a:gd name="csY12" fmla="*/ 22607 h 419924"/>
                <a:gd name="csX13" fmla="*/ 384076 w 547112"/>
                <a:gd name="csY13" fmla="*/ 80363 h 419924"/>
                <a:gd name="csX14" fmla="*/ 406927 w 547112"/>
                <a:gd name="csY14" fmla="*/ 212938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294065 w 547112"/>
                <a:gd name="csY12" fmla="*/ 24223 h 419924"/>
                <a:gd name="csX13" fmla="*/ 384076 w 547112"/>
                <a:gd name="csY13" fmla="*/ 80363 h 419924"/>
                <a:gd name="csX14" fmla="*/ 406927 w 547112"/>
                <a:gd name="csY14" fmla="*/ 212938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294065 w 547112"/>
                <a:gd name="csY12" fmla="*/ 24223 h 419924"/>
                <a:gd name="csX13" fmla="*/ 384076 w 547112"/>
                <a:gd name="csY13" fmla="*/ 80363 h 419924"/>
                <a:gd name="csX14" fmla="*/ 406927 w 547112"/>
                <a:gd name="csY14" fmla="*/ 212938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62764 w 547112"/>
                <a:gd name="csY10" fmla="*/ 33107 h 419924"/>
                <a:gd name="csX11" fmla="*/ 195397 w 547112"/>
                <a:gd name="csY11" fmla="*/ 0 h 419924"/>
                <a:gd name="csX12" fmla="*/ 293117 w 547112"/>
                <a:gd name="csY12" fmla="*/ 22608 h 419924"/>
                <a:gd name="csX13" fmla="*/ 384076 w 547112"/>
                <a:gd name="csY13" fmla="*/ 80363 h 419924"/>
                <a:gd name="csX14" fmla="*/ 406927 w 547112"/>
                <a:gd name="csY14" fmla="*/ 212938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75091 w 547112"/>
                <a:gd name="csY10" fmla="*/ 33107 h 419924"/>
                <a:gd name="csX11" fmla="*/ 195397 w 547112"/>
                <a:gd name="csY11" fmla="*/ 0 h 419924"/>
                <a:gd name="csX12" fmla="*/ 293117 w 547112"/>
                <a:gd name="csY12" fmla="*/ 22608 h 419924"/>
                <a:gd name="csX13" fmla="*/ 384076 w 547112"/>
                <a:gd name="csY13" fmla="*/ 80363 h 419924"/>
                <a:gd name="csX14" fmla="*/ 406927 w 547112"/>
                <a:gd name="csY14" fmla="*/ 212938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195320 w 547112"/>
                <a:gd name="csY10" fmla="*/ 76727 h 419924"/>
                <a:gd name="csX11" fmla="*/ 175091 w 547112"/>
                <a:gd name="csY11" fmla="*/ 33107 h 419924"/>
                <a:gd name="csX12" fmla="*/ 195397 w 547112"/>
                <a:gd name="csY12" fmla="*/ 0 h 419924"/>
                <a:gd name="csX13" fmla="*/ 293117 w 547112"/>
                <a:gd name="csY13" fmla="*/ 22608 h 419924"/>
                <a:gd name="csX14" fmla="*/ 384076 w 547112"/>
                <a:gd name="csY14" fmla="*/ 80363 h 419924"/>
                <a:gd name="csX15" fmla="*/ 406927 w 547112"/>
                <a:gd name="csY15" fmla="*/ 212938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203606 w 547112"/>
                <a:gd name="csY9" fmla="*/ 110620 h 419924"/>
                <a:gd name="csX10" fmla="*/ 220922 w 547112"/>
                <a:gd name="csY10" fmla="*/ 72957 h 419924"/>
                <a:gd name="csX11" fmla="*/ 175091 w 547112"/>
                <a:gd name="csY11" fmla="*/ 33107 h 419924"/>
                <a:gd name="csX12" fmla="*/ 195397 w 547112"/>
                <a:gd name="csY12" fmla="*/ 0 h 419924"/>
                <a:gd name="csX13" fmla="*/ 293117 w 547112"/>
                <a:gd name="csY13" fmla="*/ 22608 h 419924"/>
                <a:gd name="csX14" fmla="*/ 384076 w 547112"/>
                <a:gd name="csY14" fmla="*/ 80363 h 419924"/>
                <a:gd name="csX15" fmla="*/ 406927 w 547112"/>
                <a:gd name="csY15" fmla="*/ 212938 h 419924"/>
                <a:gd name="csX0" fmla="*/ 406927 w 547112"/>
                <a:gd name="csY0" fmla="*/ 212938 h 419924"/>
                <a:gd name="csX1" fmla="*/ 547112 w 547112"/>
                <a:gd name="csY1" fmla="*/ 222306 h 419924"/>
                <a:gd name="csX2" fmla="*/ 533269 w 547112"/>
                <a:gd name="csY2" fmla="*/ 296487 h 419924"/>
                <a:gd name="csX3" fmla="*/ 437643 w 547112"/>
                <a:gd name="csY3" fmla="*/ 394587 h 419924"/>
                <a:gd name="csX4" fmla="*/ 265661 w 547112"/>
                <a:gd name="csY4" fmla="*/ 417608 h 419924"/>
                <a:gd name="csX5" fmla="*/ 105678 w 547112"/>
                <a:gd name="csY5" fmla="*/ 399837 h 419924"/>
                <a:gd name="csX6" fmla="*/ 12 w 547112"/>
                <a:gd name="csY6" fmla="*/ 298057 h 419924"/>
                <a:gd name="csX7" fmla="*/ 147856 w 547112"/>
                <a:gd name="csY7" fmla="*/ 365910 h 419924"/>
                <a:gd name="csX8" fmla="*/ 198759 w 547112"/>
                <a:gd name="csY8" fmla="*/ 281902 h 419924"/>
                <a:gd name="csX9" fmla="*/ 173263 w 547112"/>
                <a:gd name="csY9" fmla="*/ 97696 h 419924"/>
                <a:gd name="csX10" fmla="*/ 220922 w 547112"/>
                <a:gd name="csY10" fmla="*/ 72957 h 419924"/>
                <a:gd name="csX11" fmla="*/ 175091 w 547112"/>
                <a:gd name="csY11" fmla="*/ 33107 h 419924"/>
                <a:gd name="csX12" fmla="*/ 195397 w 547112"/>
                <a:gd name="csY12" fmla="*/ 0 h 419924"/>
                <a:gd name="csX13" fmla="*/ 293117 w 547112"/>
                <a:gd name="csY13" fmla="*/ 22608 h 419924"/>
                <a:gd name="csX14" fmla="*/ 384076 w 547112"/>
                <a:gd name="csY14" fmla="*/ 80363 h 419924"/>
                <a:gd name="csX15" fmla="*/ 406927 w 547112"/>
                <a:gd name="csY15" fmla="*/ 212938 h 419924"/>
                <a:gd name="csX0" fmla="*/ 444794 w 584979"/>
                <a:gd name="csY0" fmla="*/ 212938 h 419924"/>
                <a:gd name="csX1" fmla="*/ 584979 w 584979"/>
                <a:gd name="csY1" fmla="*/ 222306 h 419924"/>
                <a:gd name="csX2" fmla="*/ 571136 w 584979"/>
                <a:gd name="csY2" fmla="*/ 296487 h 419924"/>
                <a:gd name="csX3" fmla="*/ 475510 w 584979"/>
                <a:gd name="csY3" fmla="*/ 394587 h 419924"/>
                <a:gd name="csX4" fmla="*/ 303528 w 584979"/>
                <a:gd name="csY4" fmla="*/ 417608 h 419924"/>
                <a:gd name="csX5" fmla="*/ 143545 w 584979"/>
                <a:gd name="csY5" fmla="*/ 399837 h 419924"/>
                <a:gd name="csX6" fmla="*/ 37879 w 584979"/>
                <a:gd name="csY6" fmla="*/ 298057 h 419924"/>
                <a:gd name="csX7" fmla="*/ 185723 w 584979"/>
                <a:gd name="csY7" fmla="*/ 365910 h 419924"/>
                <a:gd name="csX8" fmla="*/ 518 w 584979"/>
                <a:gd name="csY8" fmla="*/ 138657 h 419924"/>
                <a:gd name="csX9" fmla="*/ 211130 w 584979"/>
                <a:gd name="csY9" fmla="*/ 97696 h 419924"/>
                <a:gd name="csX10" fmla="*/ 258789 w 584979"/>
                <a:gd name="csY10" fmla="*/ 72957 h 419924"/>
                <a:gd name="csX11" fmla="*/ 212958 w 584979"/>
                <a:gd name="csY11" fmla="*/ 33107 h 419924"/>
                <a:gd name="csX12" fmla="*/ 233264 w 584979"/>
                <a:gd name="csY12" fmla="*/ 0 h 419924"/>
                <a:gd name="csX13" fmla="*/ 330984 w 584979"/>
                <a:gd name="csY13" fmla="*/ 22608 h 419924"/>
                <a:gd name="csX14" fmla="*/ 421943 w 584979"/>
                <a:gd name="csY14" fmla="*/ 80363 h 419924"/>
                <a:gd name="csX15" fmla="*/ 444794 w 584979"/>
                <a:gd name="csY15" fmla="*/ 212938 h 419924"/>
                <a:gd name="csX0" fmla="*/ 444794 w 584979"/>
                <a:gd name="csY0" fmla="*/ 212938 h 419924"/>
                <a:gd name="csX1" fmla="*/ 584979 w 584979"/>
                <a:gd name="csY1" fmla="*/ 222306 h 419924"/>
                <a:gd name="csX2" fmla="*/ 571136 w 584979"/>
                <a:gd name="csY2" fmla="*/ 296487 h 419924"/>
                <a:gd name="csX3" fmla="*/ 475510 w 584979"/>
                <a:gd name="csY3" fmla="*/ 394587 h 419924"/>
                <a:gd name="csX4" fmla="*/ 303528 w 584979"/>
                <a:gd name="csY4" fmla="*/ 417608 h 419924"/>
                <a:gd name="csX5" fmla="*/ 143545 w 584979"/>
                <a:gd name="csY5" fmla="*/ 399837 h 419924"/>
                <a:gd name="csX6" fmla="*/ 37879 w 584979"/>
                <a:gd name="csY6" fmla="*/ 298057 h 419924"/>
                <a:gd name="csX7" fmla="*/ 185723 w 584979"/>
                <a:gd name="csY7" fmla="*/ 365910 h 419924"/>
                <a:gd name="csX8" fmla="*/ 518 w 584979"/>
                <a:gd name="csY8" fmla="*/ 138657 h 419924"/>
                <a:gd name="csX9" fmla="*/ 211130 w 584979"/>
                <a:gd name="csY9" fmla="*/ 97696 h 419924"/>
                <a:gd name="csX10" fmla="*/ 258789 w 584979"/>
                <a:gd name="csY10" fmla="*/ 72957 h 419924"/>
                <a:gd name="csX11" fmla="*/ 212958 w 584979"/>
                <a:gd name="csY11" fmla="*/ 33107 h 419924"/>
                <a:gd name="csX12" fmla="*/ 233264 w 584979"/>
                <a:gd name="csY12" fmla="*/ 0 h 419924"/>
                <a:gd name="csX13" fmla="*/ 330984 w 584979"/>
                <a:gd name="csY13" fmla="*/ 22608 h 419924"/>
                <a:gd name="csX14" fmla="*/ 421943 w 584979"/>
                <a:gd name="csY14" fmla="*/ 80363 h 419924"/>
                <a:gd name="csX15" fmla="*/ 444794 w 584979"/>
                <a:gd name="csY15" fmla="*/ 212938 h 419924"/>
                <a:gd name="csX0" fmla="*/ 444794 w 584979"/>
                <a:gd name="csY0" fmla="*/ 212938 h 419924"/>
                <a:gd name="csX1" fmla="*/ 584979 w 584979"/>
                <a:gd name="csY1" fmla="*/ 222306 h 419924"/>
                <a:gd name="csX2" fmla="*/ 571136 w 584979"/>
                <a:gd name="csY2" fmla="*/ 296487 h 419924"/>
                <a:gd name="csX3" fmla="*/ 475510 w 584979"/>
                <a:gd name="csY3" fmla="*/ 394587 h 419924"/>
                <a:gd name="csX4" fmla="*/ 303528 w 584979"/>
                <a:gd name="csY4" fmla="*/ 417608 h 419924"/>
                <a:gd name="csX5" fmla="*/ 143545 w 584979"/>
                <a:gd name="csY5" fmla="*/ 399837 h 419924"/>
                <a:gd name="csX6" fmla="*/ 37879 w 584979"/>
                <a:gd name="csY6" fmla="*/ 298057 h 419924"/>
                <a:gd name="csX7" fmla="*/ 185723 w 584979"/>
                <a:gd name="csY7" fmla="*/ 365910 h 419924"/>
                <a:gd name="csX8" fmla="*/ 518 w 584979"/>
                <a:gd name="csY8" fmla="*/ 138657 h 419924"/>
                <a:gd name="csX9" fmla="*/ 211130 w 584979"/>
                <a:gd name="csY9" fmla="*/ 97696 h 419924"/>
                <a:gd name="csX10" fmla="*/ 258789 w 584979"/>
                <a:gd name="csY10" fmla="*/ 72957 h 419924"/>
                <a:gd name="csX11" fmla="*/ 212958 w 584979"/>
                <a:gd name="csY11" fmla="*/ 33107 h 419924"/>
                <a:gd name="csX12" fmla="*/ 233264 w 584979"/>
                <a:gd name="csY12" fmla="*/ 0 h 419924"/>
                <a:gd name="csX13" fmla="*/ 330984 w 584979"/>
                <a:gd name="csY13" fmla="*/ 22608 h 419924"/>
                <a:gd name="csX14" fmla="*/ 421943 w 584979"/>
                <a:gd name="csY14" fmla="*/ 80363 h 419924"/>
                <a:gd name="csX15" fmla="*/ 444794 w 584979"/>
                <a:gd name="csY15" fmla="*/ 212938 h 419924"/>
                <a:gd name="csX0" fmla="*/ 444794 w 584979"/>
                <a:gd name="csY0" fmla="*/ 212938 h 419924"/>
                <a:gd name="csX1" fmla="*/ 584979 w 584979"/>
                <a:gd name="csY1" fmla="*/ 222306 h 419924"/>
                <a:gd name="csX2" fmla="*/ 571136 w 584979"/>
                <a:gd name="csY2" fmla="*/ 296487 h 419924"/>
                <a:gd name="csX3" fmla="*/ 475510 w 584979"/>
                <a:gd name="csY3" fmla="*/ 394587 h 419924"/>
                <a:gd name="csX4" fmla="*/ 303528 w 584979"/>
                <a:gd name="csY4" fmla="*/ 417608 h 419924"/>
                <a:gd name="csX5" fmla="*/ 143545 w 584979"/>
                <a:gd name="csY5" fmla="*/ 399837 h 419924"/>
                <a:gd name="csX6" fmla="*/ 37879 w 584979"/>
                <a:gd name="csY6" fmla="*/ 298057 h 419924"/>
                <a:gd name="csX7" fmla="*/ 185723 w 584979"/>
                <a:gd name="csY7" fmla="*/ 365910 h 419924"/>
                <a:gd name="csX8" fmla="*/ 518 w 584979"/>
                <a:gd name="csY8" fmla="*/ 138657 h 419924"/>
                <a:gd name="csX9" fmla="*/ 211130 w 584979"/>
                <a:gd name="csY9" fmla="*/ 97696 h 419924"/>
                <a:gd name="csX10" fmla="*/ 258789 w 584979"/>
                <a:gd name="csY10" fmla="*/ 72957 h 419924"/>
                <a:gd name="csX11" fmla="*/ 212958 w 584979"/>
                <a:gd name="csY11" fmla="*/ 33107 h 419924"/>
                <a:gd name="csX12" fmla="*/ 233264 w 584979"/>
                <a:gd name="csY12" fmla="*/ 0 h 419924"/>
                <a:gd name="csX13" fmla="*/ 330984 w 584979"/>
                <a:gd name="csY13" fmla="*/ 22608 h 419924"/>
                <a:gd name="csX14" fmla="*/ 421943 w 584979"/>
                <a:gd name="csY14" fmla="*/ 80363 h 419924"/>
                <a:gd name="csX15" fmla="*/ 444794 w 584979"/>
                <a:gd name="csY15" fmla="*/ 212938 h 419924"/>
                <a:gd name="csX0" fmla="*/ 444794 w 584979"/>
                <a:gd name="csY0" fmla="*/ 212938 h 419924"/>
                <a:gd name="csX1" fmla="*/ 584979 w 584979"/>
                <a:gd name="csY1" fmla="*/ 222306 h 419924"/>
                <a:gd name="csX2" fmla="*/ 571136 w 584979"/>
                <a:gd name="csY2" fmla="*/ 296487 h 419924"/>
                <a:gd name="csX3" fmla="*/ 475510 w 584979"/>
                <a:gd name="csY3" fmla="*/ 394587 h 419924"/>
                <a:gd name="csX4" fmla="*/ 303528 w 584979"/>
                <a:gd name="csY4" fmla="*/ 417608 h 419924"/>
                <a:gd name="csX5" fmla="*/ 143545 w 584979"/>
                <a:gd name="csY5" fmla="*/ 399837 h 419924"/>
                <a:gd name="csX6" fmla="*/ 37879 w 584979"/>
                <a:gd name="csY6" fmla="*/ 298057 h 419924"/>
                <a:gd name="csX7" fmla="*/ 185723 w 584979"/>
                <a:gd name="csY7" fmla="*/ 365910 h 419924"/>
                <a:gd name="csX8" fmla="*/ 518 w 584979"/>
                <a:gd name="csY8" fmla="*/ 138657 h 419924"/>
                <a:gd name="csX9" fmla="*/ 211130 w 584979"/>
                <a:gd name="csY9" fmla="*/ 97696 h 419924"/>
                <a:gd name="csX10" fmla="*/ 258789 w 584979"/>
                <a:gd name="csY10" fmla="*/ 72957 h 419924"/>
                <a:gd name="csX11" fmla="*/ 212958 w 584979"/>
                <a:gd name="csY11" fmla="*/ 33107 h 419924"/>
                <a:gd name="csX12" fmla="*/ 233264 w 584979"/>
                <a:gd name="csY12" fmla="*/ 0 h 419924"/>
                <a:gd name="csX13" fmla="*/ 330984 w 584979"/>
                <a:gd name="csY13" fmla="*/ 22608 h 419924"/>
                <a:gd name="csX14" fmla="*/ 421943 w 584979"/>
                <a:gd name="csY14" fmla="*/ 80363 h 419924"/>
                <a:gd name="csX15" fmla="*/ 444794 w 584979"/>
                <a:gd name="csY15" fmla="*/ 212938 h 419924"/>
                <a:gd name="csX0" fmla="*/ 614311 w 754496"/>
                <a:gd name="csY0" fmla="*/ 212938 h 419924"/>
                <a:gd name="csX1" fmla="*/ 754496 w 754496"/>
                <a:gd name="csY1" fmla="*/ 222306 h 419924"/>
                <a:gd name="csX2" fmla="*/ 740653 w 754496"/>
                <a:gd name="csY2" fmla="*/ 296487 h 419924"/>
                <a:gd name="csX3" fmla="*/ 645027 w 754496"/>
                <a:gd name="csY3" fmla="*/ 394587 h 419924"/>
                <a:gd name="csX4" fmla="*/ 473045 w 754496"/>
                <a:gd name="csY4" fmla="*/ 417608 h 419924"/>
                <a:gd name="csX5" fmla="*/ 313062 w 754496"/>
                <a:gd name="csY5" fmla="*/ 399837 h 419924"/>
                <a:gd name="csX6" fmla="*/ 207396 w 754496"/>
                <a:gd name="csY6" fmla="*/ 298057 h 419924"/>
                <a:gd name="csX7" fmla="*/ 355240 w 754496"/>
                <a:gd name="csY7" fmla="*/ 365910 h 419924"/>
                <a:gd name="csX8" fmla="*/ 302 w 754496"/>
                <a:gd name="csY8" fmla="*/ 176353 h 419924"/>
                <a:gd name="csX9" fmla="*/ 380647 w 754496"/>
                <a:gd name="csY9" fmla="*/ 97696 h 419924"/>
                <a:gd name="csX10" fmla="*/ 428306 w 754496"/>
                <a:gd name="csY10" fmla="*/ 72957 h 419924"/>
                <a:gd name="csX11" fmla="*/ 382475 w 754496"/>
                <a:gd name="csY11" fmla="*/ 33107 h 419924"/>
                <a:gd name="csX12" fmla="*/ 402781 w 754496"/>
                <a:gd name="csY12" fmla="*/ 0 h 419924"/>
                <a:gd name="csX13" fmla="*/ 500501 w 754496"/>
                <a:gd name="csY13" fmla="*/ 22608 h 419924"/>
                <a:gd name="csX14" fmla="*/ 591460 w 754496"/>
                <a:gd name="csY14" fmla="*/ 80363 h 419924"/>
                <a:gd name="csX15" fmla="*/ 614311 w 754496"/>
                <a:gd name="csY15" fmla="*/ 212938 h 419924"/>
                <a:gd name="csX0" fmla="*/ 616111 w 756296"/>
                <a:gd name="csY0" fmla="*/ 212938 h 419924"/>
                <a:gd name="csX1" fmla="*/ 756296 w 756296"/>
                <a:gd name="csY1" fmla="*/ 222306 h 419924"/>
                <a:gd name="csX2" fmla="*/ 742453 w 756296"/>
                <a:gd name="csY2" fmla="*/ 296487 h 419924"/>
                <a:gd name="csX3" fmla="*/ 646827 w 756296"/>
                <a:gd name="csY3" fmla="*/ 394587 h 419924"/>
                <a:gd name="csX4" fmla="*/ 474845 w 756296"/>
                <a:gd name="csY4" fmla="*/ 417608 h 419924"/>
                <a:gd name="csX5" fmla="*/ 314862 w 756296"/>
                <a:gd name="csY5" fmla="*/ 399837 h 419924"/>
                <a:gd name="csX6" fmla="*/ 209196 w 756296"/>
                <a:gd name="csY6" fmla="*/ 298057 h 419924"/>
                <a:gd name="csX7" fmla="*/ 357040 w 756296"/>
                <a:gd name="csY7" fmla="*/ 365910 h 419924"/>
                <a:gd name="csX8" fmla="*/ 2102 w 756296"/>
                <a:gd name="csY8" fmla="*/ 176353 h 419924"/>
                <a:gd name="csX9" fmla="*/ 217704 w 756296"/>
                <a:gd name="csY9" fmla="*/ 121962 h 419924"/>
                <a:gd name="csX10" fmla="*/ 382447 w 756296"/>
                <a:gd name="csY10" fmla="*/ 97696 h 419924"/>
                <a:gd name="csX11" fmla="*/ 430106 w 756296"/>
                <a:gd name="csY11" fmla="*/ 72957 h 419924"/>
                <a:gd name="csX12" fmla="*/ 384275 w 756296"/>
                <a:gd name="csY12" fmla="*/ 33107 h 419924"/>
                <a:gd name="csX13" fmla="*/ 404581 w 756296"/>
                <a:gd name="csY13" fmla="*/ 0 h 419924"/>
                <a:gd name="csX14" fmla="*/ 502301 w 756296"/>
                <a:gd name="csY14" fmla="*/ 22608 h 419924"/>
                <a:gd name="csX15" fmla="*/ 593260 w 756296"/>
                <a:gd name="csY15" fmla="*/ 80363 h 419924"/>
                <a:gd name="csX16" fmla="*/ 616111 w 756296"/>
                <a:gd name="csY16" fmla="*/ 212938 h 419924"/>
                <a:gd name="csX0" fmla="*/ 615916 w 756101"/>
                <a:gd name="csY0" fmla="*/ 212938 h 419924"/>
                <a:gd name="csX1" fmla="*/ 756101 w 756101"/>
                <a:gd name="csY1" fmla="*/ 222306 h 419924"/>
                <a:gd name="csX2" fmla="*/ 742258 w 756101"/>
                <a:gd name="csY2" fmla="*/ 296487 h 419924"/>
                <a:gd name="csX3" fmla="*/ 646632 w 756101"/>
                <a:gd name="csY3" fmla="*/ 394587 h 419924"/>
                <a:gd name="csX4" fmla="*/ 474650 w 756101"/>
                <a:gd name="csY4" fmla="*/ 417608 h 419924"/>
                <a:gd name="csX5" fmla="*/ 314667 w 756101"/>
                <a:gd name="csY5" fmla="*/ 399837 h 419924"/>
                <a:gd name="csX6" fmla="*/ 209001 w 756101"/>
                <a:gd name="csY6" fmla="*/ 298057 h 419924"/>
                <a:gd name="csX7" fmla="*/ 356845 w 756101"/>
                <a:gd name="csY7" fmla="*/ 365910 h 419924"/>
                <a:gd name="csX8" fmla="*/ 1907 w 756101"/>
                <a:gd name="csY8" fmla="*/ 176353 h 419924"/>
                <a:gd name="csX9" fmla="*/ 237422 w 756101"/>
                <a:gd name="csY9" fmla="*/ 120346 h 419924"/>
                <a:gd name="csX10" fmla="*/ 382252 w 756101"/>
                <a:gd name="csY10" fmla="*/ 97696 h 419924"/>
                <a:gd name="csX11" fmla="*/ 429911 w 756101"/>
                <a:gd name="csY11" fmla="*/ 72957 h 419924"/>
                <a:gd name="csX12" fmla="*/ 384080 w 756101"/>
                <a:gd name="csY12" fmla="*/ 33107 h 419924"/>
                <a:gd name="csX13" fmla="*/ 404386 w 756101"/>
                <a:gd name="csY13" fmla="*/ 0 h 419924"/>
                <a:gd name="csX14" fmla="*/ 502106 w 756101"/>
                <a:gd name="csY14" fmla="*/ 22608 h 419924"/>
                <a:gd name="csX15" fmla="*/ 593065 w 756101"/>
                <a:gd name="csY15" fmla="*/ 80363 h 419924"/>
                <a:gd name="csX16" fmla="*/ 615916 w 756101"/>
                <a:gd name="csY16" fmla="*/ 212938 h 419924"/>
                <a:gd name="csX0" fmla="*/ 615916 w 756101"/>
                <a:gd name="csY0" fmla="*/ 212938 h 419924"/>
                <a:gd name="csX1" fmla="*/ 756101 w 756101"/>
                <a:gd name="csY1" fmla="*/ 222306 h 419924"/>
                <a:gd name="csX2" fmla="*/ 742258 w 756101"/>
                <a:gd name="csY2" fmla="*/ 296487 h 419924"/>
                <a:gd name="csX3" fmla="*/ 646632 w 756101"/>
                <a:gd name="csY3" fmla="*/ 394587 h 419924"/>
                <a:gd name="csX4" fmla="*/ 474650 w 756101"/>
                <a:gd name="csY4" fmla="*/ 417608 h 419924"/>
                <a:gd name="csX5" fmla="*/ 314667 w 756101"/>
                <a:gd name="csY5" fmla="*/ 399837 h 419924"/>
                <a:gd name="csX6" fmla="*/ 209001 w 756101"/>
                <a:gd name="csY6" fmla="*/ 298057 h 419924"/>
                <a:gd name="csX7" fmla="*/ 356845 w 756101"/>
                <a:gd name="csY7" fmla="*/ 365910 h 419924"/>
                <a:gd name="csX8" fmla="*/ 1907 w 756101"/>
                <a:gd name="csY8" fmla="*/ 176353 h 419924"/>
                <a:gd name="csX9" fmla="*/ 237422 w 756101"/>
                <a:gd name="csY9" fmla="*/ 120346 h 419924"/>
                <a:gd name="csX10" fmla="*/ 382252 w 756101"/>
                <a:gd name="csY10" fmla="*/ 97696 h 419924"/>
                <a:gd name="csX11" fmla="*/ 429911 w 756101"/>
                <a:gd name="csY11" fmla="*/ 72957 h 419924"/>
                <a:gd name="csX12" fmla="*/ 384080 w 756101"/>
                <a:gd name="csY12" fmla="*/ 33107 h 419924"/>
                <a:gd name="csX13" fmla="*/ 404386 w 756101"/>
                <a:gd name="csY13" fmla="*/ 0 h 419924"/>
                <a:gd name="csX14" fmla="*/ 502106 w 756101"/>
                <a:gd name="csY14" fmla="*/ 22608 h 419924"/>
                <a:gd name="csX15" fmla="*/ 593065 w 756101"/>
                <a:gd name="csY15" fmla="*/ 80363 h 419924"/>
                <a:gd name="csX16" fmla="*/ 615916 w 756101"/>
                <a:gd name="csY16" fmla="*/ 212938 h 419924"/>
                <a:gd name="csX0" fmla="*/ 617131 w 757316"/>
                <a:gd name="csY0" fmla="*/ 212938 h 419924"/>
                <a:gd name="csX1" fmla="*/ 757316 w 757316"/>
                <a:gd name="csY1" fmla="*/ 222306 h 419924"/>
                <a:gd name="csX2" fmla="*/ 743473 w 757316"/>
                <a:gd name="csY2" fmla="*/ 296487 h 419924"/>
                <a:gd name="csX3" fmla="*/ 647847 w 757316"/>
                <a:gd name="csY3" fmla="*/ 394587 h 419924"/>
                <a:gd name="csX4" fmla="*/ 475865 w 757316"/>
                <a:gd name="csY4" fmla="*/ 417608 h 419924"/>
                <a:gd name="csX5" fmla="*/ 315882 w 757316"/>
                <a:gd name="csY5" fmla="*/ 399837 h 419924"/>
                <a:gd name="csX6" fmla="*/ 210216 w 757316"/>
                <a:gd name="csY6" fmla="*/ 298057 h 419924"/>
                <a:gd name="csX7" fmla="*/ 358060 w 757316"/>
                <a:gd name="csY7" fmla="*/ 365910 h 419924"/>
                <a:gd name="csX8" fmla="*/ 3122 w 757316"/>
                <a:gd name="csY8" fmla="*/ 176353 h 419924"/>
                <a:gd name="csX9" fmla="*/ 238637 w 757316"/>
                <a:gd name="csY9" fmla="*/ 120346 h 419924"/>
                <a:gd name="csX10" fmla="*/ 383467 w 757316"/>
                <a:gd name="csY10" fmla="*/ 97696 h 419924"/>
                <a:gd name="csX11" fmla="*/ 431126 w 757316"/>
                <a:gd name="csY11" fmla="*/ 72957 h 419924"/>
                <a:gd name="csX12" fmla="*/ 385295 w 757316"/>
                <a:gd name="csY12" fmla="*/ 33107 h 419924"/>
                <a:gd name="csX13" fmla="*/ 405601 w 757316"/>
                <a:gd name="csY13" fmla="*/ 0 h 419924"/>
                <a:gd name="csX14" fmla="*/ 503321 w 757316"/>
                <a:gd name="csY14" fmla="*/ 22608 h 419924"/>
                <a:gd name="csX15" fmla="*/ 594280 w 757316"/>
                <a:gd name="csY15" fmla="*/ 80363 h 419924"/>
                <a:gd name="csX16" fmla="*/ 617131 w 757316"/>
                <a:gd name="csY16" fmla="*/ 212938 h 419924"/>
                <a:gd name="csX0" fmla="*/ 617131 w 757316"/>
                <a:gd name="csY0" fmla="*/ 212938 h 419924"/>
                <a:gd name="csX1" fmla="*/ 757316 w 757316"/>
                <a:gd name="csY1" fmla="*/ 222306 h 419924"/>
                <a:gd name="csX2" fmla="*/ 743473 w 757316"/>
                <a:gd name="csY2" fmla="*/ 296487 h 419924"/>
                <a:gd name="csX3" fmla="*/ 647847 w 757316"/>
                <a:gd name="csY3" fmla="*/ 394587 h 419924"/>
                <a:gd name="csX4" fmla="*/ 475865 w 757316"/>
                <a:gd name="csY4" fmla="*/ 417608 h 419924"/>
                <a:gd name="csX5" fmla="*/ 315882 w 757316"/>
                <a:gd name="csY5" fmla="*/ 399837 h 419924"/>
                <a:gd name="csX6" fmla="*/ 210216 w 757316"/>
                <a:gd name="csY6" fmla="*/ 298057 h 419924"/>
                <a:gd name="csX7" fmla="*/ 358060 w 757316"/>
                <a:gd name="csY7" fmla="*/ 365910 h 419924"/>
                <a:gd name="csX8" fmla="*/ 3122 w 757316"/>
                <a:gd name="csY8" fmla="*/ 176353 h 419924"/>
                <a:gd name="csX9" fmla="*/ 238637 w 757316"/>
                <a:gd name="csY9" fmla="*/ 120346 h 419924"/>
                <a:gd name="csX10" fmla="*/ 383467 w 757316"/>
                <a:gd name="csY10" fmla="*/ 97696 h 419924"/>
                <a:gd name="csX11" fmla="*/ 431126 w 757316"/>
                <a:gd name="csY11" fmla="*/ 72957 h 419924"/>
                <a:gd name="csX12" fmla="*/ 385295 w 757316"/>
                <a:gd name="csY12" fmla="*/ 33107 h 419924"/>
                <a:gd name="csX13" fmla="*/ 405601 w 757316"/>
                <a:gd name="csY13" fmla="*/ 0 h 419924"/>
                <a:gd name="csX14" fmla="*/ 503321 w 757316"/>
                <a:gd name="csY14" fmla="*/ 22608 h 419924"/>
                <a:gd name="csX15" fmla="*/ 594280 w 757316"/>
                <a:gd name="csY15" fmla="*/ 80363 h 419924"/>
                <a:gd name="csX16" fmla="*/ 617131 w 757316"/>
                <a:gd name="csY16" fmla="*/ 212938 h 419924"/>
                <a:gd name="csX0" fmla="*/ 718178 w 858363"/>
                <a:gd name="csY0" fmla="*/ 212938 h 419924"/>
                <a:gd name="csX1" fmla="*/ 858363 w 858363"/>
                <a:gd name="csY1" fmla="*/ 222306 h 419924"/>
                <a:gd name="csX2" fmla="*/ 844520 w 858363"/>
                <a:gd name="csY2" fmla="*/ 296487 h 419924"/>
                <a:gd name="csX3" fmla="*/ 748894 w 858363"/>
                <a:gd name="csY3" fmla="*/ 394587 h 419924"/>
                <a:gd name="csX4" fmla="*/ 576912 w 858363"/>
                <a:gd name="csY4" fmla="*/ 417608 h 419924"/>
                <a:gd name="csX5" fmla="*/ 416929 w 858363"/>
                <a:gd name="csY5" fmla="*/ 399837 h 419924"/>
                <a:gd name="csX6" fmla="*/ 311263 w 858363"/>
                <a:gd name="csY6" fmla="*/ 298057 h 419924"/>
                <a:gd name="csX7" fmla="*/ 459107 w 858363"/>
                <a:gd name="csY7" fmla="*/ 365910 h 419924"/>
                <a:gd name="csX8" fmla="*/ 1761 w 858363"/>
                <a:gd name="csY8" fmla="*/ 175276 h 419924"/>
                <a:gd name="csX9" fmla="*/ 339684 w 858363"/>
                <a:gd name="csY9" fmla="*/ 120346 h 419924"/>
                <a:gd name="csX10" fmla="*/ 484514 w 858363"/>
                <a:gd name="csY10" fmla="*/ 97696 h 419924"/>
                <a:gd name="csX11" fmla="*/ 532173 w 858363"/>
                <a:gd name="csY11" fmla="*/ 72957 h 419924"/>
                <a:gd name="csX12" fmla="*/ 486342 w 858363"/>
                <a:gd name="csY12" fmla="*/ 33107 h 419924"/>
                <a:gd name="csX13" fmla="*/ 506648 w 858363"/>
                <a:gd name="csY13" fmla="*/ 0 h 419924"/>
                <a:gd name="csX14" fmla="*/ 604368 w 858363"/>
                <a:gd name="csY14" fmla="*/ 22608 h 419924"/>
                <a:gd name="csX15" fmla="*/ 695327 w 858363"/>
                <a:gd name="csY15" fmla="*/ 80363 h 419924"/>
                <a:gd name="csX16" fmla="*/ 718178 w 858363"/>
                <a:gd name="csY16" fmla="*/ 212938 h 419924"/>
                <a:gd name="csX0" fmla="*/ 716417 w 856602"/>
                <a:gd name="csY0" fmla="*/ 212938 h 419924"/>
                <a:gd name="csX1" fmla="*/ 856602 w 856602"/>
                <a:gd name="csY1" fmla="*/ 222306 h 419924"/>
                <a:gd name="csX2" fmla="*/ 842759 w 856602"/>
                <a:gd name="csY2" fmla="*/ 296487 h 419924"/>
                <a:gd name="csX3" fmla="*/ 747133 w 856602"/>
                <a:gd name="csY3" fmla="*/ 394587 h 419924"/>
                <a:gd name="csX4" fmla="*/ 575151 w 856602"/>
                <a:gd name="csY4" fmla="*/ 417608 h 419924"/>
                <a:gd name="csX5" fmla="*/ 415168 w 856602"/>
                <a:gd name="csY5" fmla="*/ 399837 h 419924"/>
                <a:gd name="csX6" fmla="*/ 309502 w 856602"/>
                <a:gd name="csY6" fmla="*/ 298057 h 419924"/>
                <a:gd name="csX7" fmla="*/ 457346 w 856602"/>
                <a:gd name="csY7" fmla="*/ 365910 h 419924"/>
                <a:gd name="csX8" fmla="*/ 0 w 856602"/>
                <a:gd name="csY8" fmla="*/ 175276 h 419924"/>
                <a:gd name="csX9" fmla="*/ 337923 w 856602"/>
                <a:gd name="csY9" fmla="*/ 120346 h 419924"/>
                <a:gd name="csX10" fmla="*/ 482753 w 856602"/>
                <a:gd name="csY10" fmla="*/ 97696 h 419924"/>
                <a:gd name="csX11" fmla="*/ 530412 w 856602"/>
                <a:gd name="csY11" fmla="*/ 72957 h 419924"/>
                <a:gd name="csX12" fmla="*/ 484581 w 856602"/>
                <a:gd name="csY12" fmla="*/ 33107 h 419924"/>
                <a:gd name="csX13" fmla="*/ 504887 w 856602"/>
                <a:gd name="csY13" fmla="*/ 0 h 419924"/>
                <a:gd name="csX14" fmla="*/ 602607 w 856602"/>
                <a:gd name="csY14" fmla="*/ 22608 h 419924"/>
                <a:gd name="csX15" fmla="*/ 693566 w 856602"/>
                <a:gd name="csY15" fmla="*/ 80363 h 419924"/>
                <a:gd name="csX16" fmla="*/ 716417 w 856602"/>
                <a:gd name="csY16" fmla="*/ 212938 h 419924"/>
                <a:gd name="csX0" fmla="*/ 724003 w 864188"/>
                <a:gd name="csY0" fmla="*/ 212938 h 419924"/>
                <a:gd name="csX1" fmla="*/ 864188 w 864188"/>
                <a:gd name="csY1" fmla="*/ 222306 h 419924"/>
                <a:gd name="csX2" fmla="*/ 850345 w 864188"/>
                <a:gd name="csY2" fmla="*/ 296487 h 419924"/>
                <a:gd name="csX3" fmla="*/ 754719 w 864188"/>
                <a:gd name="csY3" fmla="*/ 394587 h 419924"/>
                <a:gd name="csX4" fmla="*/ 582737 w 864188"/>
                <a:gd name="csY4" fmla="*/ 417608 h 419924"/>
                <a:gd name="csX5" fmla="*/ 422754 w 864188"/>
                <a:gd name="csY5" fmla="*/ 399837 h 419924"/>
                <a:gd name="csX6" fmla="*/ 317088 w 864188"/>
                <a:gd name="csY6" fmla="*/ 298057 h 419924"/>
                <a:gd name="csX7" fmla="*/ 464932 w 864188"/>
                <a:gd name="csY7" fmla="*/ 365910 h 419924"/>
                <a:gd name="csX8" fmla="*/ 0 w 864188"/>
                <a:gd name="csY8" fmla="*/ 170429 h 419924"/>
                <a:gd name="csX9" fmla="*/ 345509 w 864188"/>
                <a:gd name="csY9" fmla="*/ 120346 h 419924"/>
                <a:gd name="csX10" fmla="*/ 490339 w 864188"/>
                <a:gd name="csY10" fmla="*/ 97696 h 419924"/>
                <a:gd name="csX11" fmla="*/ 537998 w 864188"/>
                <a:gd name="csY11" fmla="*/ 72957 h 419924"/>
                <a:gd name="csX12" fmla="*/ 492167 w 864188"/>
                <a:gd name="csY12" fmla="*/ 33107 h 419924"/>
                <a:gd name="csX13" fmla="*/ 512473 w 864188"/>
                <a:gd name="csY13" fmla="*/ 0 h 419924"/>
                <a:gd name="csX14" fmla="*/ 610193 w 864188"/>
                <a:gd name="csY14" fmla="*/ 22608 h 419924"/>
                <a:gd name="csX15" fmla="*/ 701152 w 864188"/>
                <a:gd name="csY15" fmla="*/ 80363 h 419924"/>
                <a:gd name="csX16" fmla="*/ 724003 w 864188"/>
                <a:gd name="csY16" fmla="*/ 212938 h 419924"/>
                <a:gd name="csX0" fmla="*/ 724003 w 864188"/>
                <a:gd name="csY0" fmla="*/ 212938 h 419924"/>
                <a:gd name="csX1" fmla="*/ 864188 w 864188"/>
                <a:gd name="csY1" fmla="*/ 222306 h 419924"/>
                <a:gd name="csX2" fmla="*/ 850345 w 864188"/>
                <a:gd name="csY2" fmla="*/ 296487 h 419924"/>
                <a:gd name="csX3" fmla="*/ 754719 w 864188"/>
                <a:gd name="csY3" fmla="*/ 394587 h 419924"/>
                <a:gd name="csX4" fmla="*/ 582737 w 864188"/>
                <a:gd name="csY4" fmla="*/ 417608 h 419924"/>
                <a:gd name="csX5" fmla="*/ 422754 w 864188"/>
                <a:gd name="csY5" fmla="*/ 399837 h 419924"/>
                <a:gd name="csX6" fmla="*/ 428031 w 864188"/>
                <a:gd name="csY6" fmla="*/ 303981 h 419924"/>
                <a:gd name="csX7" fmla="*/ 464932 w 864188"/>
                <a:gd name="csY7" fmla="*/ 365910 h 419924"/>
                <a:gd name="csX8" fmla="*/ 0 w 864188"/>
                <a:gd name="csY8" fmla="*/ 170429 h 419924"/>
                <a:gd name="csX9" fmla="*/ 345509 w 864188"/>
                <a:gd name="csY9" fmla="*/ 120346 h 419924"/>
                <a:gd name="csX10" fmla="*/ 490339 w 864188"/>
                <a:gd name="csY10" fmla="*/ 97696 h 419924"/>
                <a:gd name="csX11" fmla="*/ 537998 w 864188"/>
                <a:gd name="csY11" fmla="*/ 72957 h 419924"/>
                <a:gd name="csX12" fmla="*/ 492167 w 864188"/>
                <a:gd name="csY12" fmla="*/ 33107 h 419924"/>
                <a:gd name="csX13" fmla="*/ 512473 w 864188"/>
                <a:gd name="csY13" fmla="*/ 0 h 419924"/>
                <a:gd name="csX14" fmla="*/ 610193 w 864188"/>
                <a:gd name="csY14" fmla="*/ 22608 h 419924"/>
                <a:gd name="csX15" fmla="*/ 701152 w 864188"/>
                <a:gd name="csY15" fmla="*/ 80363 h 419924"/>
                <a:gd name="csX16" fmla="*/ 724003 w 864188"/>
                <a:gd name="csY16" fmla="*/ 212938 h 419924"/>
                <a:gd name="csX0" fmla="*/ 724421 w 864606"/>
                <a:gd name="csY0" fmla="*/ 212938 h 419924"/>
                <a:gd name="csX1" fmla="*/ 864606 w 864606"/>
                <a:gd name="csY1" fmla="*/ 222306 h 419924"/>
                <a:gd name="csX2" fmla="*/ 850763 w 864606"/>
                <a:gd name="csY2" fmla="*/ 296487 h 419924"/>
                <a:gd name="csX3" fmla="*/ 755137 w 864606"/>
                <a:gd name="csY3" fmla="*/ 394587 h 419924"/>
                <a:gd name="csX4" fmla="*/ 583155 w 864606"/>
                <a:gd name="csY4" fmla="*/ 417608 h 419924"/>
                <a:gd name="csX5" fmla="*/ 423172 w 864606"/>
                <a:gd name="csY5" fmla="*/ 399837 h 419924"/>
                <a:gd name="csX6" fmla="*/ 428449 w 864606"/>
                <a:gd name="csY6" fmla="*/ 303981 h 419924"/>
                <a:gd name="csX7" fmla="*/ 278549 w 864606"/>
                <a:gd name="csY7" fmla="*/ 246359 h 419924"/>
                <a:gd name="csX8" fmla="*/ 418 w 864606"/>
                <a:gd name="csY8" fmla="*/ 170429 h 419924"/>
                <a:gd name="csX9" fmla="*/ 345927 w 864606"/>
                <a:gd name="csY9" fmla="*/ 120346 h 419924"/>
                <a:gd name="csX10" fmla="*/ 490757 w 864606"/>
                <a:gd name="csY10" fmla="*/ 97696 h 419924"/>
                <a:gd name="csX11" fmla="*/ 538416 w 864606"/>
                <a:gd name="csY11" fmla="*/ 72957 h 419924"/>
                <a:gd name="csX12" fmla="*/ 492585 w 864606"/>
                <a:gd name="csY12" fmla="*/ 33107 h 419924"/>
                <a:gd name="csX13" fmla="*/ 512891 w 864606"/>
                <a:gd name="csY13" fmla="*/ 0 h 419924"/>
                <a:gd name="csX14" fmla="*/ 610611 w 864606"/>
                <a:gd name="csY14" fmla="*/ 22608 h 419924"/>
                <a:gd name="csX15" fmla="*/ 701570 w 864606"/>
                <a:gd name="csY15" fmla="*/ 80363 h 419924"/>
                <a:gd name="csX16" fmla="*/ 724421 w 864606"/>
                <a:gd name="csY16" fmla="*/ 212938 h 419924"/>
                <a:gd name="csX0" fmla="*/ 724003 w 864188"/>
                <a:gd name="csY0" fmla="*/ 212938 h 419924"/>
                <a:gd name="csX1" fmla="*/ 864188 w 864188"/>
                <a:gd name="csY1" fmla="*/ 222306 h 419924"/>
                <a:gd name="csX2" fmla="*/ 850345 w 864188"/>
                <a:gd name="csY2" fmla="*/ 296487 h 419924"/>
                <a:gd name="csX3" fmla="*/ 754719 w 864188"/>
                <a:gd name="csY3" fmla="*/ 394587 h 419924"/>
                <a:gd name="csX4" fmla="*/ 582737 w 864188"/>
                <a:gd name="csY4" fmla="*/ 417608 h 419924"/>
                <a:gd name="csX5" fmla="*/ 422754 w 864188"/>
                <a:gd name="csY5" fmla="*/ 399837 h 419924"/>
                <a:gd name="csX6" fmla="*/ 428031 w 864188"/>
                <a:gd name="csY6" fmla="*/ 303981 h 419924"/>
                <a:gd name="csX7" fmla="*/ 278131 w 864188"/>
                <a:gd name="csY7" fmla="*/ 246359 h 419924"/>
                <a:gd name="csX8" fmla="*/ 0 w 864188"/>
                <a:gd name="csY8" fmla="*/ 170429 h 419924"/>
                <a:gd name="csX9" fmla="*/ 345509 w 864188"/>
                <a:gd name="csY9" fmla="*/ 120346 h 419924"/>
                <a:gd name="csX10" fmla="*/ 490339 w 864188"/>
                <a:gd name="csY10" fmla="*/ 97696 h 419924"/>
                <a:gd name="csX11" fmla="*/ 537998 w 864188"/>
                <a:gd name="csY11" fmla="*/ 72957 h 419924"/>
                <a:gd name="csX12" fmla="*/ 492167 w 864188"/>
                <a:gd name="csY12" fmla="*/ 33107 h 419924"/>
                <a:gd name="csX13" fmla="*/ 512473 w 864188"/>
                <a:gd name="csY13" fmla="*/ 0 h 419924"/>
                <a:gd name="csX14" fmla="*/ 610193 w 864188"/>
                <a:gd name="csY14" fmla="*/ 22608 h 419924"/>
                <a:gd name="csX15" fmla="*/ 701152 w 864188"/>
                <a:gd name="csY15" fmla="*/ 80363 h 419924"/>
                <a:gd name="csX16" fmla="*/ 724003 w 864188"/>
                <a:gd name="csY16" fmla="*/ 212938 h 419924"/>
                <a:gd name="csX0" fmla="*/ 724003 w 864188"/>
                <a:gd name="csY0" fmla="*/ 212938 h 419924"/>
                <a:gd name="csX1" fmla="*/ 864188 w 864188"/>
                <a:gd name="csY1" fmla="*/ 222306 h 419924"/>
                <a:gd name="csX2" fmla="*/ 850345 w 864188"/>
                <a:gd name="csY2" fmla="*/ 296487 h 419924"/>
                <a:gd name="csX3" fmla="*/ 754719 w 864188"/>
                <a:gd name="csY3" fmla="*/ 394587 h 419924"/>
                <a:gd name="csX4" fmla="*/ 582737 w 864188"/>
                <a:gd name="csY4" fmla="*/ 417608 h 419924"/>
                <a:gd name="csX5" fmla="*/ 422754 w 864188"/>
                <a:gd name="csY5" fmla="*/ 399837 h 419924"/>
                <a:gd name="csX6" fmla="*/ 428031 w 864188"/>
                <a:gd name="csY6" fmla="*/ 303981 h 419924"/>
                <a:gd name="csX7" fmla="*/ 278131 w 864188"/>
                <a:gd name="csY7" fmla="*/ 246359 h 419924"/>
                <a:gd name="csX8" fmla="*/ 0 w 864188"/>
                <a:gd name="csY8" fmla="*/ 170429 h 419924"/>
                <a:gd name="csX9" fmla="*/ 345509 w 864188"/>
                <a:gd name="csY9" fmla="*/ 120346 h 419924"/>
                <a:gd name="csX10" fmla="*/ 490339 w 864188"/>
                <a:gd name="csY10" fmla="*/ 97696 h 419924"/>
                <a:gd name="csX11" fmla="*/ 537998 w 864188"/>
                <a:gd name="csY11" fmla="*/ 72957 h 419924"/>
                <a:gd name="csX12" fmla="*/ 492167 w 864188"/>
                <a:gd name="csY12" fmla="*/ 33107 h 419924"/>
                <a:gd name="csX13" fmla="*/ 512473 w 864188"/>
                <a:gd name="csY13" fmla="*/ 0 h 419924"/>
                <a:gd name="csX14" fmla="*/ 610193 w 864188"/>
                <a:gd name="csY14" fmla="*/ 22608 h 419924"/>
                <a:gd name="csX15" fmla="*/ 701152 w 864188"/>
                <a:gd name="csY15" fmla="*/ 80363 h 419924"/>
                <a:gd name="csX16" fmla="*/ 724003 w 864188"/>
                <a:gd name="csY16" fmla="*/ 212938 h 419924"/>
                <a:gd name="csX0" fmla="*/ 733485 w 873670"/>
                <a:gd name="csY0" fmla="*/ 212938 h 419924"/>
                <a:gd name="csX1" fmla="*/ 873670 w 873670"/>
                <a:gd name="csY1" fmla="*/ 222306 h 419924"/>
                <a:gd name="csX2" fmla="*/ 859827 w 873670"/>
                <a:gd name="csY2" fmla="*/ 296487 h 419924"/>
                <a:gd name="csX3" fmla="*/ 764201 w 873670"/>
                <a:gd name="csY3" fmla="*/ 394587 h 419924"/>
                <a:gd name="csX4" fmla="*/ 592219 w 873670"/>
                <a:gd name="csY4" fmla="*/ 417608 h 419924"/>
                <a:gd name="csX5" fmla="*/ 432236 w 873670"/>
                <a:gd name="csY5" fmla="*/ 399837 h 419924"/>
                <a:gd name="csX6" fmla="*/ 437513 w 873670"/>
                <a:gd name="csY6" fmla="*/ 303981 h 419924"/>
                <a:gd name="csX7" fmla="*/ 287613 w 873670"/>
                <a:gd name="csY7" fmla="*/ 246359 h 419924"/>
                <a:gd name="csX8" fmla="*/ 0 w 873670"/>
                <a:gd name="csY8" fmla="*/ 174199 h 419924"/>
                <a:gd name="csX9" fmla="*/ 354991 w 873670"/>
                <a:gd name="csY9" fmla="*/ 120346 h 419924"/>
                <a:gd name="csX10" fmla="*/ 499821 w 873670"/>
                <a:gd name="csY10" fmla="*/ 97696 h 419924"/>
                <a:gd name="csX11" fmla="*/ 547480 w 873670"/>
                <a:gd name="csY11" fmla="*/ 72957 h 419924"/>
                <a:gd name="csX12" fmla="*/ 501649 w 873670"/>
                <a:gd name="csY12" fmla="*/ 33107 h 419924"/>
                <a:gd name="csX13" fmla="*/ 521955 w 873670"/>
                <a:gd name="csY13" fmla="*/ 0 h 419924"/>
                <a:gd name="csX14" fmla="*/ 619675 w 873670"/>
                <a:gd name="csY14" fmla="*/ 22608 h 419924"/>
                <a:gd name="csX15" fmla="*/ 710634 w 873670"/>
                <a:gd name="csY15" fmla="*/ 80363 h 419924"/>
                <a:gd name="csX16" fmla="*/ 733485 w 873670"/>
                <a:gd name="csY16" fmla="*/ 212938 h 419924"/>
                <a:gd name="csX0" fmla="*/ 734433 w 874618"/>
                <a:gd name="csY0" fmla="*/ 212938 h 419924"/>
                <a:gd name="csX1" fmla="*/ 874618 w 874618"/>
                <a:gd name="csY1" fmla="*/ 222306 h 419924"/>
                <a:gd name="csX2" fmla="*/ 860775 w 874618"/>
                <a:gd name="csY2" fmla="*/ 296487 h 419924"/>
                <a:gd name="csX3" fmla="*/ 765149 w 874618"/>
                <a:gd name="csY3" fmla="*/ 394587 h 419924"/>
                <a:gd name="csX4" fmla="*/ 593167 w 874618"/>
                <a:gd name="csY4" fmla="*/ 417608 h 419924"/>
                <a:gd name="csX5" fmla="*/ 433184 w 874618"/>
                <a:gd name="csY5" fmla="*/ 399837 h 419924"/>
                <a:gd name="csX6" fmla="*/ 438461 w 874618"/>
                <a:gd name="csY6" fmla="*/ 303981 h 419924"/>
                <a:gd name="csX7" fmla="*/ 288561 w 874618"/>
                <a:gd name="csY7" fmla="*/ 246359 h 419924"/>
                <a:gd name="csX8" fmla="*/ 0 w 874618"/>
                <a:gd name="csY8" fmla="*/ 171507 h 419924"/>
                <a:gd name="csX9" fmla="*/ 355939 w 874618"/>
                <a:gd name="csY9" fmla="*/ 120346 h 419924"/>
                <a:gd name="csX10" fmla="*/ 500769 w 874618"/>
                <a:gd name="csY10" fmla="*/ 97696 h 419924"/>
                <a:gd name="csX11" fmla="*/ 548428 w 874618"/>
                <a:gd name="csY11" fmla="*/ 72957 h 419924"/>
                <a:gd name="csX12" fmla="*/ 502597 w 874618"/>
                <a:gd name="csY12" fmla="*/ 33107 h 419924"/>
                <a:gd name="csX13" fmla="*/ 522903 w 874618"/>
                <a:gd name="csY13" fmla="*/ 0 h 419924"/>
                <a:gd name="csX14" fmla="*/ 620623 w 874618"/>
                <a:gd name="csY14" fmla="*/ 22608 h 419924"/>
                <a:gd name="csX15" fmla="*/ 711582 w 874618"/>
                <a:gd name="csY15" fmla="*/ 80363 h 419924"/>
                <a:gd name="csX16" fmla="*/ 734433 w 874618"/>
                <a:gd name="csY16" fmla="*/ 212938 h 419924"/>
                <a:gd name="csX0" fmla="*/ 767762 w 907947"/>
                <a:gd name="csY0" fmla="*/ 212938 h 419924"/>
                <a:gd name="csX1" fmla="*/ 907947 w 907947"/>
                <a:gd name="csY1" fmla="*/ 222306 h 419924"/>
                <a:gd name="csX2" fmla="*/ 894104 w 907947"/>
                <a:gd name="csY2" fmla="*/ 296487 h 419924"/>
                <a:gd name="csX3" fmla="*/ 798478 w 907947"/>
                <a:gd name="csY3" fmla="*/ 394587 h 419924"/>
                <a:gd name="csX4" fmla="*/ 626496 w 907947"/>
                <a:gd name="csY4" fmla="*/ 417608 h 419924"/>
                <a:gd name="csX5" fmla="*/ 466513 w 907947"/>
                <a:gd name="csY5" fmla="*/ 399837 h 419924"/>
                <a:gd name="csX6" fmla="*/ 471790 w 907947"/>
                <a:gd name="csY6" fmla="*/ 303981 h 419924"/>
                <a:gd name="csX7" fmla="*/ 321890 w 907947"/>
                <a:gd name="csY7" fmla="*/ 246359 h 419924"/>
                <a:gd name="csX8" fmla="*/ 47907 w 907947"/>
                <a:gd name="csY8" fmla="*/ 176352 h 419924"/>
                <a:gd name="csX9" fmla="*/ 33329 w 907947"/>
                <a:gd name="csY9" fmla="*/ 171507 h 419924"/>
                <a:gd name="csX10" fmla="*/ 389268 w 907947"/>
                <a:gd name="csY10" fmla="*/ 120346 h 419924"/>
                <a:gd name="csX11" fmla="*/ 534098 w 907947"/>
                <a:gd name="csY11" fmla="*/ 97696 h 419924"/>
                <a:gd name="csX12" fmla="*/ 581757 w 907947"/>
                <a:gd name="csY12" fmla="*/ 72957 h 419924"/>
                <a:gd name="csX13" fmla="*/ 535926 w 907947"/>
                <a:gd name="csY13" fmla="*/ 33107 h 419924"/>
                <a:gd name="csX14" fmla="*/ 556232 w 907947"/>
                <a:gd name="csY14" fmla="*/ 0 h 419924"/>
                <a:gd name="csX15" fmla="*/ 653952 w 907947"/>
                <a:gd name="csY15" fmla="*/ 22608 h 419924"/>
                <a:gd name="csX16" fmla="*/ 744911 w 907947"/>
                <a:gd name="csY16" fmla="*/ 80363 h 419924"/>
                <a:gd name="csX17" fmla="*/ 767762 w 907947"/>
                <a:gd name="csY17" fmla="*/ 212938 h 419924"/>
                <a:gd name="csX0" fmla="*/ 766933 w 907118"/>
                <a:gd name="csY0" fmla="*/ 212938 h 419924"/>
                <a:gd name="csX1" fmla="*/ 907118 w 907118"/>
                <a:gd name="csY1" fmla="*/ 222306 h 419924"/>
                <a:gd name="csX2" fmla="*/ 893275 w 907118"/>
                <a:gd name="csY2" fmla="*/ 296487 h 419924"/>
                <a:gd name="csX3" fmla="*/ 797649 w 907118"/>
                <a:gd name="csY3" fmla="*/ 394587 h 419924"/>
                <a:gd name="csX4" fmla="*/ 625667 w 907118"/>
                <a:gd name="csY4" fmla="*/ 417608 h 419924"/>
                <a:gd name="csX5" fmla="*/ 465684 w 907118"/>
                <a:gd name="csY5" fmla="*/ 399837 h 419924"/>
                <a:gd name="csX6" fmla="*/ 470961 w 907118"/>
                <a:gd name="csY6" fmla="*/ 303981 h 419924"/>
                <a:gd name="csX7" fmla="*/ 321061 w 907118"/>
                <a:gd name="csY7" fmla="*/ 246359 h 419924"/>
                <a:gd name="csX8" fmla="*/ 48975 w 907118"/>
                <a:gd name="csY8" fmla="*/ 177968 h 419924"/>
                <a:gd name="csX9" fmla="*/ 32500 w 907118"/>
                <a:gd name="csY9" fmla="*/ 171507 h 419924"/>
                <a:gd name="csX10" fmla="*/ 388439 w 907118"/>
                <a:gd name="csY10" fmla="*/ 120346 h 419924"/>
                <a:gd name="csX11" fmla="*/ 533269 w 907118"/>
                <a:gd name="csY11" fmla="*/ 97696 h 419924"/>
                <a:gd name="csX12" fmla="*/ 580928 w 907118"/>
                <a:gd name="csY12" fmla="*/ 72957 h 419924"/>
                <a:gd name="csX13" fmla="*/ 535097 w 907118"/>
                <a:gd name="csY13" fmla="*/ 33107 h 419924"/>
                <a:gd name="csX14" fmla="*/ 555403 w 907118"/>
                <a:gd name="csY14" fmla="*/ 0 h 419924"/>
                <a:gd name="csX15" fmla="*/ 653123 w 907118"/>
                <a:gd name="csY15" fmla="*/ 22608 h 419924"/>
                <a:gd name="csX16" fmla="*/ 744082 w 907118"/>
                <a:gd name="csY16" fmla="*/ 80363 h 419924"/>
                <a:gd name="csX17" fmla="*/ 766933 w 907118"/>
                <a:gd name="csY17" fmla="*/ 212938 h 419924"/>
                <a:gd name="csX0" fmla="*/ 757463 w 897648"/>
                <a:gd name="csY0" fmla="*/ 212938 h 419924"/>
                <a:gd name="csX1" fmla="*/ 897648 w 897648"/>
                <a:gd name="csY1" fmla="*/ 222306 h 419924"/>
                <a:gd name="csX2" fmla="*/ 883805 w 897648"/>
                <a:gd name="csY2" fmla="*/ 296487 h 419924"/>
                <a:gd name="csX3" fmla="*/ 788179 w 897648"/>
                <a:gd name="csY3" fmla="*/ 394587 h 419924"/>
                <a:gd name="csX4" fmla="*/ 616197 w 897648"/>
                <a:gd name="csY4" fmla="*/ 417608 h 419924"/>
                <a:gd name="csX5" fmla="*/ 456214 w 897648"/>
                <a:gd name="csY5" fmla="*/ 399837 h 419924"/>
                <a:gd name="csX6" fmla="*/ 461491 w 897648"/>
                <a:gd name="csY6" fmla="*/ 303981 h 419924"/>
                <a:gd name="csX7" fmla="*/ 311591 w 897648"/>
                <a:gd name="csY7" fmla="*/ 246359 h 419924"/>
                <a:gd name="csX8" fmla="*/ 39505 w 897648"/>
                <a:gd name="csY8" fmla="*/ 177968 h 419924"/>
                <a:gd name="csX9" fmla="*/ 39150 w 897648"/>
                <a:gd name="csY9" fmla="*/ 169891 h 419924"/>
                <a:gd name="csX10" fmla="*/ 378969 w 897648"/>
                <a:gd name="csY10" fmla="*/ 120346 h 419924"/>
                <a:gd name="csX11" fmla="*/ 523799 w 897648"/>
                <a:gd name="csY11" fmla="*/ 97696 h 419924"/>
                <a:gd name="csX12" fmla="*/ 571458 w 897648"/>
                <a:gd name="csY12" fmla="*/ 72957 h 419924"/>
                <a:gd name="csX13" fmla="*/ 525627 w 897648"/>
                <a:gd name="csY13" fmla="*/ 33107 h 419924"/>
                <a:gd name="csX14" fmla="*/ 545933 w 897648"/>
                <a:gd name="csY14" fmla="*/ 0 h 419924"/>
                <a:gd name="csX15" fmla="*/ 643653 w 897648"/>
                <a:gd name="csY15" fmla="*/ 22608 h 419924"/>
                <a:gd name="csX16" fmla="*/ 734612 w 897648"/>
                <a:gd name="csY16" fmla="*/ 80363 h 419924"/>
                <a:gd name="csX17" fmla="*/ 757463 w 897648"/>
                <a:gd name="csY17" fmla="*/ 212938 h 419924"/>
                <a:gd name="csX0" fmla="*/ 757463 w 897648"/>
                <a:gd name="csY0" fmla="*/ 212938 h 419924"/>
                <a:gd name="csX1" fmla="*/ 897648 w 897648"/>
                <a:gd name="csY1" fmla="*/ 222306 h 419924"/>
                <a:gd name="csX2" fmla="*/ 883805 w 897648"/>
                <a:gd name="csY2" fmla="*/ 296487 h 419924"/>
                <a:gd name="csX3" fmla="*/ 788179 w 897648"/>
                <a:gd name="csY3" fmla="*/ 394587 h 419924"/>
                <a:gd name="csX4" fmla="*/ 616197 w 897648"/>
                <a:gd name="csY4" fmla="*/ 417608 h 419924"/>
                <a:gd name="csX5" fmla="*/ 456214 w 897648"/>
                <a:gd name="csY5" fmla="*/ 399837 h 419924"/>
                <a:gd name="csX6" fmla="*/ 461491 w 897648"/>
                <a:gd name="csY6" fmla="*/ 303981 h 419924"/>
                <a:gd name="csX7" fmla="*/ 311591 w 897648"/>
                <a:gd name="csY7" fmla="*/ 246359 h 419924"/>
                <a:gd name="csX8" fmla="*/ 39505 w 897648"/>
                <a:gd name="csY8" fmla="*/ 177968 h 419924"/>
                <a:gd name="csX9" fmla="*/ 39150 w 897648"/>
                <a:gd name="csY9" fmla="*/ 169891 h 419924"/>
                <a:gd name="csX10" fmla="*/ 378969 w 897648"/>
                <a:gd name="csY10" fmla="*/ 120346 h 419924"/>
                <a:gd name="csX11" fmla="*/ 523799 w 897648"/>
                <a:gd name="csY11" fmla="*/ 97696 h 419924"/>
                <a:gd name="csX12" fmla="*/ 571458 w 897648"/>
                <a:gd name="csY12" fmla="*/ 72957 h 419924"/>
                <a:gd name="csX13" fmla="*/ 525627 w 897648"/>
                <a:gd name="csY13" fmla="*/ 33107 h 419924"/>
                <a:gd name="csX14" fmla="*/ 545933 w 897648"/>
                <a:gd name="csY14" fmla="*/ 0 h 419924"/>
                <a:gd name="csX15" fmla="*/ 643653 w 897648"/>
                <a:gd name="csY15" fmla="*/ 22608 h 419924"/>
                <a:gd name="csX16" fmla="*/ 734612 w 897648"/>
                <a:gd name="csY16" fmla="*/ 80363 h 419924"/>
                <a:gd name="csX17" fmla="*/ 757463 w 897648"/>
                <a:gd name="csY17" fmla="*/ 212938 h 419924"/>
                <a:gd name="csX0" fmla="*/ 757463 w 897648"/>
                <a:gd name="csY0" fmla="*/ 212938 h 419924"/>
                <a:gd name="csX1" fmla="*/ 897648 w 897648"/>
                <a:gd name="csY1" fmla="*/ 222306 h 419924"/>
                <a:gd name="csX2" fmla="*/ 883805 w 897648"/>
                <a:gd name="csY2" fmla="*/ 296487 h 419924"/>
                <a:gd name="csX3" fmla="*/ 788179 w 897648"/>
                <a:gd name="csY3" fmla="*/ 394587 h 419924"/>
                <a:gd name="csX4" fmla="*/ 616197 w 897648"/>
                <a:gd name="csY4" fmla="*/ 417608 h 419924"/>
                <a:gd name="csX5" fmla="*/ 456214 w 897648"/>
                <a:gd name="csY5" fmla="*/ 399837 h 419924"/>
                <a:gd name="csX6" fmla="*/ 461491 w 897648"/>
                <a:gd name="csY6" fmla="*/ 303981 h 419924"/>
                <a:gd name="csX7" fmla="*/ 311591 w 897648"/>
                <a:gd name="csY7" fmla="*/ 246359 h 419924"/>
                <a:gd name="csX8" fmla="*/ 39505 w 897648"/>
                <a:gd name="csY8" fmla="*/ 177968 h 419924"/>
                <a:gd name="csX9" fmla="*/ 39150 w 897648"/>
                <a:gd name="csY9" fmla="*/ 169891 h 419924"/>
                <a:gd name="csX10" fmla="*/ 378969 w 897648"/>
                <a:gd name="csY10" fmla="*/ 120346 h 419924"/>
                <a:gd name="csX11" fmla="*/ 523799 w 897648"/>
                <a:gd name="csY11" fmla="*/ 97696 h 419924"/>
                <a:gd name="csX12" fmla="*/ 571458 w 897648"/>
                <a:gd name="csY12" fmla="*/ 72957 h 419924"/>
                <a:gd name="csX13" fmla="*/ 525627 w 897648"/>
                <a:gd name="csY13" fmla="*/ 33107 h 419924"/>
                <a:gd name="csX14" fmla="*/ 545933 w 897648"/>
                <a:gd name="csY14" fmla="*/ 0 h 419924"/>
                <a:gd name="csX15" fmla="*/ 643653 w 897648"/>
                <a:gd name="csY15" fmla="*/ 22608 h 419924"/>
                <a:gd name="csX16" fmla="*/ 734612 w 897648"/>
                <a:gd name="csY16" fmla="*/ 80363 h 419924"/>
                <a:gd name="csX17" fmla="*/ 757463 w 897648"/>
                <a:gd name="csY17" fmla="*/ 212938 h 419924"/>
                <a:gd name="csX0" fmla="*/ 718313 w 858498"/>
                <a:gd name="csY0" fmla="*/ 212938 h 419924"/>
                <a:gd name="csX1" fmla="*/ 858498 w 858498"/>
                <a:gd name="csY1" fmla="*/ 222306 h 419924"/>
                <a:gd name="csX2" fmla="*/ 844655 w 858498"/>
                <a:gd name="csY2" fmla="*/ 296487 h 419924"/>
                <a:gd name="csX3" fmla="*/ 749029 w 858498"/>
                <a:gd name="csY3" fmla="*/ 394587 h 419924"/>
                <a:gd name="csX4" fmla="*/ 577047 w 858498"/>
                <a:gd name="csY4" fmla="*/ 417608 h 419924"/>
                <a:gd name="csX5" fmla="*/ 417064 w 858498"/>
                <a:gd name="csY5" fmla="*/ 399837 h 419924"/>
                <a:gd name="csX6" fmla="*/ 422341 w 858498"/>
                <a:gd name="csY6" fmla="*/ 303981 h 419924"/>
                <a:gd name="csX7" fmla="*/ 272441 w 858498"/>
                <a:gd name="csY7" fmla="*/ 246359 h 419924"/>
                <a:gd name="csX8" fmla="*/ 355 w 858498"/>
                <a:gd name="csY8" fmla="*/ 177968 h 419924"/>
                <a:gd name="csX9" fmla="*/ 0 w 858498"/>
                <a:gd name="csY9" fmla="*/ 169891 h 419924"/>
                <a:gd name="csX10" fmla="*/ 339819 w 858498"/>
                <a:gd name="csY10" fmla="*/ 120346 h 419924"/>
                <a:gd name="csX11" fmla="*/ 484649 w 858498"/>
                <a:gd name="csY11" fmla="*/ 97696 h 419924"/>
                <a:gd name="csX12" fmla="*/ 532308 w 858498"/>
                <a:gd name="csY12" fmla="*/ 72957 h 419924"/>
                <a:gd name="csX13" fmla="*/ 486477 w 858498"/>
                <a:gd name="csY13" fmla="*/ 33107 h 419924"/>
                <a:gd name="csX14" fmla="*/ 506783 w 858498"/>
                <a:gd name="csY14" fmla="*/ 0 h 419924"/>
                <a:gd name="csX15" fmla="*/ 604503 w 858498"/>
                <a:gd name="csY15" fmla="*/ 22608 h 419924"/>
                <a:gd name="csX16" fmla="*/ 695462 w 858498"/>
                <a:gd name="csY16" fmla="*/ 80363 h 419924"/>
                <a:gd name="csX17" fmla="*/ 718313 w 858498"/>
                <a:gd name="csY17" fmla="*/ 212938 h 419924"/>
                <a:gd name="csX0" fmla="*/ 718313 w 858498"/>
                <a:gd name="csY0" fmla="*/ 212938 h 419924"/>
                <a:gd name="csX1" fmla="*/ 858498 w 858498"/>
                <a:gd name="csY1" fmla="*/ 222306 h 419924"/>
                <a:gd name="csX2" fmla="*/ 844655 w 858498"/>
                <a:gd name="csY2" fmla="*/ 296487 h 419924"/>
                <a:gd name="csX3" fmla="*/ 749029 w 858498"/>
                <a:gd name="csY3" fmla="*/ 394587 h 419924"/>
                <a:gd name="csX4" fmla="*/ 577047 w 858498"/>
                <a:gd name="csY4" fmla="*/ 417608 h 419924"/>
                <a:gd name="csX5" fmla="*/ 417064 w 858498"/>
                <a:gd name="csY5" fmla="*/ 399837 h 419924"/>
                <a:gd name="csX6" fmla="*/ 308554 w 858498"/>
                <a:gd name="csY6" fmla="*/ 281363 h 419924"/>
                <a:gd name="csX7" fmla="*/ 272441 w 858498"/>
                <a:gd name="csY7" fmla="*/ 246359 h 419924"/>
                <a:gd name="csX8" fmla="*/ 355 w 858498"/>
                <a:gd name="csY8" fmla="*/ 177968 h 419924"/>
                <a:gd name="csX9" fmla="*/ 0 w 858498"/>
                <a:gd name="csY9" fmla="*/ 169891 h 419924"/>
                <a:gd name="csX10" fmla="*/ 339819 w 858498"/>
                <a:gd name="csY10" fmla="*/ 120346 h 419924"/>
                <a:gd name="csX11" fmla="*/ 484649 w 858498"/>
                <a:gd name="csY11" fmla="*/ 97696 h 419924"/>
                <a:gd name="csX12" fmla="*/ 532308 w 858498"/>
                <a:gd name="csY12" fmla="*/ 72957 h 419924"/>
                <a:gd name="csX13" fmla="*/ 486477 w 858498"/>
                <a:gd name="csY13" fmla="*/ 33107 h 419924"/>
                <a:gd name="csX14" fmla="*/ 506783 w 858498"/>
                <a:gd name="csY14" fmla="*/ 0 h 419924"/>
                <a:gd name="csX15" fmla="*/ 604503 w 858498"/>
                <a:gd name="csY15" fmla="*/ 22608 h 419924"/>
                <a:gd name="csX16" fmla="*/ 695462 w 858498"/>
                <a:gd name="csY16" fmla="*/ 80363 h 419924"/>
                <a:gd name="csX17" fmla="*/ 718313 w 858498"/>
                <a:gd name="csY17" fmla="*/ 212938 h 419924"/>
                <a:gd name="csX0" fmla="*/ 718313 w 858498"/>
                <a:gd name="csY0" fmla="*/ 212938 h 419924"/>
                <a:gd name="csX1" fmla="*/ 858498 w 858498"/>
                <a:gd name="csY1" fmla="*/ 222306 h 419924"/>
                <a:gd name="csX2" fmla="*/ 844655 w 858498"/>
                <a:gd name="csY2" fmla="*/ 296487 h 419924"/>
                <a:gd name="csX3" fmla="*/ 749029 w 858498"/>
                <a:gd name="csY3" fmla="*/ 394587 h 419924"/>
                <a:gd name="csX4" fmla="*/ 577047 w 858498"/>
                <a:gd name="csY4" fmla="*/ 417608 h 419924"/>
                <a:gd name="csX5" fmla="*/ 417064 w 858498"/>
                <a:gd name="csY5" fmla="*/ 399837 h 419924"/>
                <a:gd name="csX6" fmla="*/ 308554 w 858498"/>
                <a:gd name="csY6" fmla="*/ 281363 h 419924"/>
                <a:gd name="csX7" fmla="*/ 272441 w 858498"/>
                <a:gd name="csY7" fmla="*/ 246359 h 419924"/>
                <a:gd name="csX8" fmla="*/ 355 w 858498"/>
                <a:gd name="csY8" fmla="*/ 177968 h 419924"/>
                <a:gd name="csX9" fmla="*/ 0 w 858498"/>
                <a:gd name="csY9" fmla="*/ 169891 h 419924"/>
                <a:gd name="csX10" fmla="*/ 339819 w 858498"/>
                <a:gd name="csY10" fmla="*/ 120346 h 419924"/>
                <a:gd name="csX11" fmla="*/ 484649 w 858498"/>
                <a:gd name="csY11" fmla="*/ 97696 h 419924"/>
                <a:gd name="csX12" fmla="*/ 532308 w 858498"/>
                <a:gd name="csY12" fmla="*/ 72957 h 419924"/>
                <a:gd name="csX13" fmla="*/ 486477 w 858498"/>
                <a:gd name="csY13" fmla="*/ 33107 h 419924"/>
                <a:gd name="csX14" fmla="*/ 506783 w 858498"/>
                <a:gd name="csY14" fmla="*/ 0 h 419924"/>
                <a:gd name="csX15" fmla="*/ 604503 w 858498"/>
                <a:gd name="csY15" fmla="*/ 22608 h 419924"/>
                <a:gd name="csX16" fmla="*/ 695462 w 858498"/>
                <a:gd name="csY16" fmla="*/ 80363 h 419924"/>
                <a:gd name="csX17" fmla="*/ 718313 w 858498"/>
                <a:gd name="csY17" fmla="*/ 212938 h 419924"/>
                <a:gd name="csX0" fmla="*/ 718313 w 858498"/>
                <a:gd name="csY0" fmla="*/ 212938 h 419924"/>
                <a:gd name="csX1" fmla="*/ 858498 w 858498"/>
                <a:gd name="csY1" fmla="*/ 222306 h 419924"/>
                <a:gd name="csX2" fmla="*/ 844655 w 858498"/>
                <a:gd name="csY2" fmla="*/ 296487 h 419924"/>
                <a:gd name="csX3" fmla="*/ 749029 w 858498"/>
                <a:gd name="csY3" fmla="*/ 394587 h 419924"/>
                <a:gd name="csX4" fmla="*/ 577047 w 858498"/>
                <a:gd name="csY4" fmla="*/ 417608 h 419924"/>
                <a:gd name="csX5" fmla="*/ 417064 w 858498"/>
                <a:gd name="csY5" fmla="*/ 399837 h 419924"/>
                <a:gd name="csX6" fmla="*/ 308554 w 858498"/>
                <a:gd name="csY6" fmla="*/ 281363 h 419924"/>
                <a:gd name="csX7" fmla="*/ 272441 w 858498"/>
                <a:gd name="csY7" fmla="*/ 246359 h 419924"/>
                <a:gd name="csX8" fmla="*/ 355 w 858498"/>
                <a:gd name="csY8" fmla="*/ 177968 h 419924"/>
                <a:gd name="csX9" fmla="*/ 0 w 858498"/>
                <a:gd name="csY9" fmla="*/ 169891 h 419924"/>
                <a:gd name="csX10" fmla="*/ 339819 w 858498"/>
                <a:gd name="csY10" fmla="*/ 120346 h 419924"/>
                <a:gd name="csX11" fmla="*/ 484649 w 858498"/>
                <a:gd name="csY11" fmla="*/ 97696 h 419924"/>
                <a:gd name="csX12" fmla="*/ 532308 w 858498"/>
                <a:gd name="csY12" fmla="*/ 72957 h 419924"/>
                <a:gd name="csX13" fmla="*/ 486477 w 858498"/>
                <a:gd name="csY13" fmla="*/ 33107 h 419924"/>
                <a:gd name="csX14" fmla="*/ 506783 w 858498"/>
                <a:gd name="csY14" fmla="*/ 0 h 419924"/>
                <a:gd name="csX15" fmla="*/ 604503 w 858498"/>
                <a:gd name="csY15" fmla="*/ 22608 h 419924"/>
                <a:gd name="csX16" fmla="*/ 695462 w 858498"/>
                <a:gd name="csY16" fmla="*/ 80363 h 419924"/>
                <a:gd name="csX17" fmla="*/ 718313 w 858498"/>
                <a:gd name="csY17" fmla="*/ 212938 h 419924"/>
                <a:gd name="csX0" fmla="*/ 718313 w 858498"/>
                <a:gd name="csY0" fmla="*/ 212938 h 419924"/>
                <a:gd name="csX1" fmla="*/ 858498 w 858498"/>
                <a:gd name="csY1" fmla="*/ 222306 h 419924"/>
                <a:gd name="csX2" fmla="*/ 844655 w 858498"/>
                <a:gd name="csY2" fmla="*/ 296487 h 419924"/>
                <a:gd name="csX3" fmla="*/ 749029 w 858498"/>
                <a:gd name="csY3" fmla="*/ 394587 h 419924"/>
                <a:gd name="csX4" fmla="*/ 577047 w 858498"/>
                <a:gd name="csY4" fmla="*/ 417608 h 419924"/>
                <a:gd name="csX5" fmla="*/ 417064 w 858498"/>
                <a:gd name="csY5" fmla="*/ 399837 h 419924"/>
                <a:gd name="csX6" fmla="*/ 308554 w 858498"/>
                <a:gd name="csY6" fmla="*/ 281363 h 419924"/>
                <a:gd name="csX7" fmla="*/ 272441 w 858498"/>
                <a:gd name="csY7" fmla="*/ 246359 h 419924"/>
                <a:gd name="csX8" fmla="*/ 355 w 858498"/>
                <a:gd name="csY8" fmla="*/ 177968 h 419924"/>
                <a:gd name="csX9" fmla="*/ 0 w 858498"/>
                <a:gd name="csY9" fmla="*/ 169891 h 419924"/>
                <a:gd name="csX10" fmla="*/ 339819 w 858498"/>
                <a:gd name="csY10" fmla="*/ 120346 h 419924"/>
                <a:gd name="csX11" fmla="*/ 484649 w 858498"/>
                <a:gd name="csY11" fmla="*/ 97696 h 419924"/>
                <a:gd name="csX12" fmla="*/ 532308 w 858498"/>
                <a:gd name="csY12" fmla="*/ 72957 h 419924"/>
                <a:gd name="csX13" fmla="*/ 486477 w 858498"/>
                <a:gd name="csY13" fmla="*/ 33107 h 419924"/>
                <a:gd name="csX14" fmla="*/ 506783 w 858498"/>
                <a:gd name="csY14" fmla="*/ 0 h 419924"/>
                <a:gd name="csX15" fmla="*/ 604503 w 858498"/>
                <a:gd name="csY15" fmla="*/ 22608 h 419924"/>
                <a:gd name="csX16" fmla="*/ 695462 w 858498"/>
                <a:gd name="csY16" fmla="*/ 80363 h 419924"/>
                <a:gd name="csX17" fmla="*/ 718313 w 858498"/>
                <a:gd name="csY17" fmla="*/ 212938 h 419924"/>
                <a:gd name="csX0" fmla="*/ 718313 w 858498"/>
                <a:gd name="csY0" fmla="*/ 212938 h 419924"/>
                <a:gd name="csX1" fmla="*/ 858498 w 858498"/>
                <a:gd name="csY1" fmla="*/ 222306 h 419924"/>
                <a:gd name="csX2" fmla="*/ 844655 w 858498"/>
                <a:gd name="csY2" fmla="*/ 296487 h 419924"/>
                <a:gd name="csX3" fmla="*/ 749029 w 858498"/>
                <a:gd name="csY3" fmla="*/ 394587 h 419924"/>
                <a:gd name="csX4" fmla="*/ 577047 w 858498"/>
                <a:gd name="csY4" fmla="*/ 417608 h 419924"/>
                <a:gd name="csX5" fmla="*/ 417064 w 858498"/>
                <a:gd name="csY5" fmla="*/ 399837 h 419924"/>
                <a:gd name="csX6" fmla="*/ 308554 w 858498"/>
                <a:gd name="csY6" fmla="*/ 281363 h 419924"/>
                <a:gd name="csX7" fmla="*/ 272441 w 858498"/>
                <a:gd name="csY7" fmla="*/ 246359 h 419924"/>
                <a:gd name="csX8" fmla="*/ 355 w 858498"/>
                <a:gd name="csY8" fmla="*/ 177968 h 419924"/>
                <a:gd name="csX9" fmla="*/ 0 w 858498"/>
                <a:gd name="csY9" fmla="*/ 169891 h 419924"/>
                <a:gd name="csX10" fmla="*/ 339819 w 858498"/>
                <a:gd name="csY10" fmla="*/ 120346 h 419924"/>
                <a:gd name="csX11" fmla="*/ 484649 w 858498"/>
                <a:gd name="csY11" fmla="*/ 97696 h 419924"/>
                <a:gd name="csX12" fmla="*/ 532308 w 858498"/>
                <a:gd name="csY12" fmla="*/ 72957 h 419924"/>
                <a:gd name="csX13" fmla="*/ 486477 w 858498"/>
                <a:gd name="csY13" fmla="*/ 33107 h 419924"/>
                <a:gd name="csX14" fmla="*/ 506783 w 858498"/>
                <a:gd name="csY14" fmla="*/ 0 h 419924"/>
                <a:gd name="csX15" fmla="*/ 604503 w 858498"/>
                <a:gd name="csY15" fmla="*/ 22608 h 419924"/>
                <a:gd name="csX16" fmla="*/ 695462 w 858498"/>
                <a:gd name="csY16" fmla="*/ 80363 h 419924"/>
                <a:gd name="csX17" fmla="*/ 718313 w 858498"/>
                <a:gd name="csY17" fmla="*/ 212938 h 419924"/>
                <a:gd name="csX0" fmla="*/ 718313 w 858498"/>
                <a:gd name="csY0" fmla="*/ 212938 h 419924"/>
                <a:gd name="csX1" fmla="*/ 858498 w 858498"/>
                <a:gd name="csY1" fmla="*/ 222306 h 419924"/>
                <a:gd name="csX2" fmla="*/ 844655 w 858498"/>
                <a:gd name="csY2" fmla="*/ 296487 h 419924"/>
                <a:gd name="csX3" fmla="*/ 749029 w 858498"/>
                <a:gd name="csY3" fmla="*/ 394587 h 419924"/>
                <a:gd name="csX4" fmla="*/ 577047 w 858498"/>
                <a:gd name="csY4" fmla="*/ 417608 h 419924"/>
                <a:gd name="csX5" fmla="*/ 417064 w 858498"/>
                <a:gd name="csY5" fmla="*/ 399837 h 419924"/>
                <a:gd name="csX6" fmla="*/ 308554 w 858498"/>
                <a:gd name="csY6" fmla="*/ 281363 h 419924"/>
                <a:gd name="csX7" fmla="*/ 287666 w 858498"/>
                <a:gd name="csY7" fmla="*/ 263054 h 419924"/>
                <a:gd name="csX8" fmla="*/ 272441 w 858498"/>
                <a:gd name="csY8" fmla="*/ 246359 h 419924"/>
                <a:gd name="csX9" fmla="*/ 355 w 858498"/>
                <a:gd name="csY9" fmla="*/ 177968 h 419924"/>
                <a:gd name="csX10" fmla="*/ 0 w 858498"/>
                <a:gd name="csY10" fmla="*/ 169891 h 419924"/>
                <a:gd name="csX11" fmla="*/ 339819 w 858498"/>
                <a:gd name="csY11" fmla="*/ 120346 h 419924"/>
                <a:gd name="csX12" fmla="*/ 484649 w 858498"/>
                <a:gd name="csY12" fmla="*/ 97696 h 419924"/>
                <a:gd name="csX13" fmla="*/ 532308 w 858498"/>
                <a:gd name="csY13" fmla="*/ 72957 h 419924"/>
                <a:gd name="csX14" fmla="*/ 486477 w 858498"/>
                <a:gd name="csY14" fmla="*/ 33107 h 419924"/>
                <a:gd name="csX15" fmla="*/ 506783 w 858498"/>
                <a:gd name="csY15" fmla="*/ 0 h 419924"/>
                <a:gd name="csX16" fmla="*/ 604503 w 858498"/>
                <a:gd name="csY16" fmla="*/ 22608 h 419924"/>
                <a:gd name="csX17" fmla="*/ 695462 w 858498"/>
                <a:gd name="csY17" fmla="*/ 80363 h 419924"/>
                <a:gd name="csX18" fmla="*/ 718313 w 858498"/>
                <a:gd name="csY18" fmla="*/ 212938 h 419924"/>
                <a:gd name="csX0" fmla="*/ 718313 w 858498"/>
                <a:gd name="csY0" fmla="*/ 212938 h 419924"/>
                <a:gd name="csX1" fmla="*/ 858498 w 858498"/>
                <a:gd name="csY1" fmla="*/ 222306 h 419924"/>
                <a:gd name="csX2" fmla="*/ 844655 w 858498"/>
                <a:gd name="csY2" fmla="*/ 296487 h 419924"/>
                <a:gd name="csX3" fmla="*/ 749029 w 858498"/>
                <a:gd name="csY3" fmla="*/ 394587 h 419924"/>
                <a:gd name="csX4" fmla="*/ 577047 w 858498"/>
                <a:gd name="csY4" fmla="*/ 417608 h 419924"/>
                <a:gd name="csX5" fmla="*/ 417064 w 858498"/>
                <a:gd name="csY5" fmla="*/ 399837 h 419924"/>
                <a:gd name="csX6" fmla="*/ 308554 w 858498"/>
                <a:gd name="csY6" fmla="*/ 281363 h 419924"/>
                <a:gd name="csX7" fmla="*/ 287666 w 858498"/>
                <a:gd name="csY7" fmla="*/ 263054 h 419924"/>
                <a:gd name="csX8" fmla="*/ 272441 w 858498"/>
                <a:gd name="csY8" fmla="*/ 246359 h 419924"/>
                <a:gd name="csX9" fmla="*/ 355 w 858498"/>
                <a:gd name="csY9" fmla="*/ 177968 h 419924"/>
                <a:gd name="csX10" fmla="*/ 0 w 858498"/>
                <a:gd name="csY10" fmla="*/ 169891 h 419924"/>
                <a:gd name="csX11" fmla="*/ 339819 w 858498"/>
                <a:gd name="csY11" fmla="*/ 120346 h 419924"/>
                <a:gd name="csX12" fmla="*/ 484649 w 858498"/>
                <a:gd name="csY12" fmla="*/ 97696 h 419924"/>
                <a:gd name="csX13" fmla="*/ 532308 w 858498"/>
                <a:gd name="csY13" fmla="*/ 72957 h 419924"/>
                <a:gd name="csX14" fmla="*/ 486477 w 858498"/>
                <a:gd name="csY14" fmla="*/ 33107 h 419924"/>
                <a:gd name="csX15" fmla="*/ 506783 w 858498"/>
                <a:gd name="csY15" fmla="*/ 0 h 419924"/>
                <a:gd name="csX16" fmla="*/ 604503 w 858498"/>
                <a:gd name="csY16" fmla="*/ 22608 h 419924"/>
                <a:gd name="csX17" fmla="*/ 695462 w 858498"/>
                <a:gd name="csY17" fmla="*/ 80363 h 419924"/>
                <a:gd name="csX18" fmla="*/ 718313 w 858498"/>
                <a:gd name="csY18" fmla="*/ 212938 h 419924"/>
                <a:gd name="csX0" fmla="*/ 718313 w 858498"/>
                <a:gd name="csY0" fmla="*/ 212938 h 419924"/>
                <a:gd name="csX1" fmla="*/ 858498 w 858498"/>
                <a:gd name="csY1" fmla="*/ 222306 h 419924"/>
                <a:gd name="csX2" fmla="*/ 844655 w 858498"/>
                <a:gd name="csY2" fmla="*/ 296487 h 419924"/>
                <a:gd name="csX3" fmla="*/ 749029 w 858498"/>
                <a:gd name="csY3" fmla="*/ 394587 h 419924"/>
                <a:gd name="csX4" fmla="*/ 577047 w 858498"/>
                <a:gd name="csY4" fmla="*/ 417608 h 419924"/>
                <a:gd name="csX5" fmla="*/ 417064 w 858498"/>
                <a:gd name="csY5" fmla="*/ 399837 h 419924"/>
                <a:gd name="csX6" fmla="*/ 308554 w 858498"/>
                <a:gd name="csY6" fmla="*/ 281363 h 419924"/>
                <a:gd name="csX7" fmla="*/ 287666 w 858498"/>
                <a:gd name="csY7" fmla="*/ 263054 h 419924"/>
                <a:gd name="csX8" fmla="*/ 272441 w 858498"/>
                <a:gd name="csY8" fmla="*/ 246359 h 419924"/>
                <a:gd name="csX9" fmla="*/ 355 w 858498"/>
                <a:gd name="csY9" fmla="*/ 177968 h 419924"/>
                <a:gd name="csX10" fmla="*/ 0 w 858498"/>
                <a:gd name="csY10" fmla="*/ 169891 h 419924"/>
                <a:gd name="csX11" fmla="*/ 339819 w 858498"/>
                <a:gd name="csY11" fmla="*/ 120346 h 419924"/>
                <a:gd name="csX12" fmla="*/ 484649 w 858498"/>
                <a:gd name="csY12" fmla="*/ 97696 h 419924"/>
                <a:gd name="csX13" fmla="*/ 532308 w 858498"/>
                <a:gd name="csY13" fmla="*/ 72957 h 419924"/>
                <a:gd name="csX14" fmla="*/ 486477 w 858498"/>
                <a:gd name="csY14" fmla="*/ 33107 h 419924"/>
                <a:gd name="csX15" fmla="*/ 506783 w 858498"/>
                <a:gd name="csY15" fmla="*/ 0 h 419924"/>
                <a:gd name="csX16" fmla="*/ 604503 w 858498"/>
                <a:gd name="csY16" fmla="*/ 22608 h 419924"/>
                <a:gd name="csX17" fmla="*/ 695462 w 858498"/>
                <a:gd name="csY17" fmla="*/ 80363 h 419924"/>
                <a:gd name="csX18" fmla="*/ 718313 w 858498"/>
                <a:gd name="csY18" fmla="*/ 212938 h 419924"/>
                <a:gd name="csX0" fmla="*/ 718313 w 858498"/>
                <a:gd name="csY0" fmla="*/ 212938 h 419924"/>
                <a:gd name="csX1" fmla="*/ 858498 w 858498"/>
                <a:gd name="csY1" fmla="*/ 222306 h 419924"/>
                <a:gd name="csX2" fmla="*/ 844655 w 858498"/>
                <a:gd name="csY2" fmla="*/ 296487 h 419924"/>
                <a:gd name="csX3" fmla="*/ 749029 w 858498"/>
                <a:gd name="csY3" fmla="*/ 394587 h 419924"/>
                <a:gd name="csX4" fmla="*/ 577047 w 858498"/>
                <a:gd name="csY4" fmla="*/ 417608 h 419924"/>
                <a:gd name="csX5" fmla="*/ 417064 w 858498"/>
                <a:gd name="csY5" fmla="*/ 399837 h 419924"/>
                <a:gd name="csX6" fmla="*/ 308554 w 858498"/>
                <a:gd name="csY6" fmla="*/ 281363 h 419924"/>
                <a:gd name="csX7" fmla="*/ 287666 w 858498"/>
                <a:gd name="csY7" fmla="*/ 263054 h 419924"/>
                <a:gd name="csX8" fmla="*/ 272441 w 858498"/>
                <a:gd name="csY8" fmla="*/ 246359 h 419924"/>
                <a:gd name="csX9" fmla="*/ 355 w 858498"/>
                <a:gd name="csY9" fmla="*/ 177968 h 419924"/>
                <a:gd name="csX10" fmla="*/ 0 w 858498"/>
                <a:gd name="csY10" fmla="*/ 169891 h 419924"/>
                <a:gd name="csX11" fmla="*/ 339819 w 858498"/>
                <a:gd name="csY11" fmla="*/ 120346 h 419924"/>
                <a:gd name="csX12" fmla="*/ 484649 w 858498"/>
                <a:gd name="csY12" fmla="*/ 97696 h 419924"/>
                <a:gd name="csX13" fmla="*/ 532308 w 858498"/>
                <a:gd name="csY13" fmla="*/ 72957 h 419924"/>
                <a:gd name="csX14" fmla="*/ 486477 w 858498"/>
                <a:gd name="csY14" fmla="*/ 33107 h 419924"/>
                <a:gd name="csX15" fmla="*/ 506783 w 858498"/>
                <a:gd name="csY15" fmla="*/ 0 h 419924"/>
                <a:gd name="csX16" fmla="*/ 604503 w 858498"/>
                <a:gd name="csY16" fmla="*/ 22608 h 419924"/>
                <a:gd name="csX17" fmla="*/ 695462 w 858498"/>
                <a:gd name="csY17" fmla="*/ 80363 h 419924"/>
                <a:gd name="csX18" fmla="*/ 718313 w 858498"/>
                <a:gd name="csY18" fmla="*/ 212938 h 419924"/>
                <a:gd name="csX0" fmla="*/ 718313 w 858498"/>
                <a:gd name="csY0" fmla="*/ 212938 h 419924"/>
                <a:gd name="csX1" fmla="*/ 858498 w 858498"/>
                <a:gd name="csY1" fmla="*/ 222306 h 419924"/>
                <a:gd name="csX2" fmla="*/ 844655 w 858498"/>
                <a:gd name="csY2" fmla="*/ 296487 h 419924"/>
                <a:gd name="csX3" fmla="*/ 749029 w 858498"/>
                <a:gd name="csY3" fmla="*/ 394587 h 419924"/>
                <a:gd name="csX4" fmla="*/ 577047 w 858498"/>
                <a:gd name="csY4" fmla="*/ 417608 h 419924"/>
                <a:gd name="csX5" fmla="*/ 417064 w 858498"/>
                <a:gd name="csY5" fmla="*/ 399837 h 419924"/>
                <a:gd name="csX6" fmla="*/ 308554 w 858498"/>
                <a:gd name="csY6" fmla="*/ 281363 h 419924"/>
                <a:gd name="csX7" fmla="*/ 287666 w 858498"/>
                <a:gd name="csY7" fmla="*/ 263054 h 419924"/>
                <a:gd name="csX8" fmla="*/ 272441 w 858498"/>
                <a:gd name="csY8" fmla="*/ 246359 h 419924"/>
                <a:gd name="csX9" fmla="*/ 355 w 858498"/>
                <a:gd name="csY9" fmla="*/ 177968 h 419924"/>
                <a:gd name="csX10" fmla="*/ 0 w 858498"/>
                <a:gd name="csY10" fmla="*/ 169891 h 419924"/>
                <a:gd name="csX11" fmla="*/ 339819 w 858498"/>
                <a:gd name="csY11" fmla="*/ 120346 h 419924"/>
                <a:gd name="csX12" fmla="*/ 484649 w 858498"/>
                <a:gd name="csY12" fmla="*/ 97696 h 419924"/>
                <a:gd name="csX13" fmla="*/ 532308 w 858498"/>
                <a:gd name="csY13" fmla="*/ 72957 h 419924"/>
                <a:gd name="csX14" fmla="*/ 486477 w 858498"/>
                <a:gd name="csY14" fmla="*/ 33107 h 419924"/>
                <a:gd name="csX15" fmla="*/ 506783 w 858498"/>
                <a:gd name="csY15" fmla="*/ 0 h 419924"/>
                <a:gd name="csX16" fmla="*/ 604503 w 858498"/>
                <a:gd name="csY16" fmla="*/ 22608 h 419924"/>
                <a:gd name="csX17" fmla="*/ 695462 w 858498"/>
                <a:gd name="csY17" fmla="*/ 80363 h 419924"/>
                <a:gd name="csX18" fmla="*/ 718313 w 858498"/>
                <a:gd name="csY18" fmla="*/ 212938 h 419924"/>
                <a:gd name="csX0" fmla="*/ 718313 w 858498"/>
                <a:gd name="csY0" fmla="*/ 212938 h 421145"/>
                <a:gd name="csX1" fmla="*/ 858498 w 858498"/>
                <a:gd name="csY1" fmla="*/ 222306 h 421145"/>
                <a:gd name="csX2" fmla="*/ 844655 w 858498"/>
                <a:gd name="csY2" fmla="*/ 296487 h 421145"/>
                <a:gd name="csX3" fmla="*/ 749029 w 858498"/>
                <a:gd name="csY3" fmla="*/ 394587 h 421145"/>
                <a:gd name="csX4" fmla="*/ 577047 w 858498"/>
                <a:gd name="csY4" fmla="*/ 417608 h 421145"/>
                <a:gd name="csX5" fmla="*/ 417064 w 858498"/>
                <a:gd name="csY5" fmla="*/ 399837 h 421145"/>
                <a:gd name="csX6" fmla="*/ 287666 w 858498"/>
                <a:gd name="csY6" fmla="*/ 263054 h 421145"/>
                <a:gd name="csX7" fmla="*/ 272441 w 858498"/>
                <a:gd name="csY7" fmla="*/ 246359 h 421145"/>
                <a:gd name="csX8" fmla="*/ 355 w 858498"/>
                <a:gd name="csY8" fmla="*/ 177968 h 421145"/>
                <a:gd name="csX9" fmla="*/ 0 w 858498"/>
                <a:gd name="csY9" fmla="*/ 169891 h 421145"/>
                <a:gd name="csX10" fmla="*/ 339819 w 858498"/>
                <a:gd name="csY10" fmla="*/ 120346 h 421145"/>
                <a:gd name="csX11" fmla="*/ 484649 w 858498"/>
                <a:gd name="csY11" fmla="*/ 97696 h 421145"/>
                <a:gd name="csX12" fmla="*/ 532308 w 858498"/>
                <a:gd name="csY12" fmla="*/ 72957 h 421145"/>
                <a:gd name="csX13" fmla="*/ 486477 w 858498"/>
                <a:gd name="csY13" fmla="*/ 33107 h 421145"/>
                <a:gd name="csX14" fmla="*/ 506783 w 858498"/>
                <a:gd name="csY14" fmla="*/ 0 h 421145"/>
                <a:gd name="csX15" fmla="*/ 604503 w 858498"/>
                <a:gd name="csY15" fmla="*/ 22608 h 421145"/>
                <a:gd name="csX16" fmla="*/ 695462 w 858498"/>
                <a:gd name="csY16" fmla="*/ 80363 h 421145"/>
                <a:gd name="csX17" fmla="*/ 718313 w 858498"/>
                <a:gd name="csY17" fmla="*/ 212938 h 421145"/>
                <a:gd name="csX0" fmla="*/ 718313 w 858498"/>
                <a:gd name="csY0" fmla="*/ 212938 h 421895"/>
                <a:gd name="csX1" fmla="*/ 858498 w 858498"/>
                <a:gd name="csY1" fmla="*/ 222306 h 421895"/>
                <a:gd name="csX2" fmla="*/ 844655 w 858498"/>
                <a:gd name="csY2" fmla="*/ 296487 h 421895"/>
                <a:gd name="csX3" fmla="*/ 749029 w 858498"/>
                <a:gd name="csY3" fmla="*/ 394587 h 421895"/>
                <a:gd name="csX4" fmla="*/ 577047 w 858498"/>
                <a:gd name="csY4" fmla="*/ 417608 h 421895"/>
                <a:gd name="csX5" fmla="*/ 417064 w 858498"/>
                <a:gd name="csY5" fmla="*/ 399837 h 421895"/>
                <a:gd name="csX6" fmla="*/ 272441 w 858498"/>
                <a:gd name="csY6" fmla="*/ 246359 h 421895"/>
                <a:gd name="csX7" fmla="*/ 355 w 858498"/>
                <a:gd name="csY7" fmla="*/ 177968 h 421895"/>
                <a:gd name="csX8" fmla="*/ 0 w 858498"/>
                <a:gd name="csY8" fmla="*/ 169891 h 421895"/>
                <a:gd name="csX9" fmla="*/ 339819 w 858498"/>
                <a:gd name="csY9" fmla="*/ 120346 h 421895"/>
                <a:gd name="csX10" fmla="*/ 484649 w 858498"/>
                <a:gd name="csY10" fmla="*/ 97696 h 421895"/>
                <a:gd name="csX11" fmla="*/ 532308 w 858498"/>
                <a:gd name="csY11" fmla="*/ 72957 h 421895"/>
                <a:gd name="csX12" fmla="*/ 486477 w 858498"/>
                <a:gd name="csY12" fmla="*/ 33107 h 421895"/>
                <a:gd name="csX13" fmla="*/ 506783 w 858498"/>
                <a:gd name="csY13" fmla="*/ 0 h 421895"/>
                <a:gd name="csX14" fmla="*/ 604503 w 858498"/>
                <a:gd name="csY14" fmla="*/ 22608 h 421895"/>
                <a:gd name="csX15" fmla="*/ 695462 w 858498"/>
                <a:gd name="csY15" fmla="*/ 80363 h 421895"/>
                <a:gd name="csX16" fmla="*/ 718313 w 858498"/>
                <a:gd name="csY16" fmla="*/ 212938 h 421895"/>
                <a:gd name="csX0" fmla="*/ 718313 w 858498"/>
                <a:gd name="csY0" fmla="*/ 212938 h 417799"/>
                <a:gd name="csX1" fmla="*/ 858498 w 858498"/>
                <a:gd name="csY1" fmla="*/ 222306 h 417799"/>
                <a:gd name="csX2" fmla="*/ 844655 w 858498"/>
                <a:gd name="csY2" fmla="*/ 296487 h 417799"/>
                <a:gd name="csX3" fmla="*/ 749029 w 858498"/>
                <a:gd name="csY3" fmla="*/ 394587 h 417799"/>
                <a:gd name="csX4" fmla="*/ 577047 w 858498"/>
                <a:gd name="csY4" fmla="*/ 417608 h 417799"/>
                <a:gd name="csX5" fmla="*/ 319397 w 858498"/>
                <a:gd name="csY5" fmla="*/ 285133 h 417799"/>
                <a:gd name="csX6" fmla="*/ 272441 w 858498"/>
                <a:gd name="csY6" fmla="*/ 246359 h 417799"/>
                <a:gd name="csX7" fmla="*/ 355 w 858498"/>
                <a:gd name="csY7" fmla="*/ 177968 h 417799"/>
                <a:gd name="csX8" fmla="*/ 0 w 858498"/>
                <a:gd name="csY8" fmla="*/ 169891 h 417799"/>
                <a:gd name="csX9" fmla="*/ 339819 w 858498"/>
                <a:gd name="csY9" fmla="*/ 120346 h 417799"/>
                <a:gd name="csX10" fmla="*/ 484649 w 858498"/>
                <a:gd name="csY10" fmla="*/ 97696 h 417799"/>
                <a:gd name="csX11" fmla="*/ 532308 w 858498"/>
                <a:gd name="csY11" fmla="*/ 72957 h 417799"/>
                <a:gd name="csX12" fmla="*/ 486477 w 858498"/>
                <a:gd name="csY12" fmla="*/ 33107 h 417799"/>
                <a:gd name="csX13" fmla="*/ 506783 w 858498"/>
                <a:gd name="csY13" fmla="*/ 0 h 417799"/>
                <a:gd name="csX14" fmla="*/ 604503 w 858498"/>
                <a:gd name="csY14" fmla="*/ 22608 h 417799"/>
                <a:gd name="csX15" fmla="*/ 695462 w 858498"/>
                <a:gd name="csY15" fmla="*/ 80363 h 417799"/>
                <a:gd name="csX16" fmla="*/ 718313 w 858498"/>
                <a:gd name="csY16" fmla="*/ 212938 h 417799"/>
                <a:gd name="csX0" fmla="*/ 718313 w 844981"/>
                <a:gd name="csY0" fmla="*/ 212938 h 417799"/>
                <a:gd name="csX1" fmla="*/ 844655 w 844981"/>
                <a:gd name="csY1" fmla="*/ 296487 h 417799"/>
                <a:gd name="csX2" fmla="*/ 749029 w 844981"/>
                <a:gd name="csY2" fmla="*/ 394587 h 417799"/>
                <a:gd name="csX3" fmla="*/ 577047 w 844981"/>
                <a:gd name="csY3" fmla="*/ 417608 h 417799"/>
                <a:gd name="csX4" fmla="*/ 319397 w 844981"/>
                <a:gd name="csY4" fmla="*/ 285133 h 417799"/>
                <a:gd name="csX5" fmla="*/ 272441 w 844981"/>
                <a:gd name="csY5" fmla="*/ 246359 h 417799"/>
                <a:gd name="csX6" fmla="*/ 355 w 844981"/>
                <a:gd name="csY6" fmla="*/ 177968 h 417799"/>
                <a:gd name="csX7" fmla="*/ 0 w 844981"/>
                <a:gd name="csY7" fmla="*/ 169891 h 417799"/>
                <a:gd name="csX8" fmla="*/ 339819 w 844981"/>
                <a:gd name="csY8" fmla="*/ 120346 h 417799"/>
                <a:gd name="csX9" fmla="*/ 484649 w 844981"/>
                <a:gd name="csY9" fmla="*/ 97696 h 417799"/>
                <a:gd name="csX10" fmla="*/ 532308 w 844981"/>
                <a:gd name="csY10" fmla="*/ 72957 h 417799"/>
                <a:gd name="csX11" fmla="*/ 486477 w 844981"/>
                <a:gd name="csY11" fmla="*/ 33107 h 417799"/>
                <a:gd name="csX12" fmla="*/ 506783 w 844981"/>
                <a:gd name="csY12" fmla="*/ 0 h 417799"/>
                <a:gd name="csX13" fmla="*/ 604503 w 844981"/>
                <a:gd name="csY13" fmla="*/ 22608 h 417799"/>
                <a:gd name="csX14" fmla="*/ 695462 w 844981"/>
                <a:gd name="csY14" fmla="*/ 80363 h 417799"/>
                <a:gd name="csX15" fmla="*/ 718313 w 844981"/>
                <a:gd name="csY15" fmla="*/ 212938 h 417799"/>
                <a:gd name="csX0" fmla="*/ 718313 w 755733"/>
                <a:gd name="csY0" fmla="*/ 212938 h 417799"/>
                <a:gd name="csX1" fmla="*/ 749029 w 755733"/>
                <a:gd name="csY1" fmla="*/ 394587 h 417799"/>
                <a:gd name="csX2" fmla="*/ 577047 w 755733"/>
                <a:gd name="csY2" fmla="*/ 417608 h 417799"/>
                <a:gd name="csX3" fmla="*/ 319397 w 755733"/>
                <a:gd name="csY3" fmla="*/ 285133 h 417799"/>
                <a:gd name="csX4" fmla="*/ 272441 w 755733"/>
                <a:gd name="csY4" fmla="*/ 246359 h 417799"/>
                <a:gd name="csX5" fmla="*/ 355 w 755733"/>
                <a:gd name="csY5" fmla="*/ 177968 h 417799"/>
                <a:gd name="csX6" fmla="*/ 0 w 755733"/>
                <a:gd name="csY6" fmla="*/ 169891 h 417799"/>
                <a:gd name="csX7" fmla="*/ 339819 w 755733"/>
                <a:gd name="csY7" fmla="*/ 120346 h 417799"/>
                <a:gd name="csX8" fmla="*/ 484649 w 755733"/>
                <a:gd name="csY8" fmla="*/ 97696 h 417799"/>
                <a:gd name="csX9" fmla="*/ 532308 w 755733"/>
                <a:gd name="csY9" fmla="*/ 72957 h 417799"/>
                <a:gd name="csX10" fmla="*/ 486477 w 755733"/>
                <a:gd name="csY10" fmla="*/ 33107 h 417799"/>
                <a:gd name="csX11" fmla="*/ 506783 w 755733"/>
                <a:gd name="csY11" fmla="*/ 0 h 417799"/>
                <a:gd name="csX12" fmla="*/ 604503 w 755733"/>
                <a:gd name="csY12" fmla="*/ 22608 h 417799"/>
                <a:gd name="csX13" fmla="*/ 695462 w 755733"/>
                <a:gd name="csY13" fmla="*/ 80363 h 417799"/>
                <a:gd name="csX14" fmla="*/ 718313 w 755733"/>
                <a:gd name="csY14" fmla="*/ 212938 h 417799"/>
                <a:gd name="csX0" fmla="*/ 718313 w 720021"/>
                <a:gd name="csY0" fmla="*/ 212938 h 417799"/>
                <a:gd name="csX1" fmla="*/ 664637 w 720021"/>
                <a:gd name="csY1" fmla="*/ 336427 h 417799"/>
                <a:gd name="csX2" fmla="*/ 577047 w 720021"/>
                <a:gd name="csY2" fmla="*/ 417608 h 417799"/>
                <a:gd name="csX3" fmla="*/ 319397 w 720021"/>
                <a:gd name="csY3" fmla="*/ 285133 h 417799"/>
                <a:gd name="csX4" fmla="*/ 272441 w 720021"/>
                <a:gd name="csY4" fmla="*/ 246359 h 417799"/>
                <a:gd name="csX5" fmla="*/ 355 w 720021"/>
                <a:gd name="csY5" fmla="*/ 177968 h 417799"/>
                <a:gd name="csX6" fmla="*/ 0 w 720021"/>
                <a:gd name="csY6" fmla="*/ 169891 h 417799"/>
                <a:gd name="csX7" fmla="*/ 339819 w 720021"/>
                <a:gd name="csY7" fmla="*/ 120346 h 417799"/>
                <a:gd name="csX8" fmla="*/ 484649 w 720021"/>
                <a:gd name="csY8" fmla="*/ 97696 h 417799"/>
                <a:gd name="csX9" fmla="*/ 532308 w 720021"/>
                <a:gd name="csY9" fmla="*/ 72957 h 417799"/>
                <a:gd name="csX10" fmla="*/ 486477 w 720021"/>
                <a:gd name="csY10" fmla="*/ 33107 h 417799"/>
                <a:gd name="csX11" fmla="*/ 506783 w 720021"/>
                <a:gd name="csY11" fmla="*/ 0 h 417799"/>
                <a:gd name="csX12" fmla="*/ 604503 w 720021"/>
                <a:gd name="csY12" fmla="*/ 22608 h 417799"/>
                <a:gd name="csX13" fmla="*/ 695462 w 720021"/>
                <a:gd name="csY13" fmla="*/ 80363 h 417799"/>
                <a:gd name="csX14" fmla="*/ 718313 w 720021"/>
                <a:gd name="csY14" fmla="*/ 212938 h 417799"/>
                <a:gd name="csX0" fmla="*/ 718313 w 720970"/>
                <a:gd name="csY0" fmla="*/ 212938 h 417799"/>
                <a:gd name="csX1" fmla="*/ 664637 w 720970"/>
                <a:gd name="csY1" fmla="*/ 336427 h 417799"/>
                <a:gd name="csX2" fmla="*/ 577047 w 720970"/>
                <a:gd name="csY2" fmla="*/ 417608 h 417799"/>
                <a:gd name="csX3" fmla="*/ 319397 w 720970"/>
                <a:gd name="csY3" fmla="*/ 285133 h 417799"/>
                <a:gd name="csX4" fmla="*/ 272441 w 720970"/>
                <a:gd name="csY4" fmla="*/ 246359 h 417799"/>
                <a:gd name="csX5" fmla="*/ 355 w 720970"/>
                <a:gd name="csY5" fmla="*/ 177968 h 417799"/>
                <a:gd name="csX6" fmla="*/ 0 w 720970"/>
                <a:gd name="csY6" fmla="*/ 169891 h 417799"/>
                <a:gd name="csX7" fmla="*/ 339819 w 720970"/>
                <a:gd name="csY7" fmla="*/ 120346 h 417799"/>
                <a:gd name="csX8" fmla="*/ 484649 w 720970"/>
                <a:gd name="csY8" fmla="*/ 97696 h 417799"/>
                <a:gd name="csX9" fmla="*/ 532308 w 720970"/>
                <a:gd name="csY9" fmla="*/ 72957 h 417799"/>
                <a:gd name="csX10" fmla="*/ 486477 w 720970"/>
                <a:gd name="csY10" fmla="*/ 33107 h 417799"/>
                <a:gd name="csX11" fmla="*/ 506783 w 720970"/>
                <a:gd name="csY11" fmla="*/ 0 h 417799"/>
                <a:gd name="csX12" fmla="*/ 604503 w 720970"/>
                <a:gd name="csY12" fmla="*/ 22608 h 417799"/>
                <a:gd name="csX13" fmla="*/ 695462 w 720970"/>
                <a:gd name="csY13" fmla="*/ 80363 h 417799"/>
                <a:gd name="csX14" fmla="*/ 718313 w 720970"/>
                <a:gd name="csY14" fmla="*/ 212938 h 417799"/>
                <a:gd name="csX0" fmla="*/ 718313 w 720021"/>
                <a:gd name="csY0" fmla="*/ 212938 h 417799"/>
                <a:gd name="csX1" fmla="*/ 664637 w 720021"/>
                <a:gd name="csY1" fmla="*/ 336427 h 417799"/>
                <a:gd name="csX2" fmla="*/ 577047 w 720021"/>
                <a:gd name="csY2" fmla="*/ 417608 h 417799"/>
                <a:gd name="csX3" fmla="*/ 319397 w 720021"/>
                <a:gd name="csY3" fmla="*/ 285133 h 417799"/>
                <a:gd name="csX4" fmla="*/ 272441 w 720021"/>
                <a:gd name="csY4" fmla="*/ 246359 h 417799"/>
                <a:gd name="csX5" fmla="*/ 355 w 720021"/>
                <a:gd name="csY5" fmla="*/ 177968 h 417799"/>
                <a:gd name="csX6" fmla="*/ 0 w 720021"/>
                <a:gd name="csY6" fmla="*/ 169891 h 417799"/>
                <a:gd name="csX7" fmla="*/ 339819 w 720021"/>
                <a:gd name="csY7" fmla="*/ 120346 h 417799"/>
                <a:gd name="csX8" fmla="*/ 484649 w 720021"/>
                <a:gd name="csY8" fmla="*/ 97696 h 417799"/>
                <a:gd name="csX9" fmla="*/ 532308 w 720021"/>
                <a:gd name="csY9" fmla="*/ 72957 h 417799"/>
                <a:gd name="csX10" fmla="*/ 486477 w 720021"/>
                <a:gd name="csY10" fmla="*/ 33107 h 417799"/>
                <a:gd name="csX11" fmla="*/ 506783 w 720021"/>
                <a:gd name="csY11" fmla="*/ 0 h 417799"/>
                <a:gd name="csX12" fmla="*/ 604503 w 720021"/>
                <a:gd name="csY12" fmla="*/ 22608 h 417799"/>
                <a:gd name="csX13" fmla="*/ 695462 w 720021"/>
                <a:gd name="csY13" fmla="*/ 80363 h 417799"/>
                <a:gd name="csX14" fmla="*/ 718313 w 720021"/>
                <a:gd name="csY14" fmla="*/ 212938 h 417799"/>
                <a:gd name="csX0" fmla="*/ 718313 w 720021"/>
                <a:gd name="csY0" fmla="*/ 212938 h 364656"/>
                <a:gd name="csX1" fmla="*/ 664637 w 720021"/>
                <a:gd name="csY1" fmla="*/ 336427 h 364656"/>
                <a:gd name="csX2" fmla="*/ 581788 w 720021"/>
                <a:gd name="csY2" fmla="*/ 364295 h 364656"/>
                <a:gd name="csX3" fmla="*/ 319397 w 720021"/>
                <a:gd name="csY3" fmla="*/ 285133 h 364656"/>
                <a:gd name="csX4" fmla="*/ 272441 w 720021"/>
                <a:gd name="csY4" fmla="*/ 246359 h 364656"/>
                <a:gd name="csX5" fmla="*/ 355 w 720021"/>
                <a:gd name="csY5" fmla="*/ 177968 h 364656"/>
                <a:gd name="csX6" fmla="*/ 0 w 720021"/>
                <a:gd name="csY6" fmla="*/ 169891 h 364656"/>
                <a:gd name="csX7" fmla="*/ 339819 w 720021"/>
                <a:gd name="csY7" fmla="*/ 120346 h 364656"/>
                <a:gd name="csX8" fmla="*/ 484649 w 720021"/>
                <a:gd name="csY8" fmla="*/ 97696 h 364656"/>
                <a:gd name="csX9" fmla="*/ 532308 w 720021"/>
                <a:gd name="csY9" fmla="*/ 72957 h 364656"/>
                <a:gd name="csX10" fmla="*/ 486477 w 720021"/>
                <a:gd name="csY10" fmla="*/ 33107 h 364656"/>
                <a:gd name="csX11" fmla="*/ 506783 w 720021"/>
                <a:gd name="csY11" fmla="*/ 0 h 364656"/>
                <a:gd name="csX12" fmla="*/ 604503 w 720021"/>
                <a:gd name="csY12" fmla="*/ 22608 h 364656"/>
                <a:gd name="csX13" fmla="*/ 695462 w 720021"/>
                <a:gd name="csY13" fmla="*/ 80363 h 364656"/>
                <a:gd name="csX14" fmla="*/ 718313 w 720021"/>
                <a:gd name="csY14" fmla="*/ 212938 h 364656"/>
                <a:gd name="csX0" fmla="*/ 718313 w 720021"/>
                <a:gd name="csY0" fmla="*/ 212938 h 364656"/>
                <a:gd name="csX1" fmla="*/ 664637 w 720021"/>
                <a:gd name="csY1" fmla="*/ 336427 h 364656"/>
                <a:gd name="csX2" fmla="*/ 581788 w 720021"/>
                <a:gd name="csY2" fmla="*/ 364295 h 364656"/>
                <a:gd name="csX3" fmla="*/ 319397 w 720021"/>
                <a:gd name="csY3" fmla="*/ 285133 h 364656"/>
                <a:gd name="csX4" fmla="*/ 272441 w 720021"/>
                <a:gd name="csY4" fmla="*/ 246359 h 364656"/>
                <a:gd name="csX5" fmla="*/ 355 w 720021"/>
                <a:gd name="csY5" fmla="*/ 177968 h 364656"/>
                <a:gd name="csX6" fmla="*/ 0 w 720021"/>
                <a:gd name="csY6" fmla="*/ 169891 h 364656"/>
                <a:gd name="csX7" fmla="*/ 339819 w 720021"/>
                <a:gd name="csY7" fmla="*/ 120346 h 364656"/>
                <a:gd name="csX8" fmla="*/ 484649 w 720021"/>
                <a:gd name="csY8" fmla="*/ 97696 h 364656"/>
                <a:gd name="csX9" fmla="*/ 532308 w 720021"/>
                <a:gd name="csY9" fmla="*/ 72957 h 364656"/>
                <a:gd name="csX10" fmla="*/ 486477 w 720021"/>
                <a:gd name="csY10" fmla="*/ 33107 h 364656"/>
                <a:gd name="csX11" fmla="*/ 506783 w 720021"/>
                <a:gd name="csY11" fmla="*/ 0 h 364656"/>
                <a:gd name="csX12" fmla="*/ 604503 w 720021"/>
                <a:gd name="csY12" fmla="*/ 22608 h 364656"/>
                <a:gd name="csX13" fmla="*/ 695462 w 720021"/>
                <a:gd name="csY13" fmla="*/ 80363 h 364656"/>
                <a:gd name="csX14" fmla="*/ 718313 w 720021"/>
                <a:gd name="csY14" fmla="*/ 212938 h 364656"/>
                <a:gd name="csX0" fmla="*/ 718313 w 720021"/>
                <a:gd name="csY0" fmla="*/ 212938 h 364656"/>
                <a:gd name="csX1" fmla="*/ 664637 w 720021"/>
                <a:gd name="csY1" fmla="*/ 336427 h 364656"/>
                <a:gd name="csX2" fmla="*/ 581788 w 720021"/>
                <a:gd name="csY2" fmla="*/ 364295 h 364656"/>
                <a:gd name="csX3" fmla="*/ 319397 w 720021"/>
                <a:gd name="csY3" fmla="*/ 285133 h 364656"/>
                <a:gd name="csX4" fmla="*/ 272441 w 720021"/>
                <a:gd name="csY4" fmla="*/ 246359 h 364656"/>
                <a:gd name="csX5" fmla="*/ 355 w 720021"/>
                <a:gd name="csY5" fmla="*/ 177968 h 364656"/>
                <a:gd name="csX6" fmla="*/ 0 w 720021"/>
                <a:gd name="csY6" fmla="*/ 169891 h 364656"/>
                <a:gd name="csX7" fmla="*/ 339819 w 720021"/>
                <a:gd name="csY7" fmla="*/ 120346 h 364656"/>
                <a:gd name="csX8" fmla="*/ 484649 w 720021"/>
                <a:gd name="csY8" fmla="*/ 97696 h 364656"/>
                <a:gd name="csX9" fmla="*/ 532308 w 720021"/>
                <a:gd name="csY9" fmla="*/ 72957 h 364656"/>
                <a:gd name="csX10" fmla="*/ 486477 w 720021"/>
                <a:gd name="csY10" fmla="*/ 33107 h 364656"/>
                <a:gd name="csX11" fmla="*/ 506783 w 720021"/>
                <a:gd name="csY11" fmla="*/ 0 h 364656"/>
                <a:gd name="csX12" fmla="*/ 604503 w 720021"/>
                <a:gd name="csY12" fmla="*/ 22608 h 364656"/>
                <a:gd name="csX13" fmla="*/ 695462 w 720021"/>
                <a:gd name="csY13" fmla="*/ 80363 h 364656"/>
                <a:gd name="csX14" fmla="*/ 718313 w 720021"/>
                <a:gd name="csY14" fmla="*/ 212938 h 364656"/>
                <a:gd name="csX0" fmla="*/ 718313 w 720021"/>
                <a:gd name="csY0" fmla="*/ 212938 h 364413"/>
                <a:gd name="csX1" fmla="*/ 664637 w 720021"/>
                <a:gd name="csY1" fmla="*/ 336427 h 364413"/>
                <a:gd name="csX2" fmla="*/ 581788 w 720021"/>
                <a:gd name="csY2" fmla="*/ 364295 h 364413"/>
                <a:gd name="csX3" fmla="*/ 457399 w 720021"/>
                <a:gd name="csY3" fmla="*/ 343831 h 364413"/>
                <a:gd name="csX4" fmla="*/ 319397 w 720021"/>
                <a:gd name="csY4" fmla="*/ 285133 h 364413"/>
                <a:gd name="csX5" fmla="*/ 272441 w 720021"/>
                <a:gd name="csY5" fmla="*/ 246359 h 364413"/>
                <a:gd name="csX6" fmla="*/ 355 w 720021"/>
                <a:gd name="csY6" fmla="*/ 177968 h 364413"/>
                <a:gd name="csX7" fmla="*/ 0 w 720021"/>
                <a:gd name="csY7" fmla="*/ 169891 h 364413"/>
                <a:gd name="csX8" fmla="*/ 339819 w 720021"/>
                <a:gd name="csY8" fmla="*/ 120346 h 364413"/>
                <a:gd name="csX9" fmla="*/ 484649 w 720021"/>
                <a:gd name="csY9" fmla="*/ 97696 h 364413"/>
                <a:gd name="csX10" fmla="*/ 532308 w 720021"/>
                <a:gd name="csY10" fmla="*/ 72957 h 364413"/>
                <a:gd name="csX11" fmla="*/ 486477 w 720021"/>
                <a:gd name="csY11" fmla="*/ 33107 h 364413"/>
                <a:gd name="csX12" fmla="*/ 506783 w 720021"/>
                <a:gd name="csY12" fmla="*/ 0 h 364413"/>
                <a:gd name="csX13" fmla="*/ 604503 w 720021"/>
                <a:gd name="csY13" fmla="*/ 22608 h 364413"/>
                <a:gd name="csX14" fmla="*/ 695462 w 720021"/>
                <a:gd name="csY14" fmla="*/ 80363 h 364413"/>
                <a:gd name="csX15" fmla="*/ 718313 w 720021"/>
                <a:gd name="csY15" fmla="*/ 212938 h 364413"/>
                <a:gd name="csX0" fmla="*/ 718313 w 720021"/>
                <a:gd name="csY0" fmla="*/ 212938 h 364366"/>
                <a:gd name="csX1" fmla="*/ 664637 w 720021"/>
                <a:gd name="csY1" fmla="*/ 336427 h 364366"/>
                <a:gd name="csX2" fmla="*/ 581788 w 720021"/>
                <a:gd name="csY2" fmla="*/ 364295 h 364366"/>
                <a:gd name="csX3" fmla="*/ 454554 w 720021"/>
                <a:gd name="csY3" fmla="*/ 337369 h 364366"/>
                <a:gd name="csX4" fmla="*/ 319397 w 720021"/>
                <a:gd name="csY4" fmla="*/ 285133 h 364366"/>
                <a:gd name="csX5" fmla="*/ 272441 w 720021"/>
                <a:gd name="csY5" fmla="*/ 246359 h 364366"/>
                <a:gd name="csX6" fmla="*/ 355 w 720021"/>
                <a:gd name="csY6" fmla="*/ 177968 h 364366"/>
                <a:gd name="csX7" fmla="*/ 0 w 720021"/>
                <a:gd name="csY7" fmla="*/ 169891 h 364366"/>
                <a:gd name="csX8" fmla="*/ 339819 w 720021"/>
                <a:gd name="csY8" fmla="*/ 120346 h 364366"/>
                <a:gd name="csX9" fmla="*/ 484649 w 720021"/>
                <a:gd name="csY9" fmla="*/ 97696 h 364366"/>
                <a:gd name="csX10" fmla="*/ 532308 w 720021"/>
                <a:gd name="csY10" fmla="*/ 72957 h 364366"/>
                <a:gd name="csX11" fmla="*/ 486477 w 720021"/>
                <a:gd name="csY11" fmla="*/ 33107 h 364366"/>
                <a:gd name="csX12" fmla="*/ 506783 w 720021"/>
                <a:gd name="csY12" fmla="*/ 0 h 364366"/>
                <a:gd name="csX13" fmla="*/ 604503 w 720021"/>
                <a:gd name="csY13" fmla="*/ 22608 h 364366"/>
                <a:gd name="csX14" fmla="*/ 695462 w 720021"/>
                <a:gd name="csY14" fmla="*/ 80363 h 364366"/>
                <a:gd name="csX15" fmla="*/ 718313 w 720021"/>
                <a:gd name="csY15" fmla="*/ 212938 h 364366"/>
                <a:gd name="csX0" fmla="*/ 718313 w 720021"/>
                <a:gd name="csY0" fmla="*/ 212938 h 364366"/>
                <a:gd name="csX1" fmla="*/ 664637 w 720021"/>
                <a:gd name="csY1" fmla="*/ 336427 h 364366"/>
                <a:gd name="csX2" fmla="*/ 581788 w 720021"/>
                <a:gd name="csY2" fmla="*/ 364295 h 364366"/>
                <a:gd name="csX3" fmla="*/ 454554 w 720021"/>
                <a:gd name="csY3" fmla="*/ 337369 h 364366"/>
                <a:gd name="csX4" fmla="*/ 319397 w 720021"/>
                <a:gd name="csY4" fmla="*/ 285133 h 364366"/>
                <a:gd name="csX5" fmla="*/ 299045 w 720021"/>
                <a:gd name="csY5" fmla="*/ 258207 h 364366"/>
                <a:gd name="csX6" fmla="*/ 272441 w 720021"/>
                <a:gd name="csY6" fmla="*/ 246359 h 364366"/>
                <a:gd name="csX7" fmla="*/ 355 w 720021"/>
                <a:gd name="csY7" fmla="*/ 177968 h 364366"/>
                <a:gd name="csX8" fmla="*/ 0 w 720021"/>
                <a:gd name="csY8" fmla="*/ 169891 h 364366"/>
                <a:gd name="csX9" fmla="*/ 339819 w 720021"/>
                <a:gd name="csY9" fmla="*/ 120346 h 364366"/>
                <a:gd name="csX10" fmla="*/ 484649 w 720021"/>
                <a:gd name="csY10" fmla="*/ 97696 h 364366"/>
                <a:gd name="csX11" fmla="*/ 532308 w 720021"/>
                <a:gd name="csY11" fmla="*/ 72957 h 364366"/>
                <a:gd name="csX12" fmla="*/ 486477 w 720021"/>
                <a:gd name="csY12" fmla="*/ 33107 h 364366"/>
                <a:gd name="csX13" fmla="*/ 506783 w 720021"/>
                <a:gd name="csY13" fmla="*/ 0 h 364366"/>
                <a:gd name="csX14" fmla="*/ 604503 w 720021"/>
                <a:gd name="csY14" fmla="*/ 22608 h 364366"/>
                <a:gd name="csX15" fmla="*/ 695462 w 720021"/>
                <a:gd name="csY15" fmla="*/ 80363 h 364366"/>
                <a:gd name="csX16" fmla="*/ 718313 w 720021"/>
                <a:gd name="csY16" fmla="*/ 212938 h 364366"/>
                <a:gd name="csX0" fmla="*/ 718313 w 720021"/>
                <a:gd name="csY0" fmla="*/ 212938 h 364366"/>
                <a:gd name="csX1" fmla="*/ 664637 w 720021"/>
                <a:gd name="csY1" fmla="*/ 336427 h 364366"/>
                <a:gd name="csX2" fmla="*/ 581788 w 720021"/>
                <a:gd name="csY2" fmla="*/ 364295 h 364366"/>
                <a:gd name="csX3" fmla="*/ 454554 w 720021"/>
                <a:gd name="csY3" fmla="*/ 337369 h 364366"/>
                <a:gd name="csX4" fmla="*/ 319397 w 720021"/>
                <a:gd name="csY4" fmla="*/ 285133 h 364366"/>
                <a:gd name="csX5" fmla="*/ 287666 w 720021"/>
                <a:gd name="csY5" fmla="*/ 263592 h 364366"/>
                <a:gd name="csX6" fmla="*/ 272441 w 720021"/>
                <a:gd name="csY6" fmla="*/ 246359 h 364366"/>
                <a:gd name="csX7" fmla="*/ 355 w 720021"/>
                <a:gd name="csY7" fmla="*/ 177968 h 364366"/>
                <a:gd name="csX8" fmla="*/ 0 w 720021"/>
                <a:gd name="csY8" fmla="*/ 169891 h 364366"/>
                <a:gd name="csX9" fmla="*/ 339819 w 720021"/>
                <a:gd name="csY9" fmla="*/ 120346 h 364366"/>
                <a:gd name="csX10" fmla="*/ 484649 w 720021"/>
                <a:gd name="csY10" fmla="*/ 97696 h 364366"/>
                <a:gd name="csX11" fmla="*/ 532308 w 720021"/>
                <a:gd name="csY11" fmla="*/ 72957 h 364366"/>
                <a:gd name="csX12" fmla="*/ 486477 w 720021"/>
                <a:gd name="csY12" fmla="*/ 33107 h 364366"/>
                <a:gd name="csX13" fmla="*/ 506783 w 720021"/>
                <a:gd name="csY13" fmla="*/ 0 h 364366"/>
                <a:gd name="csX14" fmla="*/ 604503 w 720021"/>
                <a:gd name="csY14" fmla="*/ 22608 h 364366"/>
                <a:gd name="csX15" fmla="*/ 695462 w 720021"/>
                <a:gd name="csY15" fmla="*/ 80363 h 364366"/>
                <a:gd name="csX16" fmla="*/ 718313 w 720021"/>
                <a:gd name="csY16" fmla="*/ 212938 h 364366"/>
                <a:gd name="csX0" fmla="*/ 718313 w 720021"/>
                <a:gd name="csY0" fmla="*/ 212938 h 364366"/>
                <a:gd name="csX1" fmla="*/ 664637 w 720021"/>
                <a:gd name="csY1" fmla="*/ 336427 h 364366"/>
                <a:gd name="csX2" fmla="*/ 581788 w 720021"/>
                <a:gd name="csY2" fmla="*/ 364295 h 364366"/>
                <a:gd name="csX3" fmla="*/ 454554 w 720021"/>
                <a:gd name="csY3" fmla="*/ 337369 h 364366"/>
                <a:gd name="csX4" fmla="*/ 319397 w 720021"/>
                <a:gd name="csY4" fmla="*/ 285133 h 364366"/>
                <a:gd name="csX5" fmla="*/ 287666 w 720021"/>
                <a:gd name="csY5" fmla="*/ 263592 h 364366"/>
                <a:gd name="csX6" fmla="*/ 272441 w 720021"/>
                <a:gd name="csY6" fmla="*/ 246359 h 364366"/>
                <a:gd name="csX7" fmla="*/ 355 w 720021"/>
                <a:gd name="csY7" fmla="*/ 177968 h 364366"/>
                <a:gd name="csX8" fmla="*/ 0 w 720021"/>
                <a:gd name="csY8" fmla="*/ 169891 h 364366"/>
                <a:gd name="csX9" fmla="*/ 339819 w 720021"/>
                <a:gd name="csY9" fmla="*/ 120346 h 364366"/>
                <a:gd name="csX10" fmla="*/ 484649 w 720021"/>
                <a:gd name="csY10" fmla="*/ 97696 h 364366"/>
                <a:gd name="csX11" fmla="*/ 532308 w 720021"/>
                <a:gd name="csY11" fmla="*/ 72957 h 364366"/>
                <a:gd name="csX12" fmla="*/ 486477 w 720021"/>
                <a:gd name="csY12" fmla="*/ 33107 h 364366"/>
                <a:gd name="csX13" fmla="*/ 506783 w 720021"/>
                <a:gd name="csY13" fmla="*/ 0 h 364366"/>
                <a:gd name="csX14" fmla="*/ 604503 w 720021"/>
                <a:gd name="csY14" fmla="*/ 22608 h 364366"/>
                <a:gd name="csX15" fmla="*/ 695462 w 720021"/>
                <a:gd name="csY15" fmla="*/ 80363 h 364366"/>
                <a:gd name="csX16" fmla="*/ 718313 w 720021"/>
                <a:gd name="csY16" fmla="*/ 212938 h 364366"/>
                <a:gd name="csX0" fmla="*/ 718313 w 720021"/>
                <a:gd name="csY0" fmla="*/ 212938 h 364366"/>
                <a:gd name="csX1" fmla="*/ 664637 w 720021"/>
                <a:gd name="csY1" fmla="*/ 336427 h 364366"/>
                <a:gd name="csX2" fmla="*/ 581788 w 720021"/>
                <a:gd name="csY2" fmla="*/ 364295 h 364366"/>
                <a:gd name="csX3" fmla="*/ 454554 w 720021"/>
                <a:gd name="csY3" fmla="*/ 337369 h 364366"/>
                <a:gd name="csX4" fmla="*/ 319397 w 720021"/>
                <a:gd name="csY4" fmla="*/ 285133 h 364366"/>
                <a:gd name="csX5" fmla="*/ 287666 w 720021"/>
                <a:gd name="csY5" fmla="*/ 263592 h 364366"/>
                <a:gd name="csX6" fmla="*/ 272441 w 720021"/>
                <a:gd name="csY6" fmla="*/ 246359 h 364366"/>
                <a:gd name="csX7" fmla="*/ 355 w 720021"/>
                <a:gd name="csY7" fmla="*/ 177968 h 364366"/>
                <a:gd name="csX8" fmla="*/ 0 w 720021"/>
                <a:gd name="csY8" fmla="*/ 169891 h 364366"/>
                <a:gd name="csX9" fmla="*/ 339819 w 720021"/>
                <a:gd name="csY9" fmla="*/ 120346 h 364366"/>
                <a:gd name="csX10" fmla="*/ 484649 w 720021"/>
                <a:gd name="csY10" fmla="*/ 97696 h 364366"/>
                <a:gd name="csX11" fmla="*/ 532308 w 720021"/>
                <a:gd name="csY11" fmla="*/ 72957 h 364366"/>
                <a:gd name="csX12" fmla="*/ 486477 w 720021"/>
                <a:gd name="csY12" fmla="*/ 33107 h 364366"/>
                <a:gd name="csX13" fmla="*/ 506783 w 720021"/>
                <a:gd name="csY13" fmla="*/ 0 h 364366"/>
                <a:gd name="csX14" fmla="*/ 604503 w 720021"/>
                <a:gd name="csY14" fmla="*/ 22608 h 364366"/>
                <a:gd name="csX15" fmla="*/ 695462 w 720021"/>
                <a:gd name="csY15" fmla="*/ 80363 h 364366"/>
                <a:gd name="csX16" fmla="*/ 718313 w 720021"/>
                <a:gd name="csY16" fmla="*/ 212938 h 364366"/>
                <a:gd name="csX0" fmla="*/ 718313 w 720021"/>
                <a:gd name="csY0" fmla="*/ 212938 h 364366"/>
                <a:gd name="csX1" fmla="*/ 664637 w 720021"/>
                <a:gd name="csY1" fmla="*/ 336427 h 364366"/>
                <a:gd name="csX2" fmla="*/ 581788 w 720021"/>
                <a:gd name="csY2" fmla="*/ 364295 h 364366"/>
                <a:gd name="csX3" fmla="*/ 454554 w 720021"/>
                <a:gd name="csY3" fmla="*/ 337369 h 364366"/>
                <a:gd name="csX4" fmla="*/ 319397 w 720021"/>
                <a:gd name="csY4" fmla="*/ 285133 h 364366"/>
                <a:gd name="csX5" fmla="*/ 281029 w 720021"/>
                <a:gd name="csY5" fmla="*/ 258207 h 364366"/>
                <a:gd name="csX6" fmla="*/ 272441 w 720021"/>
                <a:gd name="csY6" fmla="*/ 246359 h 364366"/>
                <a:gd name="csX7" fmla="*/ 355 w 720021"/>
                <a:gd name="csY7" fmla="*/ 177968 h 364366"/>
                <a:gd name="csX8" fmla="*/ 0 w 720021"/>
                <a:gd name="csY8" fmla="*/ 169891 h 364366"/>
                <a:gd name="csX9" fmla="*/ 339819 w 720021"/>
                <a:gd name="csY9" fmla="*/ 120346 h 364366"/>
                <a:gd name="csX10" fmla="*/ 484649 w 720021"/>
                <a:gd name="csY10" fmla="*/ 97696 h 364366"/>
                <a:gd name="csX11" fmla="*/ 532308 w 720021"/>
                <a:gd name="csY11" fmla="*/ 72957 h 364366"/>
                <a:gd name="csX12" fmla="*/ 486477 w 720021"/>
                <a:gd name="csY12" fmla="*/ 33107 h 364366"/>
                <a:gd name="csX13" fmla="*/ 506783 w 720021"/>
                <a:gd name="csY13" fmla="*/ 0 h 364366"/>
                <a:gd name="csX14" fmla="*/ 604503 w 720021"/>
                <a:gd name="csY14" fmla="*/ 22608 h 364366"/>
                <a:gd name="csX15" fmla="*/ 695462 w 720021"/>
                <a:gd name="csY15" fmla="*/ 80363 h 364366"/>
                <a:gd name="csX16" fmla="*/ 718313 w 720021"/>
                <a:gd name="csY16" fmla="*/ 212938 h 364366"/>
                <a:gd name="csX0" fmla="*/ 718313 w 720021"/>
                <a:gd name="csY0" fmla="*/ 212938 h 364366"/>
                <a:gd name="csX1" fmla="*/ 664637 w 720021"/>
                <a:gd name="csY1" fmla="*/ 336427 h 364366"/>
                <a:gd name="csX2" fmla="*/ 581788 w 720021"/>
                <a:gd name="csY2" fmla="*/ 364295 h 364366"/>
                <a:gd name="csX3" fmla="*/ 454554 w 720021"/>
                <a:gd name="csY3" fmla="*/ 337369 h 364366"/>
                <a:gd name="csX4" fmla="*/ 319397 w 720021"/>
                <a:gd name="csY4" fmla="*/ 285133 h 364366"/>
                <a:gd name="csX5" fmla="*/ 281029 w 720021"/>
                <a:gd name="csY5" fmla="*/ 258207 h 364366"/>
                <a:gd name="csX6" fmla="*/ 272441 w 720021"/>
                <a:gd name="csY6" fmla="*/ 246359 h 364366"/>
                <a:gd name="csX7" fmla="*/ 355 w 720021"/>
                <a:gd name="csY7" fmla="*/ 177968 h 364366"/>
                <a:gd name="csX8" fmla="*/ 0 w 720021"/>
                <a:gd name="csY8" fmla="*/ 169891 h 364366"/>
                <a:gd name="csX9" fmla="*/ 339819 w 720021"/>
                <a:gd name="csY9" fmla="*/ 120346 h 364366"/>
                <a:gd name="csX10" fmla="*/ 484649 w 720021"/>
                <a:gd name="csY10" fmla="*/ 97696 h 364366"/>
                <a:gd name="csX11" fmla="*/ 532308 w 720021"/>
                <a:gd name="csY11" fmla="*/ 72957 h 364366"/>
                <a:gd name="csX12" fmla="*/ 486477 w 720021"/>
                <a:gd name="csY12" fmla="*/ 33107 h 364366"/>
                <a:gd name="csX13" fmla="*/ 506783 w 720021"/>
                <a:gd name="csY13" fmla="*/ 0 h 364366"/>
                <a:gd name="csX14" fmla="*/ 604503 w 720021"/>
                <a:gd name="csY14" fmla="*/ 22608 h 364366"/>
                <a:gd name="csX15" fmla="*/ 695462 w 720021"/>
                <a:gd name="csY15" fmla="*/ 80363 h 364366"/>
                <a:gd name="csX16" fmla="*/ 718313 w 720021"/>
                <a:gd name="csY16" fmla="*/ 212938 h 364366"/>
                <a:gd name="csX0" fmla="*/ 718313 w 720021"/>
                <a:gd name="csY0" fmla="*/ 212938 h 364366"/>
                <a:gd name="csX1" fmla="*/ 664637 w 720021"/>
                <a:gd name="csY1" fmla="*/ 336427 h 364366"/>
                <a:gd name="csX2" fmla="*/ 581788 w 720021"/>
                <a:gd name="csY2" fmla="*/ 364295 h 364366"/>
                <a:gd name="csX3" fmla="*/ 454554 w 720021"/>
                <a:gd name="csY3" fmla="*/ 337369 h 364366"/>
                <a:gd name="csX4" fmla="*/ 319397 w 720021"/>
                <a:gd name="csY4" fmla="*/ 285133 h 364366"/>
                <a:gd name="csX5" fmla="*/ 281029 w 720021"/>
                <a:gd name="csY5" fmla="*/ 258207 h 364366"/>
                <a:gd name="csX6" fmla="*/ 270545 w 720021"/>
                <a:gd name="csY6" fmla="*/ 246359 h 364366"/>
                <a:gd name="csX7" fmla="*/ 355 w 720021"/>
                <a:gd name="csY7" fmla="*/ 177968 h 364366"/>
                <a:gd name="csX8" fmla="*/ 0 w 720021"/>
                <a:gd name="csY8" fmla="*/ 169891 h 364366"/>
                <a:gd name="csX9" fmla="*/ 339819 w 720021"/>
                <a:gd name="csY9" fmla="*/ 120346 h 364366"/>
                <a:gd name="csX10" fmla="*/ 484649 w 720021"/>
                <a:gd name="csY10" fmla="*/ 97696 h 364366"/>
                <a:gd name="csX11" fmla="*/ 532308 w 720021"/>
                <a:gd name="csY11" fmla="*/ 72957 h 364366"/>
                <a:gd name="csX12" fmla="*/ 486477 w 720021"/>
                <a:gd name="csY12" fmla="*/ 33107 h 364366"/>
                <a:gd name="csX13" fmla="*/ 506783 w 720021"/>
                <a:gd name="csY13" fmla="*/ 0 h 364366"/>
                <a:gd name="csX14" fmla="*/ 604503 w 720021"/>
                <a:gd name="csY14" fmla="*/ 22608 h 364366"/>
                <a:gd name="csX15" fmla="*/ 695462 w 720021"/>
                <a:gd name="csY15" fmla="*/ 80363 h 364366"/>
                <a:gd name="csX16" fmla="*/ 718313 w 720021"/>
                <a:gd name="csY16" fmla="*/ 212938 h 364366"/>
                <a:gd name="csX0" fmla="*/ 718313 w 1164279"/>
                <a:gd name="csY0" fmla="*/ 212938 h 367860"/>
                <a:gd name="csX1" fmla="*/ 1160749 w 1164279"/>
                <a:gd name="csY1" fmla="*/ 351936 h 367860"/>
                <a:gd name="csX2" fmla="*/ 581788 w 1164279"/>
                <a:gd name="csY2" fmla="*/ 364295 h 367860"/>
                <a:gd name="csX3" fmla="*/ 454554 w 1164279"/>
                <a:gd name="csY3" fmla="*/ 337369 h 367860"/>
                <a:gd name="csX4" fmla="*/ 319397 w 1164279"/>
                <a:gd name="csY4" fmla="*/ 285133 h 367860"/>
                <a:gd name="csX5" fmla="*/ 281029 w 1164279"/>
                <a:gd name="csY5" fmla="*/ 258207 h 367860"/>
                <a:gd name="csX6" fmla="*/ 270545 w 1164279"/>
                <a:gd name="csY6" fmla="*/ 246359 h 367860"/>
                <a:gd name="csX7" fmla="*/ 355 w 1164279"/>
                <a:gd name="csY7" fmla="*/ 177968 h 367860"/>
                <a:gd name="csX8" fmla="*/ 0 w 1164279"/>
                <a:gd name="csY8" fmla="*/ 169891 h 367860"/>
                <a:gd name="csX9" fmla="*/ 339819 w 1164279"/>
                <a:gd name="csY9" fmla="*/ 120346 h 367860"/>
                <a:gd name="csX10" fmla="*/ 484649 w 1164279"/>
                <a:gd name="csY10" fmla="*/ 97696 h 367860"/>
                <a:gd name="csX11" fmla="*/ 532308 w 1164279"/>
                <a:gd name="csY11" fmla="*/ 72957 h 367860"/>
                <a:gd name="csX12" fmla="*/ 486477 w 1164279"/>
                <a:gd name="csY12" fmla="*/ 33107 h 367860"/>
                <a:gd name="csX13" fmla="*/ 506783 w 1164279"/>
                <a:gd name="csY13" fmla="*/ 0 h 367860"/>
                <a:gd name="csX14" fmla="*/ 604503 w 1164279"/>
                <a:gd name="csY14" fmla="*/ 22608 h 367860"/>
                <a:gd name="csX15" fmla="*/ 695462 w 1164279"/>
                <a:gd name="csY15" fmla="*/ 80363 h 367860"/>
                <a:gd name="csX16" fmla="*/ 718313 w 1164279"/>
                <a:gd name="csY16" fmla="*/ 212938 h 367860"/>
                <a:gd name="csX0" fmla="*/ 1266767 w 1266786"/>
                <a:gd name="csY0" fmla="*/ 224570 h 367860"/>
                <a:gd name="csX1" fmla="*/ 1160749 w 1266786"/>
                <a:gd name="csY1" fmla="*/ 351936 h 367860"/>
                <a:gd name="csX2" fmla="*/ 581788 w 1266786"/>
                <a:gd name="csY2" fmla="*/ 364295 h 367860"/>
                <a:gd name="csX3" fmla="*/ 454554 w 1266786"/>
                <a:gd name="csY3" fmla="*/ 337369 h 367860"/>
                <a:gd name="csX4" fmla="*/ 319397 w 1266786"/>
                <a:gd name="csY4" fmla="*/ 285133 h 367860"/>
                <a:gd name="csX5" fmla="*/ 281029 w 1266786"/>
                <a:gd name="csY5" fmla="*/ 258207 h 367860"/>
                <a:gd name="csX6" fmla="*/ 270545 w 1266786"/>
                <a:gd name="csY6" fmla="*/ 246359 h 367860"/>
                <a:gd name="csX7" fmla="*/ 355 w 1266786"/>
                <a:gd name="csY7" fmla="*/ 177968 h 367860"/>
                <a:gd name="csX8" fmla="*/ 0 w 1266786"/>
                <a:gd name="csY8" fmla="*/ 169891 h 367860"/>
                <a:gd name="csX9" fmla="*/ 339819 w 1266786"/>
                <a:gd name="csY9" fmla="*/ 120346 h 367860"/>
                <a:gd name="csX10" fmla="*/ 484649 w 1266786"/>
                <a:gd name="csY10" fmla="*/ 97696 h 367860"/>
                <a:gd name="csX11" fmla="*/ 532308 w 1266786"/>
                <a:gd name="csY11" fmla="*/ 72957 h 367860"/>
                <a:gd name="csX12" fmla="*/ 486477 w 1266786"/>
                <a:gd name="csY12" fmla="*/ 33107 h 367860"/>
                <a:gd name="csX13" fmla="*/ 506783 w 1266786"/>
                <a:gd name="csY13" fmla="*/ 0 h 367860"/>
                <a:gd name="csX14" fmla="*/ 604503 w 1266786"/>
                <a:gd name="csY14" fmla="*/ 22608 h 367860"/>
                <a:gd name="csX15" fmla="*/ 695462 w 1266786"/>
                <a:gd name="csY15" fmla="*/ 80363 h 367860"/>
                <a:gd name="csX16" fmla="*/ 1266767 w 1266786"/>
                <a:gd name="csY16" fmla="*/ 224570 h 367860"/>
                <a:gd name="csX0" fmla="*/ 1266767 w 1266786"/>
                <a:gd name="csY0" fmla="*/ 224570 h 367860"/>
                <a:gd name="csX1" fmla="*/ 1160749 w 1266786"/>
                <a:gd name="csY1" fmla="*/ 351936 h 367860"/>
                <a:gd name="csX2" fmla="*/ 581788 w 1266786"/>
                <a:gd name="csY2" fmla="*/ 364295 h 367860"/>
                <a:gd name="csX3" fmla="*/ 454554 w 1266786"/>
                <a:gd name="csY3" fmla="*/ 337369 h 367860"/>
                <a:gd name="csX4" fmla="*/ 319397 w 1266786"/>
                <a:gd name="csY4" fmla="*/ 285133 h 367860"/>
                <a:gd name="csX5" fmla="*/ 281029 w 1266786"/>
                <a:gd name="csY5" fmla="*/ 258207 h 367860"/>
                <a:gd name="csX6" fmla="*/ 270545 w 1266786"/>
                <a:gd name="csY6" fmla="*/ 246359 h 367860"/>
                <a:gd name="csX7" fmla="*/ 355 w 1266786"/>
                <a:gd name="csY7" fmla="*/ 177968 h 367860"/>
                <a:gd name="csX8" fmla="*/ 0 w 1266786"/>
                <a:gd name="csY8" fmla="*/ 169891 h 367860"/>
                <a:gd name="csX9" fmla="*/ 339819 w 1266786"/>
                <a:gd name="csY9" fmla="*/ 120346 h 367860"/>
                <a:gd name="csX10" fmla="*/ 484649 w 1266786"/>
                <a:gd name="csY10" fmla="*/ 97696 h 367860"/>
                <a:gd name="csX11" fmla="*/ 532308 w 1266786"/>
                <a:gd name="csY11" fmla="*/ 72957 h 367860"/>
                <a:gd name="csX12" fmla="*/ 486477 w 1266786"/>
                <a:gd name="csY12" fmla="*/ 33107 h 367860"/>
                <a:gd name="csX13" fmla="*/ 506783 w 1266786"/>
                <a:gd name="csY13" fmla="*/ 0 h 367860"/>
                <a:gd name="csX14" fmla="*/ 604503 w 1266786"/>
                <a:gd name="csY14" fmla="*/ 22608 h 367860"/>
                <a:gd name="csX15" fmla="*/ 695462 w 1266786"/>
                <a:gd name="csY15" fmla="*/ 80363 h 367860"/>
                <a:gd name="csX16" fmla="*/ 1266767 w 1266786"/>
                <a:gd name="csY16" fmla="*/ 224570 h 367860"/>
                <a:gd name="csX0" fmla="*/ 1266767 w 1266786"/>
                <a:gd name="csY0" fmla="*/ 224570 h 367860"/>
                <a:gd name="csX1" fmla="*/ 1160749 w 1266786"/>
                <a:gd name="csY1" fmla="*/ 351936 h 367860"/>
                <a:gd name="csX2" fmla="*/ 581788 w 1266786"/>
                <a:gd name="csY2" fmla="*/ 364295 h 367860"/>
                <a:gd name="csX3" fmla="*/ 454554 w 1266786"/>
                <a:gd name="csY3" fmla="*/ 337369 h 367860"/>
                <a:gd name="csX4" fmla="*/ 319397 w 1266786"/>
                <a:gd name="csY4" fmla="*/ 285133 h 367860"/>
                <a:gd name="csX5" fmla="*/ 281029 w 1266786"/>
                <a:gd name="csY5" fmla="*/ 258207 h 367860"/>
                <a:gd name="csX6" fmla="*/ 270545 w 1266786"/>
                <a:gd name="csY6" fmla="*/ 246359 h 367860"/>
                <a:gd name="csX7" fmla="*/ 355 w 1266786"/>
                <a:gd name="csY7" fmla="*/ 177968 h 367860"/>
                <a:gd name="csX8" fmla="*/ 0 w 1266786"/>
                <a:gd name="csY8" fmla="*/ 169891 h 367860"/>
                <a:gd name="csX9" fmla="*/ 339819 w 1266786"/>
                <a:gd name="csY9" fmla="*/ 120346 h 367860"/>
                <a:gd name="csX10" fmla="*/ 484649 w 1266786"/>
                <a:gd name="csY10" fmla="*/ 97696 h 367860"/>
                <a:gd name="csX11" fmla="*/ 532308 w 1266786"/>
                <a:gd name="csY11" fmla="*/ 72957 h 367860"/>
                <a:gd name="csX12" fmla="*/ 486477 w 1266786"/>
                <a:gd name="csY12" fmla="*/ 33107 h 367860"/>
                <a:gd name="csX13" fmla="*/ 506783 w 1266786"/>
                <a:gd name="csY13" fmla="*/ 0 h 367860"/>
                <a:gd name="csX14" fmla="*/ 604503 w 1266786"/>
                <a:gd name="csY14" fmla="*/ 22608 h 367860"/>
                <a:gd name="csX15" fmla="*/ 695462 w 1266786"/>
                <a:gd name="csY15" fmla="*/ 80363 h 367860"/>
                <a:gd name="csX16" fmla="*/ 1266767 w 1266786"/>
                <a:gd name="csY16" fmla="*/ 224570 h 367860"/>
                <a:gd name="csX0" fmla="*/ 1266767 w 1266894"/>
                <a:gd name="csY0" fmla="*/ 224570 h 367860"/>
                <a:gd name="csX1" fmla="*/ 1160749 w 1266894"/>
                <a:gd name="csY1" fmla="*/ 351936 h 367860"/>
                <a:gd name="csX2" fmla="*/ 581788 w 1266894"/>
                <a:gd name="csY2" fmla="*/ 364295 h 367860"/>
                <a:gd name="csX3" fmla="*/ 454554 w 1266894"/>
                <a:gd name="csY3" fmla="*/ 337369 h 367860"/>
                <a:gd name="csX4" fmla="*/ 319397 w 1266894"/>
                <a:gd name="csY4" fmla="*/ 285133 h 367860"/>
                <a:gd name="csX5" fmla="*/ 281029 w 1266894"/>
                <a:gd name="csY5" fmla="*/ 258207 h 367860"/>
                <a:gd name="csX6" fmla="*/ 270545 w 1266894"/>
                <a:gd name="csY6" fmla="*/ 246359 h 367860"/>
                <a:gd name="csX7" fmla="*/ 355 w 1266894"/>
                <a:gd name="csY7" fmla="*/ 177968 h 367860"/>
                <a:gd name="csX8" fmla="*/ 0 w 1266894"/>
                <a:gd name="csY8" fmla="*/ 169891 h 367860"/>
                <a:gd name="csX9" fmla="*/ 339819 w 1266894"/>
                <a:gd name="csY9" fmla="*/ 120346 h 367860"/>
                <a:gd name="csX10" fmla="*/ 484649 w 1266894"/>
                <a:gd name="csY10" fmla="*/ 97696 h 367860"/>
                <a:gd name="csX11" fmla="*/ 532308 w 1266894"/>
                <a:gd name="csY11" fmla="*/ 72957 h 367860"/>
                <a:gd name="csX12" fmla="*/ 486477 w 1266894"/>
                <a:gd name="csY12" fmla="*/ 33107 h 367860"/>
                <a:gd name="csX13" fmla="*/ 506783 w 1266894"/>
                <a:gd name="csY13" fmla="*/ 0 h 367860"/>
                <a:gd name="csX14" fmla="*/ 604503 w 1266894"/>
                <a:gd name="csY14" fmla="*/ 22608 h 367860"/>
                <a:gd name="csX15" fmla="*/ 1161989 w 1266894"/>
                <a:gd name="csY15" fmla="*/ 84240 h 367860"/>
                <a:gd name="csX16" fmla="*/ 1266767 w 1266894"/>
                <a:gd name="csY16" fmla="*/ 224570 h 367860"/>
                <a:gd name="csX0" fmla="*/ 1266767 w 1267104"/>
                <a:gd name="csY0" fmla="*/ 224570 h 367860"/>
                <a:gd name="csX1" fmla="*/ 1160749 w 1267104"/>
                <a:gd name="csY1" fmla="*/ 351936 h 367860"/>
                <a:gd name="csX2" fmla="*/ 581788 w 1267104"/>
                <a:gd name="csY2" fmla="*/ 364295 h 367860"/>
                <a:gd name="csX3" fmla="*/ 454554 w 1267104"/>
                <a:gd name="csY3" fmla="*/ 337369 h 367860"/>
                <a:gd name="csX4" fmla="*/ 319397 w 1267104"/>
                <a:gd name="csY4" fmla="*/ 285133 h 367860"/>
                <a:gd name="csX5" fmla="*/ 281029 w 1267104"/>
                <a:gd name="csY5" fmla="*/ 258207 h 367860"/>
                <a:gd name="csX6" fmla="*/ 270545 w 1267104"/>
                <a:gd name="csY6" fmla="*/ 246359 h 367860"/>
                <a:gd name="csX7" fmla="*/ 355 w 1267104"/>
                <a:gd name="csY7" fmla="*/ 177968 h 367860"/>
                <a:gd name="csX8" fmla="*/ 0 w 1267104"/>
                <a:gd name="csY8" fmla="*/ 169891 h 367860"/>
                <a:gd name="csX9" fmla="*/ 339819 w 1267104"/>
                <a:gd name="csY9" fmla="*/ 120346 h 367860"/>
                <a:gd name="csX10" fmla="*/ 484649 w 1267104"/>
                <a:gd name="csY10" fmla="*/ 97696 h 367860"/>
                <a:gd name="csX11" fmla="*/ 532308 w 1267104"/>
                <a:gd name="csY11" fmla="*/ 72957 h 367860"/>
                <a:gd name="csX12" fmla="*/ 486477 w 1267104"/>
                <a:gd name="csY12" fmla="*/ 33107 h 367860"/>
                <a:gd name="csX13" fmla="*/ 506783 w 1267104"/>
                <a:gd name="csY13" fmla="*/ 0 h 367860"/>
                <a:gd name="csX14" fmla="*/ 604503 w 1267104"/>
                <a:gd name="csY14" fmla="*/ 22608 h 367860"/>
                <a:gd name="csX15" fmla="*/ 1161989 w 1267104"/>
                <a:gd name="csY15" fmla="*/ 84240 h 367860"/>
                <a:gd name="csX16" fmla="*/ 1266767 w 1267104"/>
                <a:gd name="csY16" fmla="*/ 224570 h 367860"/>
                <a:gd name="csX0" fmla="*/ 1312282 w 1312423"/>
                <a:gd name="csY0" fmla="*/ 224570 h 367860"/>
                <a:gd name="csX1" fmla="*/ 1160749 w 1312423"/>
                <a:gd name="csY1" fmla="*/ 351936 h 367860"/>
                <a:gd name="csX2" fmla="*/ 581788 w 1312423"/>
                <a:gd name="csY2" fmla="*/ 364295 h 367860"/>
                <a:gd name="csX3" fmla="*/ 454554 w 1312423"/>
                <a:gd name="csY3" fmla="*/ 337369 h 367860"/>
                <a:gd name="csX4" fmla="*/ 319397 w 1312423"/>
                <a:gd name="csY4" fmla="*/ 285133 h 367860"/>
                <a:gd name="csX5" fmla="*/ 281029 w 1312423"/>
                <a:gd name="csY5" fmla="*/ 258207 h 367860"/>
                <a:gd name="csX6" fmla="*/ 270545 w 1312423"/>
                <a:gd name="csY6" fmla="*/ 246359 h 367860"/>
                <a:gd name="csX7" fmla="*/ 355 w 1312423"/>
                <a:gd name="csY7" fmla="*/ 177968 h 367860"/>
                <a:gd name="csX8" fmla="*/ 0 w 1312423"/>
                <a:gd name="csY8" fmla="*/ 169891 h 367860"/>
                <a:gd name="csX9" fmla="*/ 339819 w 1312423"/>
                <a:gd name="csY9" fmla="*/ 120346 h 367860"/>
                <a:gd name="csX10" fmla="*/ 484649 w 1312423"/>
                <a:gd name="csY10" fmla="*/ 97696 h 367860"/>
                <a:gd name="csX11" fmla="*/ 532308 w 1312423"/>
                <a:gd name="csY11" fmla="*/ 72957 h 367860"/>
                <a:gd name="csX12" fmla="*/ 486477 w 1312423"/>
                <a:gd name="csY12" fmla="*/ 33107 h 367860"/>
                <a:gd name="csX13" fmla="*/ 506783 w 1312423"/>
                <a:gd name="csY13" fmla="*/ 0 h 367860"/>
                <a:gd name="csX14" fmla="*/ 604503 w 1312423"/>
                <a:gd name="csY14" fmla="*/ 22608 h 367860"/>
                <a:gd name="csX15" fmla="*/ 1161989 w 1312423"/>
                <a:gd name="csY15" fmla="*/ 84240 h 367860"/>
                <a:gd name="csX16" fmla="*/ 1312282 w 1312423"/>
                <a:gd name="csY16" fmla="*/ 224570 h 367860"/>
                <a:gd name="csX0" fmla="*/ 1312282 w 1312423"/>
                <a:gd name="csY0" fmla="*/ 224570 h 367860"/>
                <a:gd name="csX1" fmla="*/ 1185782 w 1312423"/>
                <a:gd name="csY1" fmla="*/ 351936 h 367860"/>
                <a:gd name="csX2" fmla="*/ 581788 w 1312423"/>
                <a:gd name="csY2" fmla="*/ 364295 h 367860"/>
                <a:gd name="csX3" fmla="*/ 454554 w 1312423"/>
                <a:gd name="csY3" fmla="*/ 337369 h 367860"/>
                <a:gd name="csX4" fmla="*/ 319397 w 1312423"/>
                <a:gd name="csY4" fmla="*/ 285133 h 367860"/>
                <a:gd name="csX5" fmla="*/ 281029 w 1312423"/>
                <a:gd name="csY5" fmla="*/ 258207 h 367860"/>
                <a:gd name="csX6" fmla="*/ 270545 w 1312423"/>
                <a:gd name="csY6" fmla="*/ 246359 h 367860"/>
                <a:gd name="csX7" fmla="*/ 355 w 1312423"/>
                <a:gd name="csY7" fmla="*/ 177968 h 367860"/>
                <a:gd name="csX8" fmla="*/ 0 w 1312423"/>
                <a:gd name="csY8" fmla="*/ 169891 h 367860"/>
                <a:gd name="csX9" fmla="*/ 339819 w 1312423"/>
                <a:gd name="csY9" fmla="*/ 120346 h 367860"/>
                <a:gd name="csX10" fmla="*/ 484649 w 1312423"/>
                <a:gd name="csY10" fmla="*/ 97696 h 367860"/>
                <a:gd name="csX11" fmla="*/ 532308 w 1312423"/>
                <a:gd name="csY11" fmla="*/ 72957 h 367860"/>
                <a:gd name="csX12" fmla="*/ 486477 w 1312423"/>
                <a:gd name="csY12" fmla="*/ 33107 h 367860"/>
                <a:gd name="csX13" fmla="*/ 506783 w 1312423"/>
                <a:gd name="csY13" fmla="*/ 0 h 367860"/>
                <a:gd name="csX14" fmla="*/ 604503 w 1312423"/>
                <a:gd name="csY14" fmla="*/ 22608 h 367860"/>
                <a:gd name="csX15" fmla="*/ 1161989 w 1312423"/>
                <a:gd name="csY15" fmla="*/ 84240 h 367860"/>
                <a:gd name="csX16" fmla="*/ 1312282 w 1312423"/>
                <a:gd name="csY16" fmla="*/ 224570 h 367860"/>
                <a:gd name="csX0" fmla="*/ 1312282 w 1312453"/>
                <a:gd name="csY0" fmla="*/ 224570 h 367860"/>
                <a:gd name="csX1" fmla="*/ 1185782 w 1312453"/>
                <a:gd name="csY1" fmla="*/ 351936 h 367860"/>
                <a:gd name="csX2" fmla="*/ 581788 w 1312453"/>
                <a:gd name="csY2" fmla="*/ 364295 h 367860"/>
                <a:gd name="csX3" fmla="*/ 454554 w 1312453"/>
                <a:gd name="csY3" fmla="*/ 337369 h 367860"/>
                <a:gd name="csX4" fmla="*/ 319397 w 1312453"/>
                <a:gd name="csY4" fmla="*/ 285133 h 367860"/>
                <a:gd name="csX5" fmla="*/ 281029 w 1312453"/>
                <a:gd name="csY5" fmla="*/ 258207 h 367860"/>
                <a:gd name="csX6" fmla="*/ 270545 w 1312453"/>
                <a:gd name="csY6" fmla="*/ 246359 h 367860"/>
                <a:gd name="csX7" fmla="*/ 355 w 1312453"/>
                <a:gd name="csY7" fmla="*/ 177968 h 367860"/>
                <a:gd name="csX8" fmla="*/ 0 w 1312453"/>
                <a:gd name="csY8" fmla="*/ 169891 h 367860"/>
                <a:gd name="csX9" fmla="*/ 339819 w 1312453"/>
                <a:gd name="csY9" fmla="*/ 120346 h 367860"/>
                <a:gd name="csX10" fmla="*/ 484649 w 1312453"/>
                <a:gd name="csY10" fmla="*/ 97696 h 367860"/>
                <a:gd name="csX11" fmla="*/ 532308 w 1312453"/>
                <a:gd name="csY11" fmla="*/ 72957 h 367860"/>
                <a:gd name="csX12" fmla="*/ 486477 w 1312453"/>
                <a:gd name="csY12" fmla="*/ 33107 h 367860"/>
                <a:gd name="csX13" fmla="*/ 506783 w 1312453"/>
                <a:gd name="csY13" fmla="*/ 0 h 367860"/>
                <a:gd name="csX14" fmla="*/ 604503 w 1312453"/>
                <a:gd name="csY14" fmla="*/ 22608 h 367860"/>
                <a:gd name="csX15" fmla="*/ 1175643 w 1312453"/>
                <a:gd name="csY15" fmla="*/ 77778 h 367860"/>
                <a:gd name="csX16" fmla="*/ 1312282 w 1312453"/>
                <a:gd name="csY16" fmla="*/ 224570 h 367860"/>
                <a:gd name="csX0" fmla="*/ 1312282 w 1312520"/>
                <a:gd name="csY0" fmla="*/ 224570 h 367860"/>
                <a:gd name="csX1" fmla="*/ 1185782 w 1312520"/>
                <a:gd name="csY1" fmla="*/ 351936 h 367860"/>
                <a:gd name="csX2" fmla="*/ 581788 w 1312520"/>
                <a:gd name="csY2" fmla="*/ 364295 h 367860"/>
                <a:gd name="csX3" fmla="*/ 454554 w 1312520"/>
                <a:gd name="csY3" fmla="*/ 337369 h 367860"/>
                <a:gd name="csX4" fmla="*/ 319397 w 1312520"/>
                <a:gd name="csY4" fmla="*/ 285133 h 367860"/>
                <a:gd name="csX5" fmla="*/ 281029 w 1312520"/>
                <a:gd name="csY5" fmla="*/ 258207 h 367860"/>
                <a:gd name="csX6" fmla="*/ 270545 w 1312520"/>
                <a:gd name="csY6" fmla="*/ 246359 h 367860"/>
                <a:gd name="csX7" fmla="*/ 355 w 1312520"/>
                <a:gd name="csY7" fmla="*/ 177968 h 367860"/>
                <a:gd name="csX8" fmla="*/ 0 w 1312520"/>
                <a:gd name="csY8" fmla="*/ 169891 h 367860"/>
                <a:gd name="csX9" fmla="*/ 339819 w 1312520"/>
                <a:gd name="csY9" fmla="*/ 120346 h 367860"/>
                <a:gd name="csX10" fmla="*/ 484649 w 1312520"/>
                <a:gd name="csY10" fmla="*/ 97696 h 367860"/>
                <a:gd name="csX11" fmla="*/ 532308 w 1312520"/>
                <a:gd name="csY11" fmla="*/ 72957 h 367860"/>
                <a:gd name="csX12" fmla="*/ 486477 w 1312520"/>
                <a:gd name="csY12" fmla="*/ 33107 h 367860"/>
                <a:gd name="csX13" fmla="*/ 506783 w 1312520"/>
                <a:gd name="csY13" fmla="*/ 0 h 367860"/>
                <a:gd name="csX14" fmla="*/ 604503 w 1312520"/>
                <a:gd name="csY14" fmla="*/ 22608 h 367860"/>
                <a:gd name="csX15" fmla="*/ 1175643 w 1312520"/>
                <a:gd name="csY15" fmla="*/ 77778 h 367860"/>
                <a:gd name="csX16" fmla="*/ 1312282 w 1312520"/>
                <a:gd name="csY16" fmla="*/ 224570 h 367860"/>
                <a:gd name="csX0" fmla="*/ 1312282 w 1312520"/>
                <a:gd name="csY0" fmla="*/ 224570 h 367860"/>
                <a:gd name="csX1" fmla="*/ 1185782 w 1312520"/>
                <a:gd name="csY1" fmla="*/ 351936 h 367860"/>
                <a:gd name="csX2" fmla="*/ 581788 w 1312520"/>
                <a:gd name="csY2" fmla="*/ 364295 h 367860"/>
                <a:gd name="csX3" fmla="*/ 454554 w 1312520"/>
                <a:gd name="csY3" fmla="*/ 337369 h 367860"/>
                <a:gd name="csX4" fmla="*/ 319397 w 1312520"/>
                <a:gd name="csY4" fmla="*/ 285133 h 367860"/>
                <a:gd name="csX5" fmla="*/ 281029 w 1312520"/>
                <a:gd name="csY5" fmla="*/ 258207 h 367860"/>
                <a:gd name="csX6" fmla="*/ 270545 w 1312520"/>
                <a:gd name="csY6" fmla="*/ 246359 h 367860"/>
                <a:gd name="csX7" fmla="*/ 355 w 1312520"/>
                <a:gd name="csY7" fmla="*/ 177968 h 367860"/>
                <a:gd name="csX8" fmla="*/ 0 w 1312520"/>
                <a:gd name="csY8" fmla="*/ 169891 h 367860"/>
                <a:gd name="csX9" fmla="*/ 339819 w 1312520"/>
                <a:gd name="csY9" fmla="*/ 120346 h 367860"/>
                <a:gd name="csX10" fmla="*/ 484649 w 1312520"/>
                <a:gd name="csY10" fmla="*/ 97696 h 367860"/>
                <a:gd name="csX11" fmla="*/ 532308 w 1312520"/>
                <a:gd name="csY11" fmla="*/ 72957 h 367860"/>
                <a:gd name="csX12" fmla="*/ 486477 w 1312520"/>
                <a:gd name="csY12" fmla="*/ 33107 h 367860"/>
                <a:gd name="csX13" fmla="*/ 506783 w 1312520"/>
                <a:gd name="csY13" fmla="*/ 0 h 367860"/>
                <a:gd name="csX14" fmla="*/ 604503 w 1312520"/>
                <a:gd name="csY14" fmla="*/ 22608 h 367860"/>
                <a:gd name="csX15" fmla="*/ 1175643 w 1312520"/>
                <a:gd name="csY15" fmla="*/ 77778 h 367860"/>
                <a:gd name="csX16" fmla="*/ 1312282 w 1312520"/>
                <a:gd name="csY16" fmla="*/ 224570 h 367860"/>
                <a:gd name="csX0" fmla="*/ 1312282 w 1312520"/>
                <a:gd name="csY0" fmla="*/ 224570 h 367860"/>
                <a:gd name="csX1" fmla="*/ 1185782 w 1312520"/>
                <a:gd name="csY1" fmla="*/ 351936 h 367860"/>
                <a:gd name="csX2" fmla="*/ 581788 w 1312520"/>
                <a:gd name="csY2" fmla="*/ 364295 h 367860"/>
                <a:gd name="csX3" fmla="*/ 454554 w 1312520"/>
                <a:gd name="csY3" fmla="*/ 337369 h 367860"/>
                <a:gd name="csX4" fmla="*/ 319397 w 1312520"/>
                <a:gd name="csY4" fmla="*/ 285133 h 367860"/>
                <a:gd name="csX5" fmla="*/ 281029 w 1312520"/>
                <a:gd name="csY5" fmla="*/ 258207 h 367860"/>
                <a:gd name="csX6" fmla="*/ 270545 w 1312520"/>
                <a:gd name="csY6" fmla="*/ 246359 h 367860"/>
                <a:gd name="csX7" fmla="*/ 355 w 1312520"/>
                <a:gd name="csY7" fmla="*/ 177968 h 367860"/>
                <a:gd name="csX8" fmla="*/ 0 w 1312520"/>
                <a:gd name="csY8" fmla="*/ 169891 h 367860"/>
                <a:gd name="csX9" fmla="*/ 339819 w 1312520"/>
                <a:gd name="csY9" fmla="*/ 120346 h 367860"/>
                <a:gd name="csX10" fmla="*/ 484649 w 1312520"/>
                <a:gd name="csY10" fmla="*/ 97696 h 367860"/>
                <a:gd name="csX11" fmla="*/ 532308 w 1312520"/>
                <a:gd name="csY11" fmla="*/ 72957 h 367860"/>
                <a:gd name="csX12" fmla="*/ 486477 w 1312520"/>
                <a:gd name="csY12" fmla="*/ 33107 h 367860"/>
                <a:gd name="csX13" fmla="*/ 506783 w 1312520"/>
                <a:gd name="csY13" fmla="*/ 0 h 367860"/>
                <a:gd name="csX14" fmla="*/ 611330 w 1312520"/>
                <a:gd name="csY14" fmla="*/ 14853 h 367860"/>
                <a:gd name="csX15" fmla="*/ 1175643 w 1312520"/>
                <a:gd name="csY15" fmla="*/ 77778 h 367860"/>
                <a:gd name="csX16" fmla="*/ 1312282 w 1312520"/>
                <a:gd name="csY16" fmla="*/ 224570 h 367860"/>
                <a:gd name="csX0" fmla="*/ 1312282 w 1313025"/>
                <a:gd name="csY0" fmla="*/ 224570 h 367860"/>
                <a:gd name="csX1" fmla="*/ 1185782 w 1313025"/>
                <a:gd name="csY1" fmla="*/ 351936 h 367860"/>
                <a:gd name="csX2" fmla="*/ 581788 w 1313025"/>
                <a:gd name="csY2" fmla="*/ 364295 h 367860"/>
                <a:gd name="csX3" fmla="*/ 454554 w 1313025"/>
                <a:gd name="csY3" fmla="*/ 337369 h 367860"/>
                <a:gd name="csX4" fmla="*/ 319397 w 1313025"/>
                <a:gd name="csY4" fmla="*/ 285133 h 367860"/>
                <a:gd name="csX5" fmla="*/ 281029 w 1313025"/>
                <a:gd name="csY5" fmla="*/ 258207 h 367860"/>
                <a:gd name="csX6" fmla="*/ 270545 w 1313025"/>
                <a:gd name="csY6" fmla="*/ 246359 h 367860"/>
                <a:gd name="csX7" fmla="*/ 355 w 1313025"/>
                <a:gd name="csY7" fmla="*/ 177968 h 367860"/>
                <a:gd name="csX8" fmla="*/ 0 w 1313025"/>
                <a:gd name="csY8" fmla="*/ 169891 h 367860"/>
                <a:gd name="csX9" fmla="*/ 339819 w 1313025"/>
                <a:gd name="csY9" fmla="*/ 120346 h 367860"/>
                <a:gd name="csX10" fmla="*/ 484649 w 1313025"/>
                <a:gd name="csY10" fmla="*/ 97696 h 367860"/>
                <a:gd name="csX11" fmla="*/ 532308 w 1313025"/>
                <a:gd name="csY11" fmla="*/ 72957 h 367860"/>
                <a:gd name="csX12" fmla="*/ 486477 w 1313025"/>
                <a:gd name="csY12" fmla="*/ 33107 h 367860"/>
                <a:gd name="csX13" fmla="*/ 506783 w 1313025"/>
                <a:gd name="csY13" fmla="*/ 0 h 367860"/>
                <a:gd name="csX14" fmla="*/ 611330 w 1313025"/>
                <a:gd name="csY14" fmla="*/ 14853 h 367860"/>
                <a:gd name="csX15" fmla="*/ 1175643 w 1313025"/>
                <a:gd name="csY15" fmla="*/ 77778 h 367860"/>
                <a:gd name="csX16" fmla="*/ 1312282 w 1313025"/>
                <a:gd name="csY16" fmla="*/ 224570 h 367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13025" h="367860">
                  <a:moveTo>
                    <a:pt x="1312282" y="224570"/>
                  </a:moveTo>
                  <a:cubicBezTo>
                    <a:pt x="1305090" y="278018"/>
                    <a:pt x="1290494" y="288421"/>
                    <a:pt x="1185782" y="351936"/>
                  </a:cubicBezTo>
                  <a:cubicBezTo>
                    <a:pt x="1157301" y="375354"/>
                    <a:pt x="703659" y="366723"/>
                    <a:pt x="581788" y="364295"/>
                  </a:cubicBezTo>
                  <a:cubicBezTo>
                    <a:pt x="459917" y="361867"/>
                    <a:pt x="498286" y="350563"/>
                    <a:pt x="454554" y="337369"/>
                  </a:cubicBezTo>
                  <a:cubicBezTo>
                    <a:pt x="410822" y="324175"/>
                    <a:pt x="345315" y="298327"/>
                    <a:pt x="319397" y="285133"/>
                  </a:cubicBezTo>
                  <a:cubicBezTo>
                    <a:pt x="293479" y="271939"/>
                    <a:pt x="289171" y="264669"/>
                    <a:pt x="281029" y="258207"/>
                  </a:cubicBezTo>
                  <a:cubicBezTo>
                    <a:pt x="272887" y="251745"/>
                    <a:pt x="274040" y="250308"/>
                    <a:pt x="270545" y="246359"/>
                  </a:cubicBezTo>
                  <a:cubicBezTo>
                    <a:pt x="223766" y="232986"/>
                    <a:pt x="91050" y="200765"/>
                    <a:pt x="355" y="177968"/>
                  </a:cubicBezTo>
                  <a:cubicBezTo>
                    <a:pt x="237" y="175276"/>
                    <a:pt x="118" y="172583"/>
                    <a:pt x="0" y="169891"/>
                  </a:cubicBezTo>
                  <a:cubicBezTo>
                    <a:pt x="56577" y="160287"/>
                    <a:pt x="221173" y="137400"/>
                    <a:pt x="339819" y="120346"/>
                  </a:cubicBezTo>
                  <a:cubicBezTo>
                    <a:pt x="403210" y="110468"/>
                    <a:pt x="449249" y="105863"/>
                    <a:pt x="484649" y="97696"/>
                  </a:cubicBezTo>
                  <a:cubicBezTo>
                    <a:pt x="546659" y="72116"/>
                    <a:pt x="522837" y="86954"/>
                    <a:pt x="532308" y="72957"/>
                  </a:cubicBezTo>
                  <a:cubicBezTo>
                    <a:pt x="527556" y="60038"/>
                    <a:pt x="486464" y="45895"/>
                    <a:pt x="486477" y="33107"/>
                  </a:cubicBezTo>
                  <a:cubicBezTo>
                    <a:pt x="486490" y="20319"/>
                    <a:pt x="516055" y="6395"/>
                    <a:pt x="506783" y="0"/>
                  </a:cubicBezTo>
                  <a:cubicBezTo>
                    <a:pt x="541885" y="7536"/>
                    <a:pt x="567557" y="920"/>
                    <a:pt x="611330" y="14853"/>
                  </a:cubicBezTo>
                  <a:cubicBezTo>
                    <a:pt x="655103" y="28786"/>
                    <a:pt x="1066294" y="34452"/>
                    <a:pt x="1175643" y="77778"/>
                  </a:cubicBezTo>
                  <a:cubicBezTo>
                    <a:pt x="1274547" y="139155"/>
                    <a:pt x="1319474" y="171122"/>
                    <a:pt x="1312282" y="224570"/>
                  </a:cubicBezTo>
                  <a:close/>
                </a:path>
              </a:pathLst>
            </a:custGeom>
            <a:solidFill>
              <a:srgbClr val="FF0000">
                <a:alpha val="25000"/>
              </a:srgbClr>
            </a:solidFill>
            <a:ln w="12700">
              <a:solidFill>
                <a:srgbClr val="C0000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39C80B57-CBCD-83EA-7DA6-397B49532A03}"/>
                </a:ext>
              </a:extLst>
            </p:cNvPr>
            <p:cNvGrpSpPr/>
            <p:nvPr/>
          </p:nvGrpSpPr>
          <p:grpSpPr>
            <a:xfrm>
              <a:off x="2760491" y="4308475"/>
              <a:ext cx="1570211" cy="1304664"/>
              <a:chOff x="1938166" y="4429125"/>
              <a:chExt cx="1570211" cy="1304664"/>
            </a:xfrm>
          </p:grpSpPr>
          <p:sp>
            <p:nvSpPr>
              <p:cNvPr id="34" name="TextBox 33">
                <a:extLst>
                  <a:ext uri="{FF2B5EF4-FFF2-40B4-BE49-F238E27FC236}">
                    <a16:creationId xmlns:a16="http://schemas.microsoft.com/office/drawing/2014/main" id="{63D4E7FA-E4D7-D5FE-7DAA-8C0DB802220E}"/>
                  </a:ext>
                </a:extLst>
              </p:cNvPr>
              <p:cNvSpPr txBox="1"/>
              <p:nvPr/>
            </p:nvSpPr>
            <p:spPr>
              <a:xfrm>
                <a:off x="1938166" y="5364457"/>
                <a:ext cx="979024" cy="369332"/>
              </a:xfrm>
              <a:prstGeom prst="rect">
                <a:avLst/>
              </a:prstGeom>
              <a:solidFill>
                <a:srgbClr val="0070C0"/>
              </a:solidFill>
            </p:spPr>
            <p:txBody>
              <a:bodyPr wrap="square" rtlCol="0">
                <a:spAutoFit/>
              </a:bodyPr>
              <a:lstStyle/>
              <a:p>
                <a:r>
                  <a:rPr lang="en-US" b="1" dirty="0">
                    <a:solidFill>
                      <a:schemeClr val="bg1"/>
                    </a:solidFill>
                  </a:rPr>
                  <a:t>Engine</a:t>
                </a:r>
              </a:p>
            </p:txBody>
          </p:sp>
          <p:cxnSp>
            <p:nvCxnSpPr>
              <p:cNvPr id="35" name="Straight Arrow Connector 34">
                <a:extLst>
                  <a:ext uri="{FF2B5EF4-FFF2-40B4-BE49-F238E27FC236}">
                    <a16:creationId xmlns:a16="http://schemas.microsoft.com/office/drawing/2014/main" id="{552920C4-2A9D-6D11-6E18-987DE3E1C0BB}"/>
                  </a:ext>
                </a:extLst>
              </p:cNvPr>
              <p:cNvCxnSpPr>
                <a:cxnSpLocks/>
                <a:stCxn id="34" idx="0"/>
                <a:endCxn id="32" idx="5"/>
              </p:cNvCxnSpPr>
              <p:nvPr/>
            </p:nvCxnSpPr>
            <p:spPr>
              <a:xfrm flipV="1">
                <a:off x="2427678" y="4429125"/>
                <a:ext cx="1080699" cy="935332"/>
              </a:xfrm>
              <a:prstGeom prst="straightConnector1">
                <a:avLst/>
              </a:prstGeom>
              <a:ln>
                <a:solidFill>
                  <a:srgbClr val="FF0000"/>
                </a:solidFill>
                <a:tailEnd type="oval" w="lg" len="lg"/>
              </a:ln>
            </p:spPr>
            <p:style>
              <a:lnRef idx="2">
                <a:schemeClr val="accent1"/>
              </a:lnRef>
              <a:fillRef idx="0">
                <a:schemeClr val="accent1"/>
              </a:fillRef>
              <a:effectRef idx="1">
                <a:schemeClr val="accent1"/>
              </a:effectRef>
              <a:fontRef idx="minor">
                <a:schemeClr val="tx1"/>
              </a:fontRef>
            </p:style>
          </p:cxnSp>
        </p:grpSp>
      </p:grpSp>
      <p:sp>
        <p:nvSpPr>
          <p:cNvPr id="3" name="TextBox 2">
            <a:hlinkClick r:id="rId4"/>
            <a:extLst>
              <a:ext uri="{FF2B5EF4-FFF2-40B4-BE49-F238E27FC236}">
                <a16:creationId xmlns:a16="http://schemas.microsoft.com/office/drawing/2014/main" id="{12481A92-CA4A-A679-A8D9-52D939B7EBE5}"/>
              </a:ext>
            </a:extLst>
          </p:cNvPr>
          <p:cNvSpPr txBox="1"/>
          <p:nvPr/>
        </p:nvSpPr>
        <p:spPr>
          <a:xfrm>
            <a:off x="7504742" y="6174828"/>
            <a:ext cx="1912847" cy="230832"/>
          </a:xfrm>
          <a:prstGeom prst="rect">
            <a:avLst/>
          </a:prstGeom>
          <a:noFill/>
        </p:spPr>
        <p:txBody>
          <a:bodyPr wrap="square" rtlCol="0">
            <a:spAutoFit/>
          </a:bodyPr>
          <a:lstStyle/>
          <a:p>
            <a:pPr algn="r"/>
            <a:r>
              <a:rPr lang="en-US" sz="900" dirty="0"/>
              <a:t>(CC2)  Wikimedia Commons, 2011</a:t>
            </a:r>
          </a:p>
        </p:txBody>
      </p:sp>
    </p:spTree>
    <p:extLst>
      <p:ext uri="{BB962C8B-B14F-4D97-AF65-F5344CB8AC3E}">
        <p14:creationId xmlns:p14="http://schemas.microsoft.com/office/powerpoint/2010/main" val="3429031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a:extLst>
            <a:ext uri="{FF2B5EF4-FFF2-40B4-BE49-F238E27FC236}">
              <a16:creationId xmlns:a16="http://schemas.microsoft.com/office/drawing/2014/main" id="{C48C9CA9-75CB-A5D2-421C-BB956ADBA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23416C-6F55-528B-638C-B1D54C1A8835}"/>
              </a:ext>
            </a:extLst>
          </p:cNvPr>
          <p:cNvSpPr>
            <a:spLocks noGrp="1"/>
          </p:cNvSpPr>
          <p:nvPr>
            <p:ph type="ctrTitle"/>
          </p:nvPr>
        </p:nvSpPr>
        <p:spPr>
          <a:xfrm>
            <a:off x="1052512" y="3033049"/>
            <a:ext cx="10086975" cy="791902"/>
          </a:xfrm>
        </p:spPr>
        <p:txBody>
          <a:bodyPr>
            <a:normAutofit/>
          </a:bodyPr>
          <a:lstStyle/>
          <a:p>
            <a:r>
              <a:rPr lang="en-US" sz="4800" b="1" dirty="0">
                <a:solidFill>
                  <a:schemeClr val="bg1"/>
                </a:solidFill>
              </a:rPr>
              <a:t>Principles of Flight</a:t>
            </a:r>
          </a:p>
        </p:txBody>
      </p:sp>
    </p:spTree>
    <p:extLst>
      <p:ext uri="{BB962C8B-B14F-4D97-AF65-F5344CB8AC3E}">
        <p14:creationId xmlns:p14="http://schemas.microsoft.com/office/powerpoint/2010/main" val="2037647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45F3F598-C102-FE6F-53DA-B11C111DC6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8EC99-7948-89C2-1BCF-BD976205D1F4}"/>
              </a:ext>
            </a:extLst>
          </p:cNvPr>
          <p:cNvSpPr>
            <a:spLocks noGrp="1"/>
          </p:cNvSpPr>
          <p:nvPr>
            <p:ph type="title"/>
          </p:nvPr>
        </p:nvSpPr>
        <p:spPr>
          <a:xfrm>
            <a:off x="365760" y="365125"/>
            <a:ext cx="10515600" cy="877824"/>
          </a:xfrm>
        </p:spPr>
        <p:txBody>
          <a:bodyPr/>
          <a:lstStyle/>
          <a:p>
            <a:r>
              <a:rPr lang="en-US" dirty="0"/>
              <a:t>The “Four Forces of Flight”</a:t>
            </a:r>
          </a:p>
        </p:txBody>
      </p:sp>
      <p:sp>
        <p:nvSpPr>
          <p:cNvPr id="3" name="Content Placeholder 2">
            <a:extLst>
              <a:ext uri="{FF2B5EF4-FFF2-40B4-BE49-F238E27FC236}">
                <a16:creationId xmlns:a16="http://schemas.microsoft.com/office/drawing/2014/main" id="{387D26C0-FB2C-2753-5289-E77B86408860}"/>
              </a:ext>
            </a:extLst>
          </p:cNvPr>
          <p:cNvSpPr>
            <a:spLocks noGrp="1"/>
          </p:cNvSpPr>
          <p:nvPr>
            <p:ph idx="1"/>
          </p:nvPr>
        </p:nvSpPr>
        <p:spPr>
          <a:xfrm>
            <a:off x="834111" y="4612029"/>
            <a:ext cx="4764725" cy="1880846"/>
          </a:xfrm>
        </p:spPr>
        <p:txBody>
          <a:bodyPr>
            <a:normAutofit/>
          </a:bodyPr>
          <a:lstStyle/>
          <a:p>
            <a:r>
              <a:rPr lang="en-US" sz="2400" b="1" dirty="0"/>
              <a:t>Gravity </a:t>
            </a:r>
            <a:r>
              <a:rPr lang="en-US" sz="2400" dirty="0"/>
              <a:t>pulls downward (-)</a:t>
            </a:r>
          </a:p>
          <a:p>
            <a:r>
              <a:rPr lang="en-US" sz="2400" b="1" dirty="0"/>
              <a:t>Thrust</a:t>
            </a:r>
            <a:r>
              <a:rPr lang="en-US" sz="2400" dirty="0"/>
              <a:t> / Engine pulls forward (+)</a:t>
            </a:r>
          </a:p>
          <a:p>
            <a:r>
              <a:rPr lang="en-US" sz="2400" b="1" dirty="0"/>
              <a:t>Drag</a:t>
            </a:r>
            <a:r>
              <a:rPr lang="en-US" sz="2400" dirty="0"/>
              <a:t> resists thrust, backward (-)</a:t>
            </a:r>
          </a:p>
          <a:p>
            <a:r>
              <a:rPr lang="en-US" sz="2400" b="1" dirty="0"/>
              <a:t>Lift</a:t>
            </a:r>
            <a:r>
              <a:rPr lang="en-US" sz="2400" dirty="0"/>
              <a:t> of airfoil pulls upward (+)</a:t>
            </a:r>
          </a:p>
          <a:p>
            <a:endParaRPr lang="en-US" sz="2400" dirty="0"/>
          </a:p>
          <a:p>
            <a:pPr marL="0" indent="0">
              <a:buNone/>
            </a:pPr>
            <a:endParaRPr lang="en-US" sz="2400" dirty="0"/>
          </a:p>
          <a:p>
            <a:endParaRPr lang="en-US" sz="2400" dirty="0"/>
          </a:p>
        </p:txBody>
      </p:sp>
      <p:grpSp>
        <p:nvGrpSpPr>
          <p:cNvPr id="8" name="Group 7">
            <a:extLst>
              <a:ext uri="{FF2B5EF4-FFF2-40B4-BE49-F238E27FC236}">
                <a16:creationId xmlns:a16="http://schemas.microsoft.com/office/drawing/2014/main" id="{9BB28858-8728-A6D0-4B28-3826A1590736}"/>
              </a:ext>
            </a:extLst>
          </p:cNvPr>
          <p:cNvGrpSpPr/>
          <p:nvPr/>
        </p:nvGrpSpPr>
        <p:grpSpPr>
          <a:xfrm>
            <a:off x="834111" y="1280135"/>
            <a:ext cx="4401038" cy="3164857"/>
            <a:chOff x="474517" y="1280135"/>
            <a:chExt cx="4401038" cy="3164857"/>
          </a:xfrm>
        </p:grpSpPr>
        <p:pic>
          <p:nvPicPr>
            <p:cNvPr id="7" name="Picture 6">
              <a:extLst>
                <a:ext uri="{FF2B5EF4-FFF2-40B4-BE49-F238E27FC236}">
                  <a16:creationId xmlns:a16="http://schemas.microsoft.com/office/drawing/2014/main" id="{3B96060F-9C48-DFD1-A073-C3A4B354E226}"/>
                </a:ext>
              </a:extLst>
            </p:cNvPr>
            <p:cNvPicPr>
              <a:picLocks noChangeAspect="1"/>
            </p:cNvPicPr>
            <p:nvPr/>
          </p:nvPicPr>
          <p:blipFill>
            <a:blip r:embed="rId3"/>
            <a:stretch>
              <a:fillRect/>
            </a:stretch>
          </p:blipFill>
          <p:spPr>
            <a:xfrm>
              <a:off x="474517" y="1280135"/>
              <a:ext cx="4401038" cy="2934026"/>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sp>
          <p:nvSpPr>
            <p:cNvPr id="4" name="TextBox 3">
              <a:extLst>
                <a:ext uri="{FF2B5EF4-FFF2-40B4-BE49-F238E27FC236}">
                  <a16:creationId xmlns:a16="http://schemas.microsoft.com/office/drawing/2014/main" id="{6A0B375A-881E-E329-64ED-E1E194D2D19E}"/>
                </a:ext>
              </a:extLst>
            </p:cNvPr>
            <p:cNvSpPr txBox="1"/>
            <p:nvPr/>
          </p:nvSpPr>
          <p:spPr>
            <a:xfrm>
              <a:off x="2619911" y="4214160"/>
              <a:ext cx="2255643"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sp>
        <p:nvSpPr>
          <p:cNvPr id="5" name="Content Placeholder 2">
            <a:extLst>
              <a:ext uri="{FF2B5EF4-FFF2-40B4-BE49-F238E27FC236}">
                <a16:creationId xmlns:a16="http://schemas.microsoft.com/office/drawing/2014/main" id="{2315E99B-809F-862D-1442-FE2FC8991F54}"/>
              </a:ext>
            </a:extLst>
          </p:cNvPr>
          <p:cNvSpPr txBox="1">
            <a:spLocks/>
          </p:cNvSpPr>
          <p:nvPr/>
        </p:nvSpPr>
        <p:spPr>
          <a:xfrm>
            <a:off x="6952762" y="1280135"/>
            <a:ext cx="4401038" cy="1643673"/>
          </a:xfrm>
          <a:prstGeom prst="rect">
            <a:avLst/>
          </a:prstGeom>
          <a:solidFill>
            <a:schemeClr val="tx2">
              <a:lumMod val="25000"/>
              <a:lumOff val="75000"/>
            </a:schemeClr>
          </a:solidFill>
          <a:ln>
            <a:solidFill>
              <a:srgbClr val="0070C0"/>
            </a:solidFill>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900" b="1" dirty="0">
                <a:solidFill>
                  <a:schemeClr val="tx2">
                    <a:lumMod val="75000"/>
                    <a:lumOff val="25000"/>
                  </a:schemeClr>
                </a:solidFill>
              </a:rPr>
              <a:t>Airfoil works by…</a:t>
            </a:r>
            <a:endParaRPr lang="en-US" sz="1900" dirty="0">
              <a:solidFill>
                <a:schemeClr val="tx2">
                  <a:lumMod val="75000"/>
                  <a:lumOff val="25000"/>
                </a:schemeClr>
              </a:solidFill>
            </a:endParaRPr>
          </a:p>
          <a:p>
            <a:r>
              <a:rPr lang="en-US" sz="1700" dirty="0">
                <a:solidFill>
                  <a:schemeClr val="tx2">
                    <a:lumMod val="75000"/>
                    <a:lumOff val="25000"/>
                  </a:schemeClr>
                </a:solidFill>
              </a:rPr>
              <a:t>“Bernoulli principle”</a:t>
            </a:r>
          </a:p>
          <a:p>
            <a:r>
              <a:rPr lang="en-US" sz="1700" dirty="0">
                <a:solidFill>
                  <a:schemeClr val="tx2">
                    <a:lumMod val="75000"/>
                    <a:lumOff val="25000"/>
                  </a:schemeClr>
                </a:solidFill>
              </a:rPr>
              <a:t>Longer distance around top of wing</a:t>
            </a:r>
          </a:p>
          <a:p>
            <a:r>
              <a:rPr lang="en-US" sz="1700" dirty="0">
                <a:solidFill>
                  <a:schemeClr val="tx2">
                    <a:lumMod val="75000"/>
                    <a:lumOff val="25000"/>
                  </a:schemeClr>
                </a:solidFill>
              </a:rPr>
              <a:t>Creates faster airflow / lower pressure above</a:t>
            </a:r>
          </a:p>
          <a:p>
            <a:r>
              <a:rPr lang="en-US" sz="1700" dirty="0">
                <a:solidFill>
                  <a:schemeClr val="tx2">
                    <a:lumMod val="75000"/>
                    <a:lumOff val="25000"/>
                  </a:schemeClr>
                </a:solidFill>
              </a:rPr>
              <a:t>Deflects air downward causing upward force</a:t>
            </a:r>
          </a:p>
          <a:p>
            <a:pPr marL="0" indent="0">
              <a:buFont typeface="Arial" panose="020B0604020202020204" pitchFamily="34" charset="0"/>
              <a:buNone/>
            </a:pPr>
            <a:endParaRPr lang="en-US" sz="1800" dirty="0"/>
          </a:p>
          <a:p>
            <a:endParaRPr lang="en-US" sz="1800" dirty="0"/>
          </a:p>
        </p:txBody>
      </p:sp>
      <p:grpSp>
        <p:nvGrpSpPr>
          <p:cNvPr id="10" name="Group 9">
            <a:extLst>
              <a:ext uri="{FF2B5EF4-FFF2-40B4-BE49-F238E27FC236}">
                <a16:creationId xmlns:a16="http://schemas.microsoft.com/office/drawing/2014/main" id="{9EFA9C03-358B-F2FE-522E-78CFD58A5EFE}"/>
              </a:ext>
            </a:extLst>
          </p:cNvPr>
          <p:cNvGrpSpPr/>
          <p:nvPr/>
        </p:nvGrpSpPr>
        <p:grpSpPr>
          <a:xfrm>
            <a:off x="6952762" y="3161872"/>
            <a:ext cx="4401041" cy="3172090"/>
            <a:chOff x="7092857" y="3429000"/>
            <a:chExt cx="4401041" cy="3172090"/>
          </a:xfrm>
        </p:grpSpPr>
        <p:pic>
          <p:nvPicPr>
            <p:cNvPr id="6" name="Picture 5">
              <a:extLst>
                <a:ext uri="{FF2B5EF4-FFF2-40B4-BE49-F238E27FC236}">
                  <a16:creationId xmlns:a16="http://schemas.microsoft.com/office/drawing/2014/main" id="{08B71517-325F-542A-4986-B04E684204CF}"/>
                </a:ext>
              </a:extLst>
            </p:cNvPr>
            <p:cNvPicPr>
              <a:picLocks noChangeAspect="1"/>
            </p:cNvPicPr>
            <p:nvPr/>
          </p:nvPicPr>
          <p:blipFill>
            <a:blip r:embed="rId4"/>
            <a:stretch>
              <a:fillRect/>
            </a:stretch>
          </p:blipFill>
          <p:spPr>
            <a:xfrm>
              <a:off x="7092857" y="3429000"/>
              <a:ext cx="4401041" cy="2934026"/>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sp>
          <p:nvSpPr>
            <p:cNvPr id="9" name="TextBox 8">
              <a:extLst>
                <a:ext uri="{FF2B5EF4-FFF2-40B4-BE49-F238E27FC236}">
                  <a16:creationId xmlns:a16="http://schemas.microsoft.com/office/drawing/2014/main" id="{70BF9807-6259-442C-9C95-CE02D04975D5}"/>
                </a:ext>
              </a:extLst>
            </p:cNvPr>
            <p:cNvSpPr txBox="1"/>
            <p:nvPr/>
          </p:nvSpPr>
          <p:spPr>
            <a:xfrm>
              <a:off x="9797803" y="6363026"/>
              <a:ext cx="1696094" cy="238064"/>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sp>
        <p:nvSpPr>
          <p:cNvPr id="11" name="TextBox 7">
            <a:extLst>
              <a:ext uri="{FF2B5EF4-FFF2-40B4-BE49-F238E27FC236}">
                <a16:creationId xmlns:a16="http://schemas.microsoft.com/office/drawing/2014/main" id="{305826AC-780E-4B80-5AA6-06D6A0FB3823}"/>
              </a:ext>
            </a:extLst>
          </p:cNvPr>
          <p:cNvSpPr txBox="1"/>
          <p:nvPr/>
        </p:nvSpPr>
        <p:spPr>
          <a:xfrm>
            <a:off x="10210801" y="94691"/>
            <a:ext cx="181852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accent5">
                    <a:lumMod val="60000"/>
                    <a:lumOff val="40000"/>
                  </a:schemeClr>
                </a:solidFill>
              </a:rPr>
              <a:t>Text from ChatGPT</a:t>
            </a:r>
          </a:p>
        </p:txBody>
      </p:sp>
    </p:spTree>
    <p:extLst>
      <p:ext uri="{BB962C8B-B14F-4D97-AF65-F5344CB8AC3E}">
        <p14:creationId xmlns:p14="http://schemas.microsoft.com/office/powerpoint/2010/main" val="308118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bg/>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allAtOnce"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CD9ABEDE-7130-9036-6974-4E5D1E813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86973-67FD-FCCE-85A1-3D529BEC6D0B}"/>
              </a:ext>
            </a:extLst>
          </p:cNvPr>
          <p:cNvSpPr>
            <a:spLocks noGrp="1"/>
          </p:cNvSpPr>
          <p:nvPr>
            <p:ph type="title"/>
          </p:nvPr>
        </p:nvSpPr>
        <p:spPr>
          <a:xfrm>
            <a:off x="365760" y="365126"/>
            <a:ext cx="10515600" cy="877824"/>
          </a:xfrm>
        </p:spPr>
        <p:txBody>
          <a:bodyPr/>
          <a:lstStyle/>
          <a:p>
            <a:r>
              <a:rPr lang="en-US" dirty="0"/>
              <a:t>The “Power-to-Weight Problem”</a:t>
            </a:r>
          </a:p>
        </p:txBody>
      </p:sp>
      <p:sp>
        <p:nvSpPr>
          <p:cNvPr id="3" name="Content Placeholder 2">
            <a:extLst>
              <a:ext uri="{FF2B5EF4-FFF2-40B4-BE49-F238E27FC236}">
                <a16:creationId xmlns:a16="http://schemas.microsoft.com/office/drawing/2014/main" id="{7CC592E2-D9CC-29FF-AC73-5F306B5F13E1}"/>
              </a:ext>
            </a:extLst>
          </p:cNvPr>
          <p:cNvSpPr>
            <a:spLocks noGrp="1"/>
          </p:cNvSpPr>
          <p:nvPr>
            <p:ph idx="1"/>
          </p:nvPr>
        </p:nvSpPr>
        <p:spPr>
          <a:xfrm>
            <a:off x="585627" y="1361914"/>
            <a:ext cx="11260476" cy="5038885"/>
          </a:xfrm>
        </p:spPr>
        <p:txBody>
          <a:bodyPr>
            <a:normAutofit/>
          </a:bodyPr>
          <a:lstStyle/>
          <a:p>
            <a:pPr marL="0" indent="0">
              <a:buNone/>
            </a:pPr>
            <a:r>
              <a:rPr lang="en-US" dirty="0">
                <a:solidFill>
                  <a:srgbClr val="0070C0"/>
                </a:solidFill>
              </a:rPr>
              <a:t>“</a:t>
            </a:r>
            <a:r>
              <a:rPr lang="en-US" b="1" dirty="0">
                <a:solidFill>
                  <a:srgbClr val="0070C0"/>
                </a:solidFill>
              </a:rPr>
              <a:t>Thrust </a:t>
            </a:r>
            <a:r>
              <a:rPr lang="en-US" dirty="0">
                <a:solidFill>
                  <a:srgbClr val="0070C0"/>
                </a:solidFill>
              </a:rPr>
              <a:t>must be great enough to overcome </a:t>
            </a:r>
            <a:r>
              <a:rPr lang="en-US" b="1" dirty="0">
                <a:solidFill>
                  <a:srgbClr val="0070C0"/>
                </a:solidFill>
              </a:rPr>
              <a:t>Drag</a:t>
            </a:r>
            <a:r>
              <a:rPr lang="en-US" dirty="0">
                <a:solidFill>
                  <a:srgbClr val="0070C0"/>
                </a:solidFill>
              </a:rPr>
              <a:t>…and induce </a:t>
            </a:r>
            <a:r>
              <a:rPr lang="en-US" b="1" dirty="0">
                <a:solidFill>
                  <a:srgbClr val="0070C0"/>
                </a:solidFill>
              </a:rPr>
              <a:t>Lift</a:t>
            </a:r>
            <a:r>
              <a:rPr lang="en-US" dirty="0">
                <a:solidFill>
                  <a:srgbClr val="0070C0"/>
                </a:solidFill>
              </a:rPr>
              <a:t> too.”</a:t>
            </a:r>
          </a:p>
          <a:p>
            <a:pPr>
              <a:buFontTx/>
              <a:buChar char="-"/>
            </a:pPr>
            <a:endParaRPr lang="en-US" sz="900" dirty="0">
              <a:solidFill>
                <a:srgbClr val="00B050"/>
              </a:solidFill>
            </a:endParaRPr>
          </a:p>
          <a:p>
            <a:r>
              <a:rPr lang="en-US" dirty="0"/>
              <a:t>Reduce Negative Forces:</a:t>
            </a:r>
          </a:p>
          <a:p>
            <a:pPr lvl="1"/>
            <a:r>
              <a:rPr lang="en-US" sz="2000" dirty="0"/>
              <a:t>Reduce </a:t>
            </a:r>
            <a:r>
              <a:rPr lang="en-US" sz="2000" b="1" dirty="0"/>
              <a:t>Gravity</a:t>
            </a:r>
            <a:r>
              <a:rPr lang="en-US" sz="2000" dirty="0"/>
              <a:t>:</a:t>
            </a:r>
          </a:p>
          <a:p>
            <a:pPr lvl="2"/>
            <a:r>
              <a:rPr lang="en-US" dirty="0"/>
              <a:t>Lighter, stronger materials</a:t>
            </a:r>
            <a:endParaRPr lang="en-US" b="1" dirty="0"/>
          </a:p>
          <a:p>
            <a:pPr lvl="2"/>
            <a:r>
              <a:rPr lang="en-US" dirty="0"/>
              <a:t>More efficient engines = less fuel/weight</a:t>
            </a:r>
            <a:endParaRPr lang="en-US" b="1" dirty="0"/>
          </a:p>
          <a:p>
            <a:pPr lvl="1"/>
            <a:r>
              <a:rPr lang="en-US" sz="2000" dirty="0"/>
              <a:t>Reduce </a:t>
            </a:r>
            <a:r>
              <a:rPr lang="en-US" sz="2000" b="1" dirty="0"/>
              <a:t>Drag:</a:t>
            </a:r>
            <a:endParaRPr lang="en-US" sz="2000" dirty="0"/>
          </a:p>
          <a:p>
            <a:pPr lvl="2"/>
            <a:r>
              <a:rPr lang="en-US" dirty="0"/>
              <a:t>Better aerodynamic design</a:t>
            </a:r>
          </a:p>
          <a:p>
            <a:r>
              <a:rPr lang="en-US" dirty="0"/>
              <a:t>Increase Positive Forces:</a:t>
            </a:r>
          </a:p>
          <a:p>
            <a:pPr lvl="1"/>
            <a:r>
              <a:rPr lang="en-US" sz="2000" dirty="0"/>
              <a:t>Increase </a:t>
            </a:r>
            <a:r>
              <a:rPr lang="en-US" sz="2000" b="1" dirty="0"/>
              <a:t>Thrust:</a:t>
            </a:r>
            <a:endParaRPr lang="en-US" sz="2000" dirty="0"/>
          </a:p>
          <a:p>
            <a:pPr lvl="2"/>
            <a:r>
              <a:rPr lang="en-US" dirty="0"/>
              <a:t>More powerful engines</a:t>
            </a:r>
            <a:endParaRPr lang="en-US" b="1" dirty="0"/>
          </a:p>
          <a:p>
            <a:pPr lvl="1"/>
            <a:r>
              <a:rPr lang="en-US" sz="2000" dirty="0"/>
              <a:t>Increase </a:t>
            </a:r>
            <a:r>
              <a:rPr lang="en-US" sz="2000" b="1" dirty="0"/>
              <a:t>Lift:</a:t>
            </a:r>
            <a:endParaRPr lang="en-US" sz="2000" dirty="0"/>
          </a:p>
          <a:p>
            <a:pPr lvl="2"/>
            <a:r>
              <a:rPr lang="en-US" dirty="0"/>
              <a:t>Better aerodynamic design (e.g.: winglets)</a:t>
            </a:r>
            <a:endParaRPr lang="en-US" b="1" dirty="0"/>
          </a:p>
          <a:p>
            <a:pPr marL="0" indent="0">
              <a:buNone/>
            </a:pPr>
            <a:endParaRPr lang="en-US" dirty="0"/>
          </a:p>
          <a:p>
            <a:endParaRPr lang="en-US" dirty="0"/>
          </a:p>
        </p:txBody>
      </p:sp>
      <p:grpSp>
        <p:nvGrpSpPr>
          <p:cNvPr id="4" name="Group 3">
            <a:extLst>
              <a:ext uri="{FF2B5EF4-FFF2-40B4-BE49-F238E27FC236}">
                <a16:creationId xmlns:a16="http://schemas.microsoft.com/office/drawing/2014/main" id="{049CE717-6E65-6C41-BA31-8DCEF284E8ED}"/>
              </a:ext>
            </a:extLst>
          </p:cNvPr>
          <p:cNvGrpSpPr/>
          <p:nvPr/>
        </p:nvGrpSpPr>
        <p:grpSpPr>
          <a:xfrm>
            <a:off x="7445065" y="2297069"/>
            <a:ext cx="4401038" cy="3164857"/>
            <a:chOff x="474517" y="1280135"/>
            <a:chExt cx="4401038" cy="3164857"/>
          </a:xfrm>
        </p:grpSpPr>
        <p:pic>
          <p:nvPicPr>
            <p:cNvPr id="5" name="Picture 4">
              <a:extLst>
                <a:ext uri="{FF2B5EF4-FFF2-40B4-BE49-F238E27FC236}">
                  <a16:creationId xmlns:a16="http://schemas.microsoft.com/office/drawing/2014/main" id="{61BBD182-2A34-7EA1-434C-A669F3FB5B9F}"/>
                </a:ext>
              </a:extLst>
            </p:cNvPr>
            <p:cNvPicPr>
              <a:picLocks noChangeAspect="1"/>
            </p:cNvPicPr>
            <p:nvPr/>
          </p:nvPicPr>
          <p:blipFill>
            <a:blip r:embed="rId3"/>
            <a:stretch>
              <a:fillRect/>
            </a:stretch>
          </p:blipFill>
          <p:spPr>
            <a:xfrm>
              <a:off x="474517" y="1280135"/>
              <a:ext cx="4401038" cy="2934026"/>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sp>
          <p:nvSpPr>
            <p:cNvPr id="6" name="TextBox 5">
              <a:extLst>
                <a:ext uri="{FF2B5EF4-FFF2-40B4-BE49-F238E27FC236}">
                  <a16:creationId xmlns:a16="http://schemas.microsoft.com/office/drawing/2014/main" id="{B5EAD08A-D37F-D999-6D0B-6C32EE8263FD}"/>
                </a:ext>
              </a:extLst>
            </p:cNvPr>
            <p:cNvSpPr txBox="1"/>
            <p:nvPr/>
          </p:nvSpPr>
          <p:spPr>
            <a:xfrm>
              <a:off x="3231690" y="4214160"/>
              <a:ext cx="1643864"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grpSp>
      <p:sp>
        <p:nvSpPr>
          <p:cNvPr id="7" name="Rectangle 6">
            <a:extLst>
              <a:ext uri="{FF2B5EF4-FFF2-40B4-BE49-F238E27FC236}">
                <a16:creationId xmlns:a16="http://schemas.microsoft.com/office/drawing/2014/main" id="{3F045F3D-3834-04A1-A403-9ECEA2D3C310}"/>
              </a:ext>
            </a:extLst>
          </p:cNvPr>
          <p:cNvSpPr/>
          <p:nvPr/>
        </p:nvSpPr>
        <p:spPr>
          <a:xfrm>
            <a:off x="9226193" y="3955552"/>
            <a:ext cx="863029" cy="945222"/>
          </a:xfrm>
          <a:prstGeom prst="rect">
            <a:avLst/>
          </a:prstGeom>
          <a:solidFill>
            <a:srgbClr val="FF9999">
              <a:alpha val="40000"/>
            </a:srgbClr>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31729D1-54F4-1295-4FC0-5EB165D88934}"/>
              </a:ext>
            </a:extLst>
          </p:cNvPr>
          <p:cNvSpPr/>
          <p:nvPr/>
        </p:nvSpPr>
        <p:spPr>
          <a:xfrm>
            <a:off x="7808361" y="3010329"/>
            <a:ext cx="1035976" cy="1078785"/>
          </a:xfrm>
          <a:prstGeom prst="rect">
            <a:avLst/>
          </a:prstGeom>
          <a:solidFill>
            <a:srgbClr val="FF9999">
              <a:alpha val="40000"/>
            </a:srgbClr>
          </a:solid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D63440B-1D4C-C17C-CE6C-6909B4E3D295}"/>
              </a:ext>
            </a:extLst>
          </p:cNvPr>
          <p:cNvSpPr/>
          <p:nvPr/>
        </p:nvSpPr>
        <p:spPr>
          <a:xfrm>
            <a:off x="9226193" y="2358711"/>
            <a:ext cx="863029" cy="1078785"/>
          </a:xfrm>
          <a:prstGeom prst="rect">
            <a:avLst/>
          </a:prstGeom>
          <a:solidFill>
            <a:srgbClr val="00B050">
              <a:alpha val="40000"/>
            </a:srgbClr>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169788E-998D-6A90-D6C1-08491B36A175}"/>
              </a:ext>
            </a:extLst>
          </p:cNvPr>
          <p:cNvSpPr/>
          <p:nvPr/>
        </p:nvSpPr>
        <p:spPr>
          <a:xfrm>
            <a:off x="10536148" y="3437496"/>
            <a:ext cx="1070225" cy="785183"/>
          </a:xfrm>
          <a:prstGeom prst="rect">
            <a:avLst/>
          </a:prstGeom>
          <a:solidFill>
            <a:srgbClr val="00B050">
              <a:alpha val="40000"/>
            </a:srgbClr>
          </a:solid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7">
            <a:extLst>
              <a:ext uri="{FF2B5EF4-FFF2-40B4-BE49-F238E27FC236}">
                <a16:creationId xmlns:a16="http://schemas.microsoft.com/office/drawing/2014/main" id="{D529B1D8-8BFA-C1DA-B4A1-F2BCC0F0107F}"/>
              </a:ext>
            </a:extLst>
          </p:cNvPr>
          <p:cNvSpPr txBox="1"/>
          <p:nvPr/>
        </p:nvSpPr>
        <p:spPr>
          <a:xfrm>
            <a:off x="10210801" y="94691"/>
            <a:ext cx="1818524"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dirty="0">
                <a:solidFill>
                  <a:schemeClr val="accent5">
                    <a:lumMod val="60000"/>
                    <a:lumOff val="40000"/>
                  </a:schemeClr>
                </a:solidFill>
              </a:rPr>
              <a:t>Text from ChatGPT</a:t>
            </a:r>
          </a:p>
        </p:txBody>
      </p:sp>
    </p:spTree>
    <p:extLst>
      <p:ext uri="{BB962C8B-B14F-4D97-AF65-F5344CB8AC3E}">
        <p14:creationId xmlns:p14="http://schemas.microsoft.com/office/powerpoint/2010/main" val="695602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a:extLst>
            <a:ext uri="{FF2B5EF4-FFF2-40B4-BE49-F238E27FC236}">
              <a16:creationId xmlns:a16="http://schemas.microsoft.com/office/drawing/2014/main" id="{7BB45667-F60C-09F7-1D40-C1DD86832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2089CC-6FFF-1BFA-274F-DAC5F31ED7B2}"/>
              </a:ext>
            </a:extLst>
          </p:cNvPr>
          <p:cNvSpPr>
            <a:spLocks noGrp="1"/>
          </p:cNvSpPr>
          <p:nvPr>
            <p:ph type="ctrTitle"/>
          </p:nvPr>
        </p:nvSpPr>
        <p:spPr>
          <a:xfrm>
            <a:off x="1052512" y="3033049"/>
            <a:ext cx="10086975" cy="791902"/>
          </a:xfrm>
        </p:spPr>
        <p:txBody>
          <a:bodyPr>
            <a:normAutofit/>
          </a:bodyPr>
          <a:lstStyle/>
          <a:p>
            <a:r>
              <a:rPr lang="en-US" sz="4800" b="1" dirty="0">
                <a:solidFill>
                  <a:schemeClr val="bg1"/>
                </a:solidFill>
              </a:rPr>
              <a:t>Q&amp;A</a:t>
            </a:r>
          </a:p>
        </p:txBody>
      </p:sp>
    </p:spTree>
    <p:extLst>
      <p:ext uri="{BB962C8B-B14F-4D97-AF65-F5344CB8AC3E}">
        <p14:creationId xmlns:p14="http://schemas.microsoft.com/office/powerpoint/2010/main" val="1948603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a:extLst>
            <a:ext uri="{FF2B5EF4-FFF2-40B4-BE49-F238E27FC236}">
              <a16:creationId xmlns:a16="http://schemas.microsoft.com/office/drawing/2014/main" id="{156839C2-7BF2-36AE-DF8B-9AD9A2AED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EF63DA-D582-3FF9-0739-41B56CC4752C}"/>
              </a:ext>
            </a:extLst>
          </p:cNvPr>
          <p:cNvSpPr>
            <a:spLocks noGrp="1"/>
          </p:cNvSpPr>
          <p:nvPr>
            <p:ph type="title"/>
          </p:nvPr>
        </p:nvSpPr>
        <p:spPr>
          <a:xfrm>
            <a:off x="365760" y="365126"/>
            <a:ext cx="10515600" cy="877824"/>
          </a:xfrm>
        </p:spPr>
        <p:txBody>
          <a:bodyPr/>
          <a:lstStyle/>
          <a:p>
            <a:r>
              <a:rPr lang="en-US" dirty="0"/>
              <a:t>Practice Q&amp;A’s  </a:t>
            </a:r>
            <a:r>
              <a:rPr lang="en-US" sz="2800" dirty="0">
                <a:solidFill>
                  <a:schemeClr val="accent2">
                    <a:lumMod val="75000"/>
                  </a:schemeClr>
                </a:solidFill>
              </a:rPr>
              <a:t>(Q1-Q9)</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87F5410E-01CE-A881-32E2-EC2E8F0ACA56}"/>
              </a:ext>
            </a:extLst>
          </p:cNvPr>
          <p:cNvSpPr>
            <a:spLocks noGrp="1"/>
          </p:cNvSpPr>
          <p:nvPr>
            <p:ph idx="1"/>
          </p:nvPr>
        </p:nvSpPr>
        <p:spPr>
          <a:xfrm>
            <a:off x="585627" y="1130157"/>
            <a:ext cx="5650786" cy="5465851"/>
          </a:xfrm>
        </p:spPr>
        <p:txBody>
          <a:bodyPr>
            <a:normAutofit lnSpcReduction="10000"/>
          </a:bodyPr>
          <a:lstStyle/>
          <a:p>
            <a:pPr marL="0" indent="0">
              <a:buNone/>
              <a:tabLst>
                <a:tab pos="574675" algn="l"/>
              </a:tabLst>
            </a:pPr>
            <a:r>
              <a:rPr lang="en-US" sz="2000" b="1" dirty="0"/>
              <a:t>Q1: What force pulls an airplane down?</a:t>
            </a:r>
          </a:p>
          <a:p>
            <a:pPr marL="0" indent="0">
              <a:buNone/>
              <a:tabLst>
                <a:tab pos="574675" algn="l"/>
              </a:tabLst>
            </a:pPr>
            <a:r>
              <a:rPr lang="en-US" sz="2000" b="1" dirty="0"/>
              <a:t>A: </a:t>
            </a:r>
            <a:r>
              <a:rPr lang="en-US" sz="2000" dirty="0"/>
              <a:t>Gravity</a:t>
            </a:r>
          </a:p>
          <a:p>
            <a:pPr marL="0" indent="0">
              <a:buNone/>
              <a:tabLst>
                <a:tab pos="574675" algn="l"/>
              </a:tabLst>
            </a:pPr>
            <a:endParaRPr lang="en-US" sz="2000" dirty="0"/>
          </a:p>
          <a:p>
            <a:pPr marL="0" indent="0">
              <a:buNone/>
              <a:tabLst>
                <a:tab pos="574675" algn="l"/>
              </a:tabLst>
            </a:pPr>
            <a:r>
              <a:rPr lang="en-US" sz="2000" b="1" dirty="0"/>
              <a:t>Q2:</a:t>
            </a:r>
            <a:r>
              <a:rPr lang="en-US" sz="2000" dirty="0"/>
              <a:t> </a:t>
            </a:r>
            <a:r>
              <a:rPr lang="en-US" sz="2000" b="1" dirty="0"/>
              <a:t>What force pushes an airplane up?</a:t>
            </a:r>
          </a:p>
          <a:p>
            <a:pPr marL="0" indent="0">
              <a:buNone/>
              <a:tabLst>
                <a:tab pos="574675" algn="l"/>
              </a:tabLst>
            </a:pPr>
            <a:r>
              <a:rPr lang="en-US" sz="2000" b="1" dirty="0"/>
              <a:t>A:</a:t>
            </a:r>
            <a:r>
              <a:rPr lang="en-US" sz="2000" dirty="0"/>
              <a:t> Lift</a:t>
            </a:r>
          </a:p>
          <a:p>
            <a:pPr marL="0" indent="0">
              <a:buNone/>
              <a:tabLst>
                <a:tab pos="574675" algn="l"/>
              </a:tabLst>
            </a:pPr>
            <a:endParaRPr lang="en-US" sz="2000" dirty="0"/>
          </a:p>
          <a:p>
            <a:pPr marL="0" indent="0">
              <a:buNone/>
              <a:tabLst>
                <a:tab pos="574675" algn="l"/>
              </a:tabLst>
            </a:pPr>
            <a:r>
              <a:rPr lang="en-US" sz="2000" b="1" dirty="0"/>
              <a:t>Q3: What force pushes an airplane forward?</a:t>
            </a:r>
          </a:p>
          <a:p>
            <a:pPr marL="0" indent="0">
              <a:buNone/>
              <a:tabLst>
                <a:tab pos="574675" algn="l"/>
              </a:tabLst>
            </a:pPr>
            <a:r>
              <a:rPr lang="en-US" sz="2000" b="1" dirty="0"/>
              <a:t>A:</a:t>
            </a:r>
            <a:r>
              <a:rPr lang="en-US" sz="2000" dirty="0"/>
              <a:t> Thrust</a:t>
            </a:r>
            <a:br>
              <a:rPr lang="en-US" sz="2000" dirty="0"/>
            </a:br>
            <a:endParaRPr lang="en-US" sz="2000" dirty="0"/>
          </a:p>
          <a:p>
            <a:pPr marL="0" indent="0">
              <a:buNone/>
            </a:pPr>
            <a:r>
              <a:rPr lang="en-US" sz="2000" b="1" dirty="0"/>
              <a:t>Q4: What force slows an airplane down?</a:t>
            </a:r>
          </a:p>
          <a:p>
            <a:pPr marL="0" indent="0">
              <a:buNone/>
            </a:pPr>
            <a:r>
              <a:rPr lang="en-US" sz="2000" b="1" dirty="0"/>
              <a:t>A:</a:t>
            </a:r>
            <a:r>
              <a:rPr lang="en-US" sz="2000" dirty="0"/>
              <a:t> Drag</a:t>
            </a:r>
            <a:br>
              <a:rPr lang="en-US" sz="2000" dirty="0"/>
            </a:br>
            <a:endParaRPr lang="en-US" sz="2000" dirty="0"/>
          </a:p>
          <a:p>
            <a:pPr marL="0" indent="0">
              <a:buNone/>
            </a:pPr>
            <a:r>
              <a:rPr lang="en-US" sz="2000" b="1" dirty="0"/>
              <a:t>Q5:</a:t>
            </a:r>
            <a:r>
              <a:rPr lang="en-US" sz="2000" dirty="0"/>
              <a:t> </a:t>
            </a:r>
            <a:r>
              <a:rPr lang="en-US" sz="2000" b="1" dirty="0"/>
              <a:t>What is the shape of an airplane wing called?</a:t>
            </a:r>
          </a:p>
          <a:p>
            <a:pPr marL="0" indent="0">
              <a:buNone/>
            </a:pPr>
            <a:r>
              <a:rPr lang="en-US" sz="2000" b="1" dirty="0"/>
              <a:t>A:</a:t>
            </a:r>
            <a:r>
              <a:rPr lang="en-US" sz="2000" dirty="0"/>
              <a:t> Airfoil</a:t>
            </a:r>
          </a:p>
          <a:p>
            <a:pPr marL="0" indent="0">
              <a:buNone/>
            </a:pPr>
            <a:endParaRPr lang="en-US" sz="2000" dirty="0"/>
          </a:p>
          <a:p>
            <a:pPr marL="0" indent="0">
              <a:buNone/>
            </a:pPr>
            <a:endParaRPr lang="en-US" sz="2000" dirty="0"/>
          </a:p>
          <a:p>
            <a:endParaRPr lang="en-US" sz="2000" dirty="0"/>
          </a:p>
        </p:txBody>
      </p:sp>
      <p:sp>
        <p:nvSpPr>
          <p:cNvPr id="12" name="Content Placeholder 2">
            <a:extLst>
              <a:ext uri="{FF2B5EF4-FFF2-40B4-BE49-F238E27FC236}">
                <a16:creationId xmlns:a16="http://schemas.microsoft.com/office/drawing/2014/main" id="{D1DE07E9-686C-16E6-DE07-31A3DC967A79}"/>
              </a:ext>
            </a:extLst>
          </p:cNvPr>
          <p:cNvSpPr txBox="1">
            <a:spLocks/>
          </p:cNvSpPr>
          <p:nvPr/>
        </p:nvSpPr>
        <p:spPr>
          <a:xfrm>
            <a:off x="6236413" y="1130158"/>
            <a:ext cx="5650786" cy="54658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tabLst>
                <a:tab pos="574675" algn="l"/>
              </a:tabLst>
            </a:pPr>
            <a:r>
              <a:rPr lang="en-US" sz="2000" b="1" dirty="0"/>
              <a:t>Q6: What does a barometer measure?</a:t>
            </a:r>
          </a:p>
          <a:p>
            <a:pPr marL="0" indent="0">
              <a:buFont typeface="Arial" panose="020B0604020202020204" pitchFamily="34" charset="0"/>
              <a:buNone/>
              <a:tabLst>
                <a:tab pos="574675" algn="l"/>
              </a:tabLst>
            </a:pPr>
            <a:r>
              <a:rPr lang="en-US" sz="2000" b="1" dirty="0"/>
              <a:t>A: </a:t>
            </a:r>
            <a:r>
              <a:rPr lang="en-US" sz="2000" dirty="0"/>
              <a:t>Atmospheric pressure</a:t>
            </a:r>
          </a:p>
          <a:p>
            <a:pPr marL="0" indent="0">
              <a:buFont typeface="Arial" panose="020B0604020202020204" pitchFamily="34" charset="0"/>
              <a:buNone/>
              <a:tabLst>
                <a:tab pos="574675" algn="l"/>
              </a:tabLst>
            </a:pPr>
            <a:endParaRPr lang="en-US" sz="2000" b="1" dirty="0"/>
          </a:p>
          <a:p>
            <a:pPr marL="0" indent="0">
              <a:buFont typeface="Arial" panose="020B0604020202020204" pitchFamily="34" charset="0"/>
              <a:buNone/>
              <a:tabLst>
                <a:tab pos="574675" algn="l"/>
              </a:tabLst>
            </a:pPr>
            <a:r>
              <a:rPr lang="en-US" sz="2000" b="1" dirty="0"/>
              <a:t>Q7:</a:t>
            </a:r>
            <a:r>
              <a:rPr lang="en-US" sz="2000" dirty="0"/>
              <a:t> </a:t>
            </a:r>
            <a:r>
              <a:rPr lang="en-US" sz="2000" b="1" dirty="0"/>
              <a:t>What force does a wing or airfoil create?</a:t>
            </a:r>
          </a:p>
          <a:p>
            <a:pPr marL="0" indent="0">
              <a:buFont typeface="Arial" panose="020B0604020202020204" pitchFamily="34" charset="0"/>
              <a:buNone/>
              <a:tabLst>
                <a:tab pos="574675" algn="l"/>
              </a:tabLst>
            </a:pPr>
            <a:r>
              <a:rPr lang="en-US" sz="2000" b="1" dirty="0"/>
              <a:t>A:</a:t>
            </a:r>
            <a:r>
              <a:rPr lang="en-US" sz="2000" dirty="0"/>
              <a:t> Lift</a:t>
            </a:r>
          </a:p>
          <a:p>
            <a:pPr marL="0" indent="0">
              <a:buFont typeface="Arial" panose="020B0604020202020204" pitchFamily="34" charset="0"/>
              <a:buNone/>
              <a:tabLst>
                <a:tab pos="574675" algn="l"/>
              </a:tabLst>
            </a:pPr>
            <a:endParaRPr lang="en-US" sz="2000" dirty="0"/>
          </a:p>
          <a:p>
            <a:pPr marL="0" indent="0">
              <a:buFont typeface="Arial" panose="020B0604020202020204" pitchFamily="34" charset="0"/>
              <a:buNone/>
              <a:tabLst>
                <a:tab pos="574675" algn="l"/>
              </a:tabLst>
            </a:pPr>
            <a:r>
              <a:rPr lang="en-US" sz="2000" b="1" dirty="0"/>
              <a:t>Q8: What is the aerodynamic cover over a powerplant called?</a:t>
            </a:r>
          </a:p>
          <a:p>
            <a:pPr marL="0" indent="0">
              <a:buFont typeface="Arial" panose="020B0604020202020204" pitchFamily="34" charset="0"/>
              <a:buNone/>
              <a:tabLst>
                <a:tab pos="574675" algn="l"/>
              </a:tabLst>
            </a:pPr>
            <a:r>
              <a:rPr lang="en-US" sz="2000" b="1" dirty="0"/>
              <a:t>A: </a:t>
            </a:r>
            <a:r>
              <a:rPr lang="en-US" sz="2000" dirty="0"/>
              <a:t>Nacelle</a:t>
            </a:r>
          </a:p>
          <a:p>
            <a:pPr marL="0" indent="0">
              <a:buFont typeface="Arial" panose="020B0604020202020204" pitchFamily="34" charset="0"/>
              <a:buNone/>
            </a:pPr>
            <a:endParaRPr lang="en-US" sz="2000" dirty="0"/>
          </a:p>
          <a:p>
            <a:pPr marL="0" indent="0">
              <a:buFont typeface="Arial" panose="020B0604020202020204" pitchFamily="34" charset="0"/>
              <a:buNone/>
            </a:pPr>
            <a:r>
              <a:rPr lang="en-US" sz="2000" b="1" dirty="0"/>
              <a:t>Q9: What part of the airplane mounts the powerplant (engine) to the wing?</a:t>
            </a:r>
          </a:p>
          <a:p>
            <a:pPr marL="0" indent="0">
              <a:buFont typeface="Arial" panose="020B0604020202020204" pitchFamily="34" charset="0"/>
              <a:buNone/>
            </a:pPr>
            <a:r>
              <a:rPr lang="en-US" sz="2000" b="1" dirty="0"/>
              <a:t>A:</a:t>
            </a:r>
            <a:r>
              <a:rPr lang="en-US" sz="2000" dirty="0"/>
              <a:t> Pylon</a:t>
            </a:r>
          </a:p>
          <a:p>
            <a:endParaRPr lang="en-US" sz="2000" dirty="0"/>
          </a:p>
        </p:txBody>
      </p:sp>
    </p:spTree>
    <p:extLst>
      <p:ext uri="{BB962C8B-B14F-4D97-AF65-F5344CB8AC3E}">
        <p14:creationId xmlns:p14="http://schemas.microsoft.com/office/powerpoint/2010/main" val="1646794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a:extLst>
            <a:ext uri="{FF2B5EF4-FFF2-40B4-BE49-F238E27FC236}">
              <a16:creationId xmlns:a16="http://schemas.microsoft.com/office/drawing/2014/main" id="{CDAE22EC-6774-D372-F890-3B7D35D1A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DAA31-A98B-CCF5-2A91-D0EC2B72669A}"/>
              </a:ext>
            </a:extLst>
          </p:cNvPr>
          <p:cNvSpPr>
            <a:spLocks noGrp="1"/>
          </p:cNvSpPr>
          <p:nvPr>
            <p:ph type="title"/>
          </p:nvPr>
        </p:nvSpPr>
        <p:spPr>
          <a:xfrm>
            <a:off x="365760" y="365126"/>
            <a:ext cx="10515600" cy="877824"/>
          </a:xfrm>
        </p:spPr>
        <p:txBody>
          <a:bodyPr/>
          <a:lstStyle/>
          <a:p>
            <a:r>
              <a:rPr lang="en-US" dirty="0"/>
              <a:t>Practice Q&amp;A’s  </a:t>
            </a:r>
            <a:r>
              <a:rPr lang="en-US" sz="2800" dirty="0">
                <a:solidFill>
                  <a:schemeClr val="accent2">
                    <a:lumMod val="75000"/>
                  </a:schemeClr>
                </a:solidFill>
              </a:rPr>
              <a:t>(Q10-Q17)</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68F630F1-5507-9324-D481-7CB94EFFA506}"/>
              </a:ext>
            </a:extLst>
          </p:cNvPr>
          <p:cNvSpPr>
            <a:spLocks noGrp="1"/>
          </p:cNvSpPr>
          <p:nvPr>
            <p:ph idx="1"/>
          </p:nvPr>
        </p:nvSpPr>
        <p:spPr>
          <a:xfrm>
            <a:off x="585627" y="1130157"/>
            <a:ext cx="5650786" cy="5630239"/>
          </a:xfrm>
        </p:spPr>
        <p:txBody>
          <a:bodyPr>
            <a:noAutofit/>
          </a:bodyPr>
          <a:lstStyle/>
          <a:p>
            <a:pPr marL="0" indent="0">
              <a:buNone/>
              <a:tabLst>
                <a:tab pos="574675" algn="l"/>
              </a:tabLst>
            </a:pPr>
            <a:r>
              <a:rPr lang="en-US" sz="2000" b="1" dirty="0"/>
              <a:t>Q10: What part of the empennage controls yaw (left/right pointing)</a:t>
            </a:r>
          </a:p>
          <a:p>
            <a:pPr marL="0" indent="0">
              <a:buNone/>
              <a:tabLst>
                <a:tab pos="574675" algn="l"/>
              </a:tabLst>
            </a:pPr>
            <a:r>
              <a:rPr lang="en-US" sz="2000" b="1" dirty="0"/>
              <a:t>A: </a:t>
            </a:r>
            <a:r>
              <a:rPr lang="en-US" sz="2000" dirty="0"/>
              <a:t>Rudder</a:t>
            </a:r>
          </a:p>
          <a:p>
            <a:pPr marL="0" indent="0">
              <a:buNone/>
              <a:tabLst>
                <a:tab pos="574675" algn="l"/>
              </a:tabLst>
            </a:pPr>
            <a:endParaRPr lang="en-US" sz="2000" dirty="0"/>
          </a:p>
          <a:p>
            <a:pPr marL="0" indent="0">
              <a:buNone/>
              <a:tabLst>
                <a:tab pos="574675" algn="l"/>
              </a:tabLst>
            </a:pPr>
            <a:r>
              <a:rPr lang="en-US" sz="2000" b="1" dirty="0"/>
              <a:t>Q11:</a:t>
            </a:r>
            <a:r>
              <a:rPr lang="en-US" sz="2000" dirty="0"/>
              <a:t> </a:t>
            </a:r>
            <a:r>
              <a:rPr lang="en-US" sz="2000" b="1" dirty="0"/>
              <a:t>What part of the empennage controls pitch (up/down pointing)</a:t>
            </a:r>
          </a:p>
          <a:p>
            <a:pPr marL="0" indent="0">
              <a:buNone/>
              <a:tabLst>
                <a:tab pos="574675" algn="l"/>
              </a:tabLst>
            </a:pPr>
            <a:r>
              <a:rPr lang="en-US" sz="2000" b="1" dirty="0"/>
              <a:t>A:</a:t>
            </a:r>
            <a:r>
              <a:rPr lang="en-US" sz="2000" dirty="0"/>
              <a:t> Elevator</a:t>
            </a:r>
          </a:p>
          <a:p>
            <a:pPr marL="0" indent="0">
              <a:buNone/>
              <a:tabLst>
                <a:tab pos="574675" algn="l"/>
              </a:tabLst>
            </a:pPr>
            <a:endParaRPr lang="en-US" sz="2000" dirty="0"/>
          </a:p>
          <a:p>
            <a:pPr marL="0" indent="0">
              <a:buNone/>
              <a:tabLst>
                <a:tab pos="574675" algn="l"/>
              </a:tabLst>
            </a:pPr>
            <a:r>
              <a:rPr lang="en-US" sz="2000" b="1" dirty="0"/>
              <a:t>Q12: What part of the wing controls roll?</a:t>
            </a:r>
          </a:p>
          <a:p>
            <a:pPr marL="0" indent="0">
              <a:buNone/>
              <a:tabLst>
                <a:tab pos="574675" algn="l"/>
              </a:tabLst>
            </a:pPr>
            <a:r>
              <a:rPr lang="en-US" sz="2000" b="1" dirty="0"/>
              <a:t>A:</a:t>
            </a:r>
            <a:r>
              <a:rPr lang="en-US" sz="2000" dirty="0"/>
              <a:t> Aileron</a:t>
            </a:r>
            <a:br>
              <a:rPr lang="en-US" sz="2000" dirty="0"/>
            </a:br>
            <a:endParaRPr lang="en-US" sz="2000" dirty="0"/>
          </a:p>
          <a:p>
            <a:pPr marL="0" indent="0">
              <a:buNone/>
            </a:pPr>
            <a:r>
              <a:rPr lang="en-US" sz="2000" b="1" dirty="0"/>
              <a:t>Q13: What is the official name of the tail of an airplane?</a:t>
            </a:r>
          </a:p>
          <a:p>
            <a:pPr marL="0" indent="0">
              <a:buNone/>
            </a:pPr>
            <a:r>
              <a:rPr lang="en-US" sz="2000" b="1" dirty="0"/>
              <a:t>A:</a:t>
            </a:r>
            <a:r>
              <a:rPr lang="en-US" sz="2000" dirty="0"/>
              <a:t> Empennage</a:t>
            </a:r>
            <a:br>
              <a:rPr lang="en-US" sz="2000" dirty="0"/>
            </a:br>
            <a:endParaRPr lang="en-US" sz="2000" dirty="0"/>
          </a:p>
          <a:p>
            <a:pPr marL="0" indent="0">
              <a:buNone/>
            </a:pPr>
            <a:endParaRPr lang="en-US" sz="2000" dirty="0"/>
          </a:p>
          <a:p>
            <a:pPr marL="0" indent="0">
              <a:buNone/>
            </a:pPr>
            <a:endParaRPr lang="en-US" sz="2000" dirty="0"/>
          </a:p>
          <a:p>
            <a:endParaRPr lang="en-US" sz="2000" dirty="0"/>
          </a:p>
        </p:txBody>
      </p:sp>
      <p:sp>
        <p:nvSpPr>
          <p:cNvPr id="12" name="Content Placeholder 2">
            <a:extLst>
              <a:ext uri="{FF2B5EF4-FFF2-40B4-BE49-F238E27FC236}">
                <a16:creationId xmlns:a16="http://schemas.microsoft.com/office/drawing/2014/main" id="{909C5EFB-7271-236D-1ECF-D8FF4DD4D3A7}"/>
              </a:ext>
            </a:extLst>
          </p:cNvPr>
          <p:cNvSpPr txBox="1">
            <a:spLocks/>
          </p:cNvSpPr>
          <p:nvPr/>
        </p:nvSpPr>
        <p:spPr>
          <a:xfrm>
            <a:off x="6236413" y="464905"/>
            <a:ext cx="5650786" cy="618247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Q14:</a:t>
            </a:r>
            <a:r>
              <a:rPr lang="en-US" sz="2000" dirty="0"/>
              <a:t> </a:t>
            </a:r>
            <a:r>
              <a:rPr lang="en-US" sz="2000" b="1" dirty="0"/>
              <a:t>What part of the airplane makes thrust?</a:t>
            </a:r>
          </a:p>
          <a:p>
            <a:pPr marL="0" indent="0">
              <a:buNone/>
            </a:pPr>
            <a:r>
              <a:rPr lang="en-US" sz="2000" b="1" dirty="0"/>
              <a:t>A:</a:t>
            </a:r>
            <a:r>
              <a:rPr lang="en-US" sz="2000" dirty="0"/>
              <a:t> Powerplant</a:t>
            </a:r>
          </a:p>
          <a:p>
            <a:pPr marL="0" indent="0">
              <a:buNone/>
            </a:pPr>
            <a:endParaRPr lang="en-US" sz="2000" dirty="0"/>
          </a:p>
          <a:p>
            <a:pPr marL="0" indent="0">
              <a:buNone/>
            </a:pPr>
            <a:r>
              <a:rPr lang="en-US" sz="2000" b="1" dirty="0"/>
              <a:t>Q15: What is the difference between an “aircraft” and an “airplane”?</a:t>
            </a:r>
          </a:p>
          <a:p>
            <a:pPr marL="0" indent="0">
              <a:buNone/>
            </a:pPr>
            <a:r>
              <a:rPr lang="en-US" sz="2000" b="1" dirty="0"/>
              <a:t>A:</a:t>
            </a:r>
            <a:r>
              <a:rPr lang="en-US" sz="2000" dirty="0"/>
              <a:t> Airplane must have wings and a powerplant.</a:t>
            </a:r>
          </a:p>
          <a:p>
            <a:pPr marL="0" indent="0">
              <a:buNone/>
            </a:pPr>
            <a:endParaRPr lang="en-US" sz="2000" dirty="0"/>
          </a:p>
          <a:p>
            <a:pPr marL="0" indent="0">
              <a:buNone/>
            </a:pPr>
            <a:r>
              <a:rPr lang="en-US" sz="2000" b="1" dirty="0"/>
              <a:t>Q16: What three areas does the fuselage breakdown into?</a:t>
            </a:r>
          </a:p>
          <a:p>
            <a:pPr marL="0" indent="0">
              <a:buNone/>
            </a:pPr>
            <a:r>
              <a:rPr lang="en-US" sz="2000" b="1" dirty="0"/>
              <a:t>A:</a:t>
            </a:r>
            <a:r>
              <a:rPr lang="en-US" sz="2000" dirty="0"/>
              <a:t> Fight deck, cabin, and cargo areas</a:t>
            </a:r>
          </a:p>
          <a:p>
            <a:pPr marL="0" indent="0">
              <a:buNone/>
            </a:pPr>
            <a:endParaRPr lang="en-US" sz="2000" b="1" dirty="0"/>
          </a:p>
          <a:p>
            <a:pPr marL="0" indent="0">
              <a:buNone/>
            </a:pPr>
            <a:r>
              <a:rPr lang="en-US" sz="2000" b="1" dirty="0"/>
              <a:t>Q17: What part of the wings produce up and down forces?</a:t>
            </a:r>
          </a:p>
          <a:p>
            <a:pPr marL="0" indent="0">
              <a:buNone/>
            </a:pPr>
            <a:r>
              <a:rPr lang="en-US" sz="2000" b="1" dirty="0"/>
              <a:t>A:</a:t>
            </a:r>
            <a:r>
              <a:rPr lang="en-US" sz="2000" dirty="0"/>
              <a:t> Flaps</a:t>
            </a:r>
            <a:br>
              <a:rPr lang="en-US" sz="2000" dirty="0"/>
            </a:br>
            <a:endParaRPr lang="en-US" sz="2000" dirty="0"/>
          </a:p>
          <a:p>
            <a:pPr marL="0" indent="0">
              <a:buNone/>
            </a:pPr>
            <a:r>
              <a:rPr lang="en-US" sz="2000" b="1" dirty="0"/>
              <a:t>Q: What are the 4 primary assemblies of an airplane?</a:t>
            </a:r>
          </a:p>
          <a:p>
            <a:pPr marL="0" indent="0">
              <a:buNone/>
            </a:pPr>
            <a:r>
              <a:rPr lang="en-US" sz="2000" b="1" dirty="0"/>
              <a:t>A:</a:t>
            </a:r>
            <a:r>
              <a:rPr lang="en-US" sz="2000" dirty="0"/>
              <a:t> Fuselage, empennage, wings, and powerplants</a:t>
            </a:r>
          </a:p>
        </p:txBody>
      </p:sp>
    </p:spTree>
    <p:extLst>
      <p:ext uri="{BB962C8B-B14F-4D97-AF65-F5344CB8AC3E}">
        <p14:creationId xmlns:p14="http://schemas.microsoft.com/office/powerpoint/2010/main" val="210054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EC2D309-79B3-0066-BB56-E79235F32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AC3B1-808A-C5C9-BBB6-F06FDC830E2E}"/>
              </a:ext>
            </a:extLst>
          </p:cNvPr>
          <p:cNvSpPr>
            <a:spLocks noGrp="1"/>
          </p:cNvSpPr>
          <p:nvPr>
            <p:ph type="ctrTitle"/>
          </p:nvPr>
        </p:nvSpPr>
        <p:spPr>
          <a:xfrm>
            <a:off x="1612696" y="1893712"/>
            <a:ext cx="8966607" cy="1535288"/>
          </a:xfrm>
        </p:spPr>
        <p:txBody>
          <a:bodyPr>
            <a:noAutofit/>
          </a:bodyPr>
          <a:lstStyle/>
          <a:p>
            <a:r>
              <a:rPr lang="en-US" sz="9600" b="1" dirty="0">
                <a:solidFill>
                  <a:schemeClr val="bg1"/>
                </a:solidFill>
              </a:rPr>
              <a:t>Thank You</a:t>
            </a:r>
          </a:p>
        </p:txBody>
      </p:sp>
      <p:sp>
        <p:nvSpPr>
          <p:cNvPr id="3" name="Subtitle 2">
            <a:extLst>
              <a:ext uri="{FF2B5EF4-FFF2-40B4-BE49-F238E27FC236}">
                <a16:creationId xmlns:a16="http://schemas.microsoft.com/office/drawing/2014/main" id="{49C9C698-DE27-F888-6BAA-48C0C4FED236}"/>
              </a:ext>
            </a:extLst>
          </p:cNvPr>
          <p:cNvSpPr>
            <a:spLocks noGrp="1"/>
          </p:cNvSpPr>
          <p:nvPr>
            <p:ph type="subTitle" idx="1"/>
          </p:nvPr>
        </p:nvSpPr>
        <p:spPr>
          <a:xfrm>
            <a:off x="1490133" y="5258927"/>
            <a:ext cx="8966607" cy="1090775"/>
          </a:xfrm>
          <a:noFill/>
          <a:effectLst>
            <a:glow rad="228600">
              <a:schemeClr val="accent1">
                <a:satMod val="175000"/>
                <a:alpha val="40000"/>
              </a:schemeClr>
            </a:glow>
          </a:effectLst>
        </p:spPr>
        <p:txBody>
          <a:bodyPr>
            <a:normAutofit/>
          </a:bodyPr>
          <a:lstStyle/>
          <a:p>
            <a:pPr algn="l"/>
            <a:r>
              <a:rPr lang="pl-PL" sz="2000" dirty="0">
                <a:solidFill>
                  <a:schemeClr val="bg1"/>
                </a:solidFill>
              </a:rPr>
              <a:t>Matt Pierce  </a:t>
            </a:r>
            <a:r>
              <a:rPr lang="en-US" sz="2000" dirty="0">
                <a:solidFill>
                  <a:schemeClr val="bg1"/>
                </a:solidFill>
              </a:rPr>
              <a:t> - </a:t>
            </a:r>
            <a:r>
              <a:rPr lang="pl-PL" sz="2000" dirty="0">
                <a:solidFill>
                  <a:schemeClr val="bg1"/>
                </a:solidFill>
              </a:rPr>
              <a:t>  mpierce710006@gmail.com  </a:t>
            </a:r>
            <a:r>
              <a:rPr lang="en-US" sz="2000" dirty="0">
                <a:solidFill>
                  <a:schemeClr val="bg1"/>
                </a:solidFill>
              </a:rPr>
              <a:t> - </a:t>
            </a:r>
            <a:r>
              <a:rPr lang="pl-PL" sz="2000" dirty="0">
                <a:solidFill>
                  <a:schemeClr val="bg1"/>
                </a:solidFill>
              </a:rPr>
              <a:t>  linkedin.com/in/mpiercead576/</a:t>
            </a:r>
          </a:p>
          <a:p>
            <a:pPr algn="l"/>
            <a:r>
              <a:rPr lang="pl-PL" sz="2000" dirty="0">
                <a:solidFill>
                  <a:schemeClr val="bg1"/>
                </a:solidFill>
                <a:hlinkClick r:id="rId3"/>
              </a:rPr>
              <a:t>https://github.com/DataResearchLabs/study_guide_intro_aerospace_mfg</a:t>
            </a:r>
            <a:endParaRPr lang="en-US" sz="2000" dirty="0">
              <a:solidFill>
                <a:schemeClr val="bg1"/>
              </a:solidFill>
            </a:endParaRPr>
          </a:p>
          <a:p>
            <a:pPr algn="l"/>
            <a:endParaRPr lang="en-US" sz="2000" dirty="0">
              <a:solidFill>
                <a:schemeClr val="bg1"/>
              </a:solidFill>
            </a:endParaRPr>
          </a:p>
        </p:txBody>
      </p:sp>
      <p:cxnSp>
        <p:nvCxnSpPr>
          <p:cNvPr id="7" name="Straight Connector 6">
            <a:extLst>
              <a:ext uri="{FF2B5EF4-FFF2-40B4-BE49-F238E27FC236}">
                <a16:creationId xmlns:a16="http://schemas.microsoft.com/office/drawing/2014/main" id="{47439251-0FA5-4222-2534-EC4CD92AB89C}"/>
              </a:ext>
            </a:extLst>
          </p:cNvPr>
          <p:cNvCxnSpPr>
            <a:cxnSpLocks/>
          </p:cNvCxnSpPr>
          <p:nvPr/>
        </p:nvCxnSpPr>
        <p:spPr>
          <a:xfrm>
            <a:off x="0" y="4727225"/>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7227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3684</TotalTime>
  <Words>1812</Words>
  <Application>Microsoft Office PowerPoint</Application>
  <PresentationFormat>Widescreen</PresentationFormat>
  <Paragraphs>207</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Airplanes &amp; Flight</vt:lpstr>
      <vt:lpstr>Aircraft, Airplanes, and Assemblies</vt:lpstr>
      <vt:lpstr>A Brief History of Aviation</vt:lpstr>
      <vt:lpstr>Aircraft vs. Airplane?</vt:lpstr>
      <vt:lpstr>The Four Primary Assemblies</vt:lpstr>
      <vt:lpstr>The Fuselage</vt:lpstr>
      <vt:lpstr>The Wings</vt:lpstr>
      <vt:lpstr>The Empennage</vt:lpstr>
      <vt:lpstr>The Powerplant</vt:lpstr>
      <vt:lpstr>Principles of Flight</vt:lpstr>
      <vt:lpstr>The “Four Forces of Flight”</vt:lpstr>
      <vt:lpstr>The “Power-to-Weight Problem”</vt:lpstr>
      <vt:lpstr>Q&amp;A</vt:lpstr>
      <vt:lpstr>Practice Q&amp;A’s  (Q1-Q9)</vt:lpstr>
      <vt:lpstr>Practice Q&amp;A’s  (Q10-Q17)</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 Pierce</dc:creator>
  <cp:lastModifiedBy>Matt Pierce</cp:lastModifiedBy>
  <cp:revision>131</cp:revision>
  <dcterms:created xsi:type="dcterms:W3CDTF">2026-01-28T23:37:40Z</dcterms:created>
  <dcterms:modified xsi:type="dcterms:W3CDTF">2026-02-27T02:47:30Z</dcterms:modified>
</cp:coreProperties>
</file>